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4" r:id="rId1"/>
  </p:sldMasterIdLst>
  <p:notesMasterIdLst>
    <p:notesMasterId r:id="rId25"/>
  </p:notesMasterIdLst>
  <p:sldIdLst>
    <p:sldId id="256" r:id="rId2"/>
    <p:sldId id="302" r:id="rId3"/>
    <p:sldId id="307" r:id="rId4"/>
    <p:sldId id="259" r:id="rId5"/>
    <p:sldId id="257" r:id="rId6"/>
    <p:sldId id="306" r:id="rId7"/>
    <p:sldId id="304" r:id="rId8"/>
    <p:sldId id="308" r:id="rId9"/>
    <p:sldId id="312" r:id="rId10"/>
    <p:sldId id="309" r:id="rId11"/>
    <p:sldId id="311" r:id="rId12"/>
    <p:sldId id="310" r:id="rId13"/>
    <p:sldId id="313" r:id="rId14"/>
    <p:sldId id="323" r:id="rId15"/>
    <p:sldId id="314" r:id="rId16"/>
    <p:sldId id="315" r:id="rId17"/>
    <p:sldId id="316" r:id="rId18"/>
    <p:sldId id="317" r:id="rId19"/>
    <p:sldId id="318" r:id="rId20"/>
    <p:sldId id="319" r:id="rId21"/>
    <p:sldId id="320" r:id="rId22"/>
    <p:sldId id="321" r:id="rId23"/>
    <p:sldId id="322" r:id="rId24"/>
  </p:sldIdLst>
  <p:sldSz cx="9144000" cy="5143500" type="screen16x9"/>
  <p:notesSz cx="6858000" cy="9144000"/>
  <p:embeddedFontLst>
    <p:embeddedFont>
      <p:font typeface="Barlow" panose="00000500000000000000" pitchFamily="2" charset="0"/>
      <p:regular r:id="rId26"/>
      <p:bold r:id="rId27"/>
      <p:italic r:id="rId28"/>
      <p:boldItalic r:id="rId29"/>
    </p:embeddedFont>
    <p:embeddedFont>
      <p:font typeface="Montserrat ExtraBold" pitchFamily="2" charset="0"/>
      <p:bold r:id="rId30"/>
      <p:boldItalic r:id="rId31"/>
    </p:embeddedFont>
    <p:embeddedFont>
      <p:font typeface="Roboto Condensed Light" panose="02000000000000000000" pitchFamily="2" charset="0"/>
      <p:regular r:id="rId32"/>
      <p:italic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6EDA0A6-8CE6-4BC8-939C-E27B627BC8FA}">
  <a:tblStyle styleId="{06EDA0A6-8CE6-4BC8-939C-E27B627BC8FA}"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469" autoAdjust="0"/>
    <p:restoredTop sz="94660"/>
  </p:normalViewPr>
  <p:slideViewPr>
    <p:cSldViewPr snapToGrid="0">
      <p:cViewPr varScale="1">
        <p:scale>
          <a:sx n="89" d="100"/>
          <a:sy n="89" d="100"/>
        </p:scale>
        <p:origin x="852"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4"/>
        <p:cNvGrpSpPr/>
        <p:nvPr/>
      </p:nvGrpSpPr>
      <p:grpSpPr>
        <a:xfrm>
          <a:off x="0" y="0"/>
          <a:ext cx="0" cy="0"/>
          <a:chOff x="0" y="0"/>
          <a:chExt cx="0" cy="0"/>
        </a:xfrm>
      </p:grpSpPr>
      <p:sp>
        <p:nvSpPr>
          <p:cNvPr id="765" name="Google Shape;765;gfa0a2cd05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6" name="Google Shape;766;gfa0a2cd05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5018271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7"/>
        <p:cNvGrpSpPr/>
        <p:nvPr/>
      </p:nvGrpSpPr>
      <p:grpSpPr>
        <a:xfrm>
          <a:off x="0" y="0"/>
          <a:ext cx="0" cy="0"/>
          <a:chOff x="0" y="0"/>
          <a:chExt cx="0" cy="0"/>
        </a:xfrm>
      </p:grpSpPr>
      <p:sp>
        <p:nvSpPr>
          <p:cNvPr id="838" name="Google Shape;838;gf9e9c255b8_0_2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9" name="Google Shape;839;gf9e9c255b8_0_2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7"/>
        <p:cNvGrpSpPr/>
        <p:nvPr/>
      </p:nvGrpSpPr>
      <p:grpSpPr>
        <a:xfrm>
          <a:off x="0" y="0"/>
          <a:ext cx="0" cy="0"/>
          <a:chOff x="0" y="0"/>
          <a:chExt cx="0" cy="0"/>
        </a:xfrm>
      </p:grpSpPr>
      <p:sp>
        <p:nvSpPr>
          <p:cNvPr id="818" name="Google Shape;818;gfa0a2cd049_0_219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9" name="Google Shape;819;gfa0a2cd049_0_219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blipFill>
          <a:blip r:embed="rId2">
            <a:alphaModFix/>
          </a:blip>
          <a:stretch>
            <a:fillRect/>
          </a:stretch>
        </a:blipFill>
        <a:effectLst/>
      </p:bgPr>
    </p:bg>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714300" y="2317236"/>
            <a:ext cx="3857700" cy="1209900"/>
          </a:xfrm>
          <a:prstGeom prst="rect">
            <a:avLst/>
          </a:prstGeom>
        </p:spPr>
        <p:txBody>
          <a:bodyPr spcFirstLastPara="1" wrap="square" lIns="91425" tIns="91425" rIns="91425" bIns="91425" anchor="ctr" anchorCtr="0">
            <a:noAutofit/>
          </a:bodyPr>
          <a:lstStyle>
            <a:lvl1pPr lvl="0">
              <a:spcBef>
                <a:spcPts val="0"/>
              </a:spcBef>
              <a:spcAft>
                <a:spcPts val="0"/>
              </a:spcAft>
              <a:buSzPts val="5200"/>
              <a:buNone/>
              <a:defRPr sz="33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714300" y="3990050"/>
            <a:ext cx="3857700" cy="385800"/>
          </a:xfrm>
          <a:prstGeom prst="rect">
            <a:avLst/>
          </a:prstGeom>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lvl1pPr lvl="0">
              <a:lnSpc>
                <a:spcPct val="100000"/>
              </a:lnSpc>
              <a:spcBef>
                <a:spcPts val="0"/>
              </a:spcBef>
              <a:spcAft>
                <a:spcPts val="0"/>
              </a:spcAft>
              <a:buSzPts val="1800"/>
              <a:buNone/>
              <a:defRPr sz="1600">
                <a:solidFill>
                  <a:schemeClr val="dk2"/>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
        <p:nvSpPr>
          <p:cNvPr id="11" name="Google Shape;11;p2"/>
          <p:cNvSpPr/>
          <p:nvPr/>
        </p:nvSpPr>
        <p:spPr>
          <a:xfrm>
            <a:off x="1208625" y="-338775"/>
            <a:ext cx="741600" cy="7416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12" name="Google Shape;12;p2"/>
          <p:cNvGrpSpPr/>
          <p:nvPr/>
        </p:nvGrpSpPr>
        <p:grpSpPr>
          <a:xfrm>
            <a:off x="441121" y="-186375"/>
            <a:ext cx="1300217" cy="925411"/>
            <a:chOff x="-20429" y="-42175"/>
            <a:chExt cx="1300217" cy="925411"/>
          </a:xfrm>
        </p:grpSpPr>
        <p:grpSp>
          <p:nvGrpSpPr>
            <p:cNvPr id="13" name="Google Shape;13;p2"/>
            <p:cNvGrpSpPr/>
            <p:nvPr/>
          </p:nvGrpSpPr>
          <p:grpSpPr>
            <a:xfrm>
              <a:off x="117650" y="-42175"/>
              <a:ext cx="1024050" cy="925411"/>
              <a:chOff x="363000" y="4350"/>
              <a:chExt cx="1024050" cy="879000"/>
            </a:xfrm>
          </p:grpSpPr>
          <p:cxnSp>
            <p:nvCxnSpPr>
              <p:cNvPr id="14" name="Google Shape;14;p2"/>
              <p:cNvCxnSpPr/>
              <p:nvPr/>
            </p:nvCxnSpPr>
            <p:spPr>
              <a:xfrm>
                <a:off x="363000" y="4350"/>
                <a:ext cx="0" cy="879000"/>
              </a:xfrm>
              <a:prstGeom prst="straightConnector1">
                <a:avLst/>
              </a:prstGeom>
              <a:noFill/>
              <a:ln w="9525" cap="flat" cmpd="sng">
                <a:solidFill>
                  <a:schemeClr val="lt2"/>
                </a:solidFill>
                <a:prstDash val="solid"/>
                <a:round/>
                <a:headEnd type="none" w="med" len="med"/>
                <a:tailEnd type="none" w="med" len="med"/>
              </a:ln>
            </p:spPr>
          </p:cxnSp>
          <p:cxnSp>
            <p:nvCxnSpPr>
              <p:cNvPr id="15" name="Google Shape;15;p2"/>
              <p:cNvCxnSpPr/>
              <p:nvPr/>
            </p:nvCxnSpPr>
            <p:spPr>
              <a:xfrm>
                <a:off x="533675" y="4350"/>
                <a:ext cx="0" cy="879000"/>
              </a:xfrm>
              <a:prstGeom prst="straightConnector1">
                <a:avLst/>
              </a:prstGeom>
              <a:noFill/>
              <a:ln w="9525" cap="flat" cmpd="sng">
                <a:solidFill>
                  <a:schemeClr val="lt2"/>
                </a:solidFill>
                <a:prstDash val="solid"/>
                <a:round/>
                <a:headEnd type="none" w="med" len="med"/>
                <a:tailEnd type="none" w="med" len="med"/>
              </a:ln>
            </p:spPr>
          </p:cxnSp>
          <p:cxnSp>
            <p:nvCxnSpPr>
              <p:cNvPr id="16" name="Google Shape;16;p2"/>
              <p:cNvCxnSpPr/>
              <p:nvPr/>
            </p:nvCxnSpPr>
            <p:spPr>
              <a:xfrm>
                <a:off x="704350" y="4350"/>
                <a:ext cx="0" cy="879000"/>
              </a:xfrm>
              <a:prstGeom prst="straightConnector1">
                <a:avLst/>
              </a:prstGeom>
              <a:noFill/>
              <a:ln w="9525" cap="flat" cmpd="sng">
                <a:solidFill>
                  <a:schemeClr val="lt2"/>
                </a:solidFill>
                <a:prstDash val="solid"/>
                <a:round/>
                <a:headEnd type="none" w="med" len="med"/>
                <a:tailEnd type="none" w="med" len="med"/>
              </a:ln>
            </p:spPr>
          </p:cxnSp>
          <p:cxnSp>
            <p:nvCxnSpPr>
              <p:cNvPr id="17" name="Google Shape;17;p2"/>
              <p:cNvCxnSpPr/>
              <p:nvPr/>
            </p:nvCxnSpPr>
            <p:spPr>
              <a:xfrm>
                <a:off x="875025" y="4350"/>
                <a:ext cx="0" cy="879000"/>
              </a:xfrm>
              <a:prstGeom prst="straightConnector1">
                <a:avLst/>
              </a:prstGeom>
              <a:noFill/>
              <a:ln w="9525" cap="flat" cmpd="sng">
                <a:solidFill>
                  <a:schemeClr val="lt2"/>
                </a:solidFill>
                <a:prstDash val="solid"/>
                <a:round/>
                <a:headEnd type="none" w="med" len="med"/>
                <a:tailEnd type="none" w="med" len="med"/>
              </a:ln>
            </p:spPr>
          </p:cxnSp>
          <p:cxnSp>
            <p:nvCxnSpPr>
              <p:cNvPr id="18" name="Google Shape;18;p2"/>
              <p:cNvCxnSpPr/>
              <p:nvPr/>
            </p:nvCxnSpPr>
            <p:spPr>
              <a:xfrm>
                <a:off x="1045700" y="4350"/>
                <a:ext cx="0" cy="879000"/>
              </a:xfrm>
              <a:prstGeom prst="straightConnector1">
                <a:avLst/>
              </a:prstGeom>
              <a:noFill/>
              <a:ln w="9525" cap="flat" cmpd="sng">
                <a:solidFill>
                  <a:schemeClr val="lt2"/>
                </a:solidFill>
                <a:prstDash val="solid"/>
                <a:round/>
                <a:headEnd type="none" w="med" len="med"/>
                <a:tailEnd type="none" w="med" len="med"/>
              </a:ln>
            </p:spPr>
          </p:cxnSp>
          <p:cxnSp>
            <p:nvCxnSpPr>
              <p:cNvPr id="19" name="Google Shape;19;p2"/>
              <p:cNvCxnSpPr/>
              <p:nvPr/>
            </p:nvCxnSpPr>
            <p:spPr>
              <a:xfrm>
                <a:off x="1216375" y="4350"/>
                <a:ext cx="0" cy="879000"/>
              </a:xfrm>
              <a:prstGeom prst="straightConnector1">
                <a:avLst/>
              </a:prstGeom>
              <a:noFill/>
              <a:ln w="9525" cap="flat" cmpd="sng">
                <a:solidFill>
                  <a:schemeClr val="lt2"/>
                </a:solidFill>
                <a:prstDash val="solid"/>
                <a:round/>
                <a:headEnd type="none" w="med" len="med"/>
                <a:tailEnd type="none" w="med" len="med"/>
              </a:ln>
            </p:spPr>
          </p:cxnSp>
          <p:cxnSp>
            <p:nvCxnSpPr>
              <p:cNvPr id="20" name="Google Shape;20;p2"/>
              <p:cNvCxnSpPr/>
              <p:nvPr/>
            </p:nvCxnSpPr>
            <p:spPr>
              <a:xfrm>
                <a:off x="1387050" y="4350"/>
                <a:ext cx="0" cy="879000"/>
              </a:xfrm>
              <a:prstGeom prst="straightConnector1">
                <a:avLst/>
              </a:prstGeom>
              <a:noFill/>
              <a:ln w="9525" cap="flat" cmpd="sng">
                <a:solidFill>
                  <a:schemeClr val="lt2"/>
                </a:solidFill>
                <a:prstDash val="solid"/>
                <a:round/>
                <a:headEnd type="none" w="med" len="med"/>
                <a:tailEnd type="none" w="med" len="med"/>
              </a:ln>
            </p:spPr>
          </p:cxnSp>
        </p:grpSp>
        <p:grpSp>
          <p:nvGrpSpPr>
            <p:cNvPr id="21" name="Google Shape;21;p2"/>
            <p:cNvGrpSpPr/>
            <p:nvPr/>
          </p:nvGrpSpPr>
          <p:grpSpPr>
            <a:xfrm rot="5400000">
              <a:off x="288329" y="-252783"/>
              <a:ext cx="682700" cy="1300217"/>
              <a:chOff x="533675" y="4350"/>
              <a:chExt cx="682700" cy="879000"/>
            </a:xfrm>
          </p:grpSpPr>
          <p:cxnSp>
            <p:nvCxnSpPr>
              <p:cNvPr id="22" name="Google Shape;22;p2"/>
              <p:cNvCxnSpPr/>
              <p:nvPr/>
            </p:nvCxnSpPr>
            <p:spPr>
              <a:xfrm>
                <a:off x="533675" y="4350"/>
                <a:ext cx="0" cy="879000"/>
              </a:xfrm>
              <a:prstGeom prst="straightConnector1">
                <a:avLst/>
              </a:prstGeom>
              <a:noFill/>
              <a:ln w="9525" cap="flat" cmpd="sng">
                <a:solidFill>
                  <a:schemeClr val="lt2"/>
                </a:solidFill>
                <a:prstDash val="solid"/>
                <a:round/>
                <a:headEnd type="none" w="med" len="med"/>
                <a:tailEnd type="none" w="med" len="med"/>
              </a:ln>
            </p:spPr>
          </p:cxnSp>
          <p:cxnSp>
            <p:nvCxnSpPr>
              <p:cNvPr id="23" name="Google Shape;23;p2"/>
              <p:cNvCxnSpPr/>
              <p:nvPr/>
            </p:nvCxnSpPr>
            <p:spPr>
              <a:xfrm>
                <a:off x="704350" y="4350"/>
                <a:ext cx="0" cy="879000"/>
              </a:xfrm>
              <a:prstGeom prst="straightConnector1">
                <a:avLst/>
              </a:prstGeom>
              <a:noFill/>
              <a:ln w="9525" cap="flat" cmpd="sng">
                <a:solidFill>
                  <a:schemeClr val="lt2"/>
                </a:solidFill>
                <a:prstDash val="solid"/>
                <a:round/>
                <a:headEnd type="none" w="med" len="med"/>
                <a:tailEnd type="none" w="med" len="med"/>
              </a:ln>
            </p:spPr>
          </p:cxnSp>
          <p:cxnSp>
            <p:nvCxnSpPr>
              <p:cNvPr id="24" name="Google Shape;24;p2"/>
              <p:cNvCxnSpPr/>
              <p:nvPr/>
            </p:nvCxnSpPr>
            <p:spPr>
              <a:xfrm>
                <a:off x="875025" y="4350"/>
                <a:ext cx="0" cy="879000"/>
              </a:xfrm>
              <a:prstGeom prst="straightConnector1">
                <a:avLst/>
              </a:prstGeom>
              <a:noFill/>
              <a:ln w="9525" cap="flat" cmpd="sng">
                <a:solidFill>
                  <a:schemeClr val="lt2"/>
                </a:solidFill>
                <a:prstDash val="solid"/>
                <a:round/>
                <a:headEnd type="none" w="med" len="med"/>
                <a:tailEnd type="none" w="med" len="med"/>
              </a:ln>
            </p:spPr>
          </p:cxnSp>
          <p:cxnSp>
            <p:nvCxnSpPr>
              <p:cNvPr id="25" name="Google Shape;25;p2"/>
              <p:cNvCxnSpPr/>
              <p:nvPr/>
            </p:nvCxnSpPr>
            <p:spPr>
              <a:xfrm>
                <a:off x="1045700" y="4350"/>
                <a:ext cx="0" cy="879000"/>
              </a:xfrm>
              <a:prstGeom prst="straightConnector1">
                <a:avLst/>
              </a:prstGeom>
              <a:noFill/>
              <a:ln w="9525" cap="flat" cmpd="sng">
                <a:solidFill>
                  <a:schemeClr val="lt2"/>
                </a:solidFill>
                <a:prstDash val="solid"/>
                <a:round/>
                <a:headEnd type="none" w="med" len="med"/>
                <a:tailEnd type="none" w="med" len="med"/>
              </a:ln>
            </p:spPr>
          </p:cxnSp>
          <p:cxnSp>
            <p:nvCxnSpPr>
              <p:cNvPr id="26" name="Google Shape;26;p2"/>
              <p:cNvCxnSpPr/>
              <p:nvPr/>
            </p:nvCxnSpPr>
            <p:spPr>
              <a:xfrm>
                <a:off x="1216375" y="4350"/>
                <a:ext cx="0" cy="879000"/>
              </a:xfrm>
              <a:prstGeom prst="straightConnector1">
                <a:avLst/>
              </a:prstGeom>
              <a:noFill/>
              <a:ln w="9525" cap="flat" cmpd="sng">
                <a:solidFill>
                  <a:schemeClr val="lt2"/>
                </a:solidFill>
                <a:prstDash val="solid"/>
                <a:round/>
                <a:headEnd type="none" w="med" len="med"/>
                <a:tailEnd type="none" w="med" len="med"/>
              </a:ln>
            </p:spPr>
          </p:cxnSp>
        </p:grpSp>
      </p:grpSp>
      <p:grpSp>
        <p:nvGrpSpPr>
          <p:cNvPr id="27" name="Google Shape;27;p2"/>
          <p:cNvGrpSpPr/>
          <p:nvPr/>
        </p:nvGrpSpPr>
        <p:grpSpPr>
          <a:xfrm rot="5400000">
            <a:off x="3946722" y="-525543"/>
            <a:ext cx="113753" cy="1603746"/>
            <a:chOff x="351725" y="2147797"/>
            <a:chExt cx="137400" cy="1937125"/>
          </a:xfrm>
        </p:grpSpPr>
        <p:sp>
          <p:nvSpPr>
            <p:cNvPr id="28" name="Google Shape;28;p2"/>
            <p:cNvSpPr/>
            <p:nvPr/>
          </p:nvSpPr>
          <p:spPr>
            <a:xfrm>
              <a:off x="351725" y="2147797"/>
              <a:ext cx="137400" cy="1188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 name="Google Shape;29;p2"/>
            <p:cNvSpPr/>
            <p:nvPr/>
          </p:nvSpPr>
          <p:spPr>
            <a:xfrm>
              <a:off x="351725" y="2671172"/>
              <a:ext cx="137400" cy="1188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 name="Google Shape;30;p2"/>
            <p:cNvSpPr/>
            <p:nvPr/>
          </p:nvSpPr>
          <p:spPr>
            <a:xfrm>
              <a:off x="351725" y="2965947"/>
              <a:ext cx="137400" cy="1188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 name="Google Shape;31;p2"/>
            <p:cNvSpPr/>
            <p:nvPr/>
          </p:nvSpPr>
          <p:spPr>
            <a:xfrm>
              <a:off x="351725" y="3442747"/>
              <a:ext cx="137400" cy="1188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 name="Google Shape;32;p2"/>
            <p:cNvSpPr/>
            <p:nvPr/>
          </p:nvSpPr>
          <p:spPr>
            <a:xfrm>
              <a:off x="351725" y="3966122"/>
              <a:ext cx="137400" cy="1188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33" name="Google Shape;33;p2"/>
          <p:cNvGrpSpPr/>
          <p:nvPr/>
        </p:nvGrpSpPr>
        <p:grpSpPr>
          <a:xfrm rot="5400000">
            <a:off x="1034360" y="4052782"/>
            <a:ext cx="113753" cy="1603746"/>
            <a:chOff x="351725" y="2147797"/>
            <a:chExt cx="137400" cy="1937125"/>
          </a:xfrm>
        </p:grpSpPr>
        <p:sp>
          <p:nvSpPr>
            <p:cNvPr id="34" name="Google Shape;34;p2"/>
            <p:cNvSpPr/>
            <p:nvPr/>
          </p:nvSpPr>
          <p:spPr>
            <a:xfrm>
              <a:off x="351725" y="2147797"/>
              <a:ext cx="137400" cy="1188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 name="Google Shape;35;p2"/>
            <p:cNvSpPr/>
            <p:nvPr/>
          </p:nvSpPr>
          <p:spPr>
            <a:xfrm>
              <a:off x="351725" y="2671172"/>
              <a:ext cx="137400" cy="1188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 name="Google Shape;36;p2"/>
            <p:cNvSpPr/>
            <p:nvPr/>
          </p:nvSpPr>
          <p:spPr>
            <a:xfrm>
              <a:off x="351725" y="2965947"/>
              <a:ext cx="137400" cy="1188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 name="Google Shape;37;p2"/>
            <p:cNvSpPr/>
            <p:nvPr/>
          </p:nvSpPr>
          <p:spPr>
            <a:xfrm>
              <a:off x="351725" y="3442747"/>
              <a:ext cx="137400" cy="1188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 name="Google Shape;38;p2"/>
            <p:cNvSpPr/>
            <p:nvPr/>
          </p:nvSpPr>
          <p:spPr>
            <a:xfrm>
              <a:off x="351725" y="3966122"/>
              <a:ext cx="137400" cy="1188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blipFill>
          <a:blip r:embed="rId2">
            <a:alphaModFix/>
          </a:blip>
          <a:stretch>
            <a:fillRect/>
          </a:stretch>
        </a:blipFill>
        <a:effectLst/>
      </p:bgPr>
    </p:bg>
    <p:spTree>
      <p:nvGrpSpPr>
        <p:cNvPr id="1" name="Shape 39"/>
        <p:cNvGrpSpPr/>
        <p:nvPr/>
      </p:nvGrpSpPr>
      <p:grpSpPr>
        <a:xfrm>
          <a:off x="0" y="0"/>
          <a:ext cx="0" cy="0"/>
          <a:chOff x="0" y="0"/>
          <a:chExt cx="0" cy="0"/>
        </a:xfrm>
      </p:grpSpPr>
      <p:sp>
        <p:nvSpPr>
          <p:cNvPr id="40" name="Google Shape;40;p3"/>
          <p:cNvSpPr txBox="1">
            <a:spLocks noGrp="1"/>
          </p:cNvSpPr>
          <p:nvPr>
            <p:ph type="title"/>
          </p:nvPr>
        </p:nvSpPr>
        <p:spPr>
          <a:xfrm>
            <a:off x="4655400" y="2839056"/>
            <a:ext cx="3774300" cy="841800"/>
          </a:xfrm>
          <a:prstGeom prst="rect">
            <a:avLst/>
          </a:prstGeom>
        </p:spPr>
        <p:txBody>
          <a:bodyPr spcFirstLastPara="1" wrap="square" lIns="91425" tIns="91425" rIns="91425" bIns="91425" anchor="ctr" anchorCtr="0">
            <a:noAutofit/>
          </a:bodyPr>
          <a:lstStyle>
            <a:lvl1pPr lvl="0" algn="r">
              <a:spcBef>
                <a:spcPts val="0"/>
              </a:spcBef>
              <a:spcAft>
                <a:spcPts val="0"/>
              </a:spcAft>
              <a:buSzPts val="3600"/>
              <a:buNone/>
              <a:defRPr sz="54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41" name="Google Shape;41;p3"/>
          <p:cNvSpPr txBox="1">
            <a:spLocks noGrp="1"/>
          </p:cNvSpPr>
          <p:nvPr>
            <p:ph type="title" idx="2" hasCustomPrompt="1"/>
          </p:nvPr>
        </p:nvSpPr>
        <p:spPr>
          <a:xfrm>
            <a:off x="7173860" y="1141600"/>
            <a:ext cx="1192500" cy="473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0000"/>
              <a:buNone/>
              <a:defRPr sz="4800"/>
            </a:lvl1pPr>
            <a:lvl2pPr lvl="1" algn="ctr" rtl="0">
              <a:spcBef>
                <a:spcPts val="0"/>
              </a:spcBef>
              <a:spcAft>
                <a:spcPts val="0"/>
              </a:spcAft>
              <a:buSzPts val="10000"/>
              <a:buNone/>
              <a:defRPr sz="10000"/>
            </a:lvl2pPr>
            <a:lvl3pPr lvl="2" algn="ctr" rtl="0">
              <a:spcBef>
                <a:spcPts val="0"/>
              </a:spcBef>
              <a:spcAft>
                <a:spcPts val="0"/>
              </a:spcAft>
              <a:buSzPts val="10000"/>
              <a:buNone/>
              <a:defRPr sz="10000"/>
            </a:lvl3pPr>
            <a:lvl4pPr lvl="3" algn="ctr" rtl="0">
              <a:spcBef>
                <a:spcPts val="0"/>
              </a:spcBef>
              <a:spcAft>
                <a:spcPts val="0"/>
              </a:spcAft>
              <a:buSzPts val="10000"/>
              <a:buNone/>
              <a:defRPr sz="10000"/>
            </a:lvl4pPr>
            <a:lvl5pPr lvl="4" algn="ctr" rtl="0">
              <a:spcBef>
                <a:spcPts val="0"/>
              </a:spcBef>
              <a:spcAft>
                <a:spcPts val="0"/>
              </a:spcAft>
              <a:buSzPts val="10000"/>
              <a:buNone/>
              <a:defRPr sz="10000"/>
            </a:lvl5pPr>
            <a:lvl6pPr lvl="5" algn="ctr" rtl="0">
              <a:spcBef>
                <a:spcPts val="0"/>
              </a:spcBef>
              <a:spcAft>
                <a:spcPts val="0"/>
              </a:spcAft>
              <a:buSzPts val="10000"/>
              <a:buNone/>
              <a:defRPr sz="10000"/>
            </a:lvl6pPr>
            <a:lvl7pPr lvl="6" algn="ctr" rtl="0">
              <a:spcBef>
                <a:spcPts val="0"/>
              </a:spcBef>
              <a:spcAft>
                <a:spcPts val="0"/>
              </a:spcAft>
              <a:buSzPts val="10000"/>
              <a:buNone/>
              <a:defRPr sz="10000"/>
            </a:lvl7pPr>
            <a:lvl8pPr lvl="7" algn="ctr" rtl="0">
              <a:spcBef>
                <a:spcPts val="0"/>
              </a:spcBef>
              <a:spcAft>
                <a:spcPts val="0"/>
              </a:spcAft>
              <a:buSzPts val="10000"/>
              <a:buNone/>
              <a:defRPr sz="10000"/>
            </a:lvl8pPr>
            <a:lvl9pPr lvl="8" algn="ctr" rtl="0">
              <a:spcBef>
                <a:spcPts val="0"/>
              </a:spcBef>
              <a:spcAft>
                <a:spcPts val="0"/>
              </a:spcAft>
              <a:buSzPts val="10000"/>
              <a:buNone/>
              <a:defRPr sz="10000"/>
            </a:lvl9pPr>
          </a:lstStyle>
          <a:p>
            <a:r>
              <a:t>xx%</a:t>
            </a:r>
          </a:p>
        </p:txBody>
      </p:sp>
      <p:sp>
        <p:nvSpPr>
          <p:cNvPr id="42" name="Google Shape;42;p3"/>
          <p:cNvSpPr txBox="1">
            <a:spLocks noGrp="1"/>
          </p:cNvSpPr>
          <p:nvPr>
            <p:ph type="subTitle" idx="1"/>
          </p:nvPr>
        </p:nvSpPr>
        <p:spPr>
          <a:xfrm>
            <a:off x="4035000" y="3845027"/>
            <a:ext cx="4394700" cy="385800"/>
          </a:xfrm>
          <a:prstGeom prst="rect">
            <a:avLst/>
          </a:prstGeom>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rtl="0">
              <a:lnSpc>
                <a:spcPct val="100000"/>
              </a:lnSpc>
              <a:spcBef>
                <a:spcPts val="0"/>
              </a:spcBef>
              <a:spcAft>
                <a:spcPts val="0"/>
              </a:spcAft>
              <a:buSzPts val="1800"/>
              <a:buNone/>
              <a:defRPr>
                <a:solidFill>
                  <a:schemeClr val="dk2"/>
                </a:solidFill>
              </a:defRPr>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bg>
      <p:bgPr>
        <a:blipFill>
          <a:blip r:embed="rId2">
            <a:alphaModFix/>
          </a:blip>
          <a:stretch>
            <a:fillRect/>
          </a:stretch>
        </a:blipFill>
        <a:effectLst/>
      </p:bgPr>
    </p:bg>
    <p:spTree>
      <p:nvGrpSpPr>
        <p:cNvPr id="1" name="Shape 43"/>
        <p:cNvGrpSpPr/>
        <p:nvPr/>
      </p:nvGrpSpPr>
      <p:grpSpPr>
        <a:xfrm>
          <a:off x="0" y="0"/>
          <a:ext cx="0" cy="0"/>
          <a:chOff x="0" y="0"/>
          <a:chExt cx="0" cy="0"/>
        </a:xfrm>
      </p:grpSpPr>
      <p:sp>
        <p:nvSpPr>
          <p:cNvPr id="44" name="Google Shape;44;p4"/>
          <p:cNvSpPr txBox="1">
            <a:spLocks noGrp="1"/>
          </p:cNvSpPr>
          <p:nvPr>
            <p:ph type="subTitle" idx="1"/>
          </p:nvPr>
        </p:nvSpPr>
        <p:spPr>
          <a:xfrm>
            <a:off x="714300" y="1128900"/>
            <a:ext cx="7715400" cy="3475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2"/>
              </a:buClr>
              <a:buSzPts val="1200"/>
              <a:buAutoNum type="arabicPeriod"/>
              <a:defRPr sz="1200"/>
            </a:lvl1pPr>
            <a:lvl2pPr lvl="1" rtl="0">
              <a:lnSpc>
                <a:spcPct val="100000"/>
              </a:lnSpc>
              <a:spcBef>
                <a:spcPts val="0"/>
              </a:spcBef>
              <a:spcAft>
                <a:spcPts val="0"/>
              </a:spcAft>
              <a:buClr>
                <a:srgbClr val="434343"/>
              </a:buClr>
              <a:buSzPts val="1200"/>
              <a:buFont typeface="Roboto Condensed Light"/>
              <a:buAutoNum type="alphaLcPeriod"/>
              <a:defRPr sz="1200"/>
            </a:lvl2pPr>
            <a:lvl3pPr lvl="2" rtl="0">
              <a:lnSpc>
                <a:spcPct val="100000"/>
              </a:lnSpc>
              <a:spcBef>
                <a:spcPts val="0"/>
              </a:spcBef>
              <a:spcAft>
                <a:spcPts val="0"/>
              </a:spcAft>
              <a:buClr>
                <a:srgbClr val="434343"/>
              </a:buClr>
              <a:buSzPts val="1200"/>
              <a:buFont typeface="Roboto Condensed Light"/>
              <a:buAutoNum type="romanLcPeriod"/>
              <a:defRPr sz="1200"/>
            </a:lvl3pPr>
            <a:lvl4pPr lvl="3" rtl="0">
              <a:lnSpc>
                <a:spcPct val="100000"/>
              </a:lnSpc>
              <a:spcBef>
                <a:spcPts val="0"/>
              </a:spcBef>
              <a:spcAft>
                <a:spcPts val="0"/>
              </a:spcAft>
              <a:buClr>
                <a:srgbClr val="434343"/>
              </a:buClr>
              <a:buSzPts val="1200"/>
              <a:buFont typeface="Roboto Condensed Light"/>
              <a:buAutoNum type="arabicPeriod"/>
              <a:defRPr sz="1200"/>
            </a:lvl4pPr>
            <a:lvl5pPr lvl="4" rtl="0">
              <a:lnSpc>
                <a:spcPct val="100000"/>
              </a:lnSpc>
              <a:spcBef>
                <a:spcPts val="0"/>
              </a:spcBef>
              <a:spcAft>
                <a:spcPts val="0"/>
              </a:spcAft>
              <a:buClr>
                <a:srgbClr val="434343"/>
              </a:buClr>
              <a:buSzPts val="1200"/>
              <a:buFont typeface="Roboto Condensed Light"/>
              <a:buAutoNum type="alphaLcPeriod"/>
              <a:defRPr sz="1200"/>
            </a:lvl5pPr>
            <a:lvl6pPr lvl="5" rtl="0">
              <a:lnSpc>
                <a:spcPct val="100000"/>
              </a:lnSpc>
              <a:spcBef>
                <a:spcPts val="0"/>
              </a:spcBef>
              <a:spcAft>
                <a:spcPts val="0"/>
              </a:spcAft>
              <a:buClr>
                <a:srgbClr val="434343"/>
              </a:buClr>
              <a:buSzPts val="1200"/>
              <a:buFont typeface="Roboto Condensed Light"/>
              <a:buAutoNum type="romanLcPeriod"/>
              <a:defRPr sz="1200"/>
            </a:lvl6pPr>
            <a:lvl7pPr lvl="6" rtl="0">
              <a:lnSpc>
                <a:spcPct val="100000"/>
              </a:lnSpc>
              <a:spcBef>
                <a:spcPts val="0"/>
              </a:spcBef>
              <a:spcAft>
                <a:spcPts val="0"/>
              </a:spcAft>
              <a:buClr>
                <a:srgbClr val="434343"/>
              </a:buClr>
              <a:buSzPts val="1200"/>
              <a:buFont typeface="Roboto Condensed Light"/>
              <a:buAutoNum type="arabicPeriod"/>
              <a:defRPr sz="1200"/>
            </a:lvl7pPr>
            <a:lvl8pPr lvl="7" rtl="0">
              <a:lnSpc>
                <a:spcPct val="100000"/>
              </a:lnSpc>
              <a:spcBef>
                <a:spcPts val="0"/>
              </a:spcBef>
              <a:spcAft>
                <a:spcPts val="0"/>
              </a:spcAft>
              <a:buClr>
                <a:srgbClr val="434343"/>
              </a:buClr>
              <a:buSzPts val="1200"/>
              <a:buFont typeface="Roboto Condensed Light"/>
              <a:buAutoNum type="alphaLcPeriod"/>
              <a:defRPr sz="1200"/>
            </a:lvl8pPr>
            <a:lvl9pPr lvl="8" rtl="0">
              <a:lnSpc>
                <a:spcPct val="100000"/>
              </a:lnSpc>
              <a:spcBef>
                <a:spcPts val="0"/>
              </a:spcBef>
              <a:spcAft>
                <a:spcPts val="0"/>
              </a:spcAft>
              <a:buClr>
                <a:srgbClr val="434343"/>
              </a:buClr>
              <a:buSzPts val="1200"/>
              <a:buFont typeface="Roboto Condensed Light"/>
              <a:buAutoNum type="romanLcPeriod"/>
              <a:defRPr sz="1200"/>
            </a:lvl9pPr>
          </a:lstStyle>
          <a:p>
            <a:endParaRPr/>
          </a:p>
        </p:txBody>
      </p:sp>
      <p:sp>
        <p:nvSpPr>
          <p:cNvPr id="45" name="Google Shape;45;p4"/>
          <p:cNvSpPr txBox="1">
            <a:spLocks noGrp="1"/>
          </p:cNvSpPr>
          <p:nvPr>
            <p:ph type="title"/>
          </p:nvPr>
        </p:nvSpPr>
        <p:spPr>
          <a:xfrm>
            <a:off x="714300" y="430675"/>
            <a:ext cx="7715400" cy="4680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grpSp>
        <p:nvGrpSpPr>
          <p:cNvPr id="46" name="Google Shape;46;p4"/>
          <p:cNvGrpSpPr/>
          <p:nvPr/>
        </p:nvGrpSpPr>
        <p:grpSpPr>
          <a:xfrm rot="5400000">
            <a:off x="7861497" y="-525543"/>
            <a:ext cx="113753" cy="1603746"/>
            <a:chOff x="351725" y="2147797"/>
            <a:chExt cx="137400" cy="1937125"/>
          </a:xfrm>
        </p:grpSpPr>
        <p:sp>
          <p:nvSpPr>
            <p:cNvPr id="47" name="Google Shape;47;p4"/>
            <p:cNvSpPr/>
            <p:nvPr/>
          </p:nvSpPr>
          <p:spPr>
            <a:xfrm>
              <a:off x="351725" y="2147797"/>
              <a:ext cx="137400" cy="1188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8" name="Google Shape;48;p4"/>
            <p:cNvSpPr/>
            <p:nvPr/>
          </p:nvSpPr>
          <p:spPr>
            <a:xfrm>
              <a:off x="351725" y="2671172"/>
              <a:ext cx="137400" cy="1188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9" name="Google Shape;49;p4"/>
            <p:cNvSpPr/>
            <p:nvPr/>
          </p:nvSpPr>
          <p:spPr>
            <a:xfrm>
              <a:off x="351725" y="2965947"/>
              <a:ext cx="137400" cy="1188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0" name="Google Shape;50;p4"/>
            <p:cNvSpPr/>
            <p:nvPr/>
          </p:nvSpPr>
          <p:spPr>
            <a:xfrm>
              <a:off x="351725" y="3442747"/>
              <a:ext cx="137400" cy="1188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 name="Google Shape;51;p4"/>
            <p:cNvSpPr/>
            <p:nvPr/>
          </p:nvSpPr>
          <p:spPr>
            <a:xfrm>
              <a:off x="351725" y="3966122"/>
              <a:ext cx="137400" cy="1188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52" name="Google Shape;52;p4"/>
          <p:cNvSpPr/>
          <p:nvPr/>
        </p:nvSpPr>
        <p:spPr>
          <a:xfrm>
            <a:off x="7571075" y="4491440"/>
            <a:ext cx="1717232" cy="226026"/>
          </a:xfrm>
          <a:custGeom>
            <a:avLst/>
            <a:gdLst/>
            <a:ahLst/>
            <a:cxnLst/>
            <a:rect l="l" t="t" r="r" b="b"/>
            <a:pathLst>
              <a:path w="61155" h="4912" extrusionOk="0">
                <a:moveTo>
                  <a:pt x="0" y="1"/>
                </a:moveTo>
                <a:lnTo>
                  <a:pt x="0" y="4912"/>
                </a:lnTo>
                <a:lnTo>
                  <a:pt x="61154" y="4912"/>
                </a:lnTo>
                <a:lnTo>
                  <a:pt x="61154" y="1"/>
                </a:lnTo>
                <a:close/>
              </a:path>
            </a:pathLst>
          </a:custGeom>
          <a:solidFill>
            <a:srgbClr val="EBED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53" name="Google Shape;53;p4"/>
          <p:cNvGrpSpPr/>
          <p:nvPr/>
        </p:nvGrpSpPr>
        <p:grpSpPr>
          <a:xfrm rot="5400000">
            <a:off x="1034360" y="4052782"/>
            <a:ext cx="113753" cy="1603746"/>
            <a:chOff x="351725" y="2147797"/>
            <a:chExt cx="137400" cy="1937125"/>
          </a:xfrm>
        </p:grpSpPr>
        <p:sp>
          <p:nvSpPr>
            <p:cNvPr id="54" name="Google Shape;54;p4"/>
            <p:cNvSpPr/>
            <p:nvPr/>
          </p:nvSpPr>
          <p:spPr>
            <a:xfrm>
              <a:off x="351725" y="2147797"/>
              <a:ext cx="137400" cy="1188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5" name="Google Shape;55;p4"/>
            <p:cNvSpPr/>
            <p:nvPr/>
          </p:nvSpPr>
          <p:spPr>
            <a:xfrm>
              <a:off x="351725" y="2671172"/>
              <a:ext cx="137400" cy="1188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6" name="Google Shape;56;p4"/>
            <p:cNvSpPr/>
            <p:nvPr/>
          </p:nvSpPr>
          <p:spPr>
            <a:xfrm>
              <a:off x="351725" y="2965947"/>
              <a:ext cx="137400" cy="1188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7" name="Google Shape;57;p4"/>
            <p:cNvSpPr/>
            <p:nvPr/>
          </p:nvSpPr>
          <p:spPr>
            <a:xfrm>
              <a:off x="351725" y="3442747"/>
              <a:ext cx="137400" cy="1188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8" name="Google Shape;58;p4"/>
            <p:cNvSpPr/>
            <p:nvPr/>
          </p:nvSpPr>
          <p:spPr>
            <a:xfrm>
              <a:off x="351725" y="3966122"/>
              <a:ext cx="137400" cy="1188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334"/>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able of contents">
  <p:cSld name="CUSTOM">
    <p:bg>
      <p:bgPr>
        <a:blipFill>
          <a:blip r:embed="rId2">
            <a:alphaModFix/>
          </a:blip>
          <a:stretch>
            <a:fillRect/>
          </a:stretch>
        </a:blipFill>
        <a:effectLst/>
      </p:bgPr>
    </p:bg>
    <p:spTree>
      <p:nvGrpSpPr>
        <p:cNvPr id="1" name="Shape 470"/>
        <p:cNvGrpSpPr/>
        <p:nvPr/>
      </p:nvGrpSpPr>
      <p:grpSpPr>
        <a:xfrm>
          <a:off x="0" y="0"/>
          <a:ext cx="0" cy="0"/>
          <a:chOff x="0" y="0"/>
          <a:chExt cx="0" cy="0"/>
        </a:xfrm>
      </p:grpSpPr>
      <p:sp>
        <p:nvSpPr>
          <p:cNvPr id="471" name="Google Shape;471;p16"/>
          <p:cNvSpPr txBox="1">
            <a:spLocks noGrp="1"/>
          </p:cNvSpPr>
          <p:nvPr>
            <p:ph type="title" hasCustomPrompt="1"/>
          </p:nvPr>
        </p:nvSpPr>
        <p:spPr>
          <a:xfrm>
            <a:off x="1041512" y="1804700"/>
            <a:ext cx="783900" cy="504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400"/>
              <a:buNone/>
              <a:defRPr sz="34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r>
              <a:t>xx%</a:t>
            </a:r>
          </a:p>
        </p:txBody>
      </p:sp>
      <p:sp>
        <p:nvSpPr>
          <p:cNvPr id="472" name="Google Shape;472;p16"/>
          <p:cNvSpPr txBox="1">
            <a:spLocks noGrp="1"/>
          </p:cNvSpPr>
          <p:nvPr>
            <p:ph type="subTitle" idx="1"/>
          </p:nvPr>
        </p:nvSpPr>
        <p:spPr>
          <a:xfrm>
            <a:off x="2104798" y="2424702"/>
            <a:ext cx="2067300" cy="562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473" name="Google Shape;473;p16"/>
          <p:cNvSpPr txBox="1">
            <a:spLocks noGrp="1"/>
          </p:cNvSpPr>
          <p:nvPr>
            <p:ph type="title" idx="2"/>
          </p:nvPr>
        </p:nvSpPr>
        <p:spPr>
          <a:xfrm>
            <a:off x="2104798" y="1681550"/>
            <a:ext cx="2067300" cy="750900"/>
          </a:xfrm>
          <a:prstGeom prst="rect">
            <a:avLst/>
          </a:prstGeom>
        </p:spPr>
        <p:txBody>
          <a:bodyPr spcFirstLastPara="1" wrap="square" lIns="91425" tIns="91425" rIns="91425" bIns="91425" anchor="t" anchorCtr="0">
            <a:noAutofit/>
          </a:bodyPr>
          <a:lstStyle>
            <a:lvl1pPr lvl="0" rtl="0">
              <a:spcBef>
                <a:spcPts val="0"/>
              </a:spcBef>
              <a:spcAft>
                <a:spcPts val="0"/>
              </a:spcAft>
              <a:buSzPts val="2300"/>
              <a:buNone/>
              <a:defRPr sz="2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474" name="Google Shape;474;p16"/>
          <p:cNvSpPr txBox="1">
            <a:spLocks noGrp="1"/>
          </p:cNvSpPr>
          <p:nvPr>
            <p:ph type="title" idx="3"/>
          </p:nvPr>
        </p:nvSpPr>
        <p:spPr>
          <a:xfrm>
            <a:off x="714300" y="430675"/>
            <a:ext cx="7715400" cy="4680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475" name="Google Shape;475;p16"/>
          <p:cNvSpPr txBox="1">
            <a:spLocks noGrp="1"/>
          </p:cNvSpPr>
          <p:nvPr>
            <p:ph type="title" idx="4" hasCustomPrompt="1"/>
          </p:nvPr>
        </p:nvSpPr>
        <p:spPr>
          <a:xfrm>
            <a:off x="5299112" y="1804700"/>
            <a:ext cx="783900" cy="504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400"/>
              <a:buNone/>
              <a:defRPr sz="34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r>
              <a:t>xx%</a:t>
            </a:r>
          </a:p>
        </p:txBody>
      </p:sp>
      <p:sp>
        <p:nvSpPr>
          <p:cNvPr id="476" name="Google Shape;476;p16"/>
          <p:cNvSpPr txBox="1">
            <a:spLocks noGrp="1"/>
          </p:cNvSpPr>
          <p:nvPr>
            <p:ph type="subTitle" idx="5"/>
          </p:nvPr>
        </p:nvSpPr>
        <p:spPr>
          <a:xfrm>
            <a:off x="6362398" y="2424702"/>
            <a:ext cx="2067300" cy="562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477" name="Google Shape;477;p16"/>
          <p:cNvSpPr txBox="1">
            <a:spLocks noGrp="1"/>
          </p:cNvSpPr>
          <p:nvPr>
            <p:ph type="title" idx="6"/>
          </p:nvPr>
        </p:nvSpPr>
        <p:spPr>
          <a:xfrm>
            <a:off x="6362398" y="1681550"/>
            <a:ext cx="2067300" cy="750900"/>
          </a:xfrm>
          <a:prstGeom prst="rect">
            <a:avLst/>
          </a:prstGeom>
        </p:spPr>
        <p:txBody>
          <a:bodyPr spcFirstLastPara="1" wrap="square" lIns="91425" tIns="91425" rIns="91425" bIns="91425" anchor="t" anchorCtr="0">
            <a:noAutofit/>
          </a:bodyPr>
          <a:lstStyle>
            <a:lvl1pPr lvl="0" rtl="0">
              <a:spcBef>
                <a:spcPts val="0"/>
              </a:spcBef>
              <a:spcAft>
                <a:spcPts val="0"/>
              </a:spcAft>
              <a:buSzPts val="2300"/>
              <a:buNone/>
              <a:defRPr sz="2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478" name="Google Shape;478;p16"/>
          <p:cNvSpPr txBox="1">
            <a:spLocks noGrp="1"/>
          </p:cNvSpPr>
          <p:nvPr>
            <p:ph type="title" idx="7" hasCustomPrompt="1"/>
          </p:nvPr>
        </p:nvSpPr>
        <p:spPr>
          <a:xfrm>
            <a:off x="1041512" y="3422250"/>
            <a:ext cx="783900" cy="504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400"/>
              <a:buNone/>
              <a:defRPr sz="34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r>
              <a:t>xx%</a:t>
            </a:r>
          </a:p>
        </p:txBody>
      </p:sp>
      <p:sp>
        <p:nvSpPr>
          <p:cNvPr id="479" name="Google Shape;479;p16"/>
          <p:cNvSpPr txBox="1">
            <a:spLocks noGrp="1"/>
          </p:cNvSpPr>
          <p:nvPr>
            <p:ph type="subTitle" idx="8"/>
          </p:nvPr>
        </p:nvSpPr>
        <p:spPr>
          <a:xfrm>
            <a:off x="2104798" y="4042252"/>
            <a:ext cx="2067300" cy="562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480" name="Google Shape;480;p16"/>
          <p:cNvSpPr txBox="1">
            <a:spLocks noGrp="1"/>
          </p:cNvSpPr>
          <p:nvPr>
            <p:ph type="title" idx="9"/>
          </p:nvPr>
        </p:nvSpPr>
        <p:spPr>
          <a:xfrm>
            <a:off x="2104798" y="3299100"/>
            <a:ext cx="2067300" cy="750900"/>
          </a:xfrm>
          <a:prstGeom prst="rect">
            <a:avLst/>
          </a:prstGeom>
        </p:spPr>
        <p:txBody>
          <a:bodyPr spcFirstLastPara="1" wrap="square" lIns="91425" tIns="91425" rIns="91425" bIns="91425" anchor="t" anchorCtr="0">
            <a:noAutofit/>
          </a:bodyPr>
          <a:lstStyle>
            <a:lvl1pPr lvl="0" rtl="0">
              <a:spcBef>
                <a:spcPts val="0"/>
              </a:spcBef>
              <a:spcAft>
                <a:spcPts val="0"/>
              </a:spcAft>
              <a:buSzPts val="2300"/>
              <a:buNone/>
              <a:defRPr sz="2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481" name="Google Shape;481;p16"/>
          <p:cNvSpPr txBox="1">
            <a:spLocks noGrp="1"/>
          </p:cNvSpPr>
          <p:nvPr>
            <p:ph type="title" idx="13" hasCustomPrompt="1"/>
          </p:nvPr>
        </p:nvSpPr>
        <p:spPr>
          <a:xfrm>
            <a:off x="5299112" y="3422250"/>
            <a:ext cx="783900" cy="504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400"/>
              <a:buNone/>
              <a:defRPr sz="34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r>
              <a:t>xx%</a:t>
            </a:r>
          </a:p>
        </p:txBody>
      </p:sp>
      <p:sp>
        <p:nvSpPr>
          <p:cNvPr id="482" name="Google Shape;482;p16"/>
          <p:cNvSpPr txBox="1">
            <a:spLocks noGrp="1"/>
          </p:cNvSpPr>
          <p:nvPr>
            <p:ph type="subTitle" idx="14"/>
          </p:nvPr>
        </p:nvSpPr>
        <p:spPr>
          <a:xfrm>
            <a:off x="6362398" y="4042252"/>
            <a:ext cx="2067300" cy="562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483" name="Google Shape;483;p16"/>
          <p:cNvSpPr txBox="1">
            <a:spLocks noGrp="1"/>
          </p:cNvSpPr>
          <p:nvPr>
            <p:ph type="title" idx="15"/>
          </p:nvPr>
        </p:nvSpPr>
        <p:spPr>
          <a:xfrm>
            <a:off x="6362398" y="3299100"/>
            <a:ext cx="2067300" cy="750900"/>
          </a:xfrm>
          <a:prstGeom prst="rect">
            <a:avLst/>
          </a:prstGeom>
        </p:spPr>
        <p:txBody>
          <a:bodyPr spcFirstLastPara="1" wrap="square" lIns="91425" tIns="91425" rIns="91425" bIns="91425" anchor="t" anchorCtr="0">
            <a:noAutofit/>
          </a:bodyPr>
          <a:lstStyle>
            <a:lvl1pPr lvl="0" rtl="0">
              <a:spcBef>
                <a:spcPts val="0"/>
              </a:spcBef>
              <a:spcAft>
                <a:spcPts val="0"/>
              </a:spcAft>
              <a:buSzPts val="2300"/>
              <a:buNone/>
              <a:defRPr sz="2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ackground">
  <p:cSld name="CUSTOM_7">
    <p:bg>
      <p:bgPr>
        <a:blipFill>
          <a:blip r:embed="rId2">
            <a:alphaModFix/>
          </a:blip>
          <a:stretch>
            <a:fillRect/>
          </a:stretch>
        </a:blipFill>
        <a:effectLst/>
      </p:bgPr>
    </p:bg>
    <p:spTree>
      <p:nvGrpSpPr>
        <p:cNvPr id="1" name="Shape 725"/>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ackground 1">
  <p:cSld name="CUSTOM_7_1">
    <p:bg>
      <p:bgPr>
        <a:blipFill>
          <a:blip r:embed="rId2">
            <a:alphaModFix/>
          </a:blip>
          <a:stretch>
            <a:fillRect/>
          </a:stretch>
        </a:blipFill>
        <a:effectLst/>
      </p:bgPr>
    </p:bg>
    <p:spTree>
      <p:nvGrpSpPr>
        <p:cNvPr id="1" name="Shape 726"/>
        <p:cNvGrpSpPr/>
        <p:nvPr/>
      </p:nvGrpSpPr>
      <p:grpSpPr>
        <a:xfrm>
          <a:off x="0" y="0"/>
          <a:ext cx="0" cy="0"/>
          <a:chOff x="0" y="0"/>
          <a:chExt cx="0" cy="0"/>
        </a:xfrm>
      </p:grpSpPr>
      <p:grpSp>
        <p:nvGrpSpPr>
          <p:cNvPr id="727" name="Google Shape;727;p25"/>
          <p:cNvGrpSpPr/>
          <p:nvPr/>
        </p:nvGrpSpPr>
        <p:grpSpPr>
          <a:xfrm rot="-5400000" flipH="1">
            <a:off x="1312985" y="-525543"/>
            <a:ext cx="113753" cy="1603746"/>
            <a:chOff x="351725" y="2147797"/>
            <a:chExt cx="137400" cy="1937125"/>
          </a:xfrm>
        </p:grpSpPr>
        <p:sp>
          <p:nvSpPr>
            <p:cNvPr id="728" name="Google Shape;728;p25"/>
            <p:cNvSpPr/>
            <p:nvPr/>
          </p:nvSpPr>
          <p:spPr>
            <a:xfrm>
              <a:off x="351725" y="2147797"/>
              <a:ext cx="137400" cy="1188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9" name="Google Shape;729;p25"/>
            <p:cNvSpPr/>
            <p:nvPr/>
          </p:nvSpPr>
          <p:spPr>
            <a:xfrm>
              <a:off x="351725" y="2671172"/>
              <a:ext cx="137400" cy="1188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30" name="Google Shape;730;p25"/>
            <p:cNvSpPr/>
            <p:nvPr/>
          </p:nvSpPr>
          <p:spPr>
            <a:xfrm>
              <a:off x="351725" y="2965947"/>
              <a:ext cx="137400" cy="1188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31" name="Google Shape;731;p25"/>
            <p:cNvSpPr/>
            <p:nvPr/>
          </p:nvSpPr>
          <p:spPr>
            <a:xfrm>
              <a:off x="351725" y="3442747"/>
              <a:ext cx="137400" cy="1188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32" name="Google Shape;732;p25"/>
            <p:cNvSpPr/>
            <p:nvPr/>
          </p:nvSpPr>
          <p:spPr>
            <a:xfrm>
              <a:off x="351725" y="3966122"/>
              <a:ext cx="137400" cy="1188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733" name="Google Shape;733;p25"/>
          <p:cNvGrpSpPr/>
          <p:nvPr/>
        </p:nvGrpSpPr>
        <p:grpSpPr>
          <a:xfrm>
            <a:off x="7712016" y="3927898"/>
            <a:ext cx="901654" cy="901654"/>
            <a:chOff x="5029238" y="2891225"/>
            <a:chExt cx="667200" cy="667200"/>
          </a:xfrm>
        </p:grpSpPr>
        <p:sp>
          <p:nvSpPr>
            <p:cNvPr id="734" name="Google Shape;734;p25"/>
            <p:cNvSpPr/>
            <p:nvPr/>
          </p:nvSpPr>
          <p:spPr>
            <a:xfrm>
              <a:off x="5529638" y="3391625"/>
              <a:ext cx="166800" cy="1668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35" name="Google Shape;735;p25"/>
            <p:cNvSpPr/>
            <p:nvPr/>
          </p:nvSpPr>
          <p:spPr>
            <a:xfrm>
              <a:off x="5362838" y="3391625"/>
              <a:ext cx="166800" cy="1668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36" name="Google Shape;736;p25"/>
            <p:cNvSpPr/>
            <p:nvPr/>
          </p:nvSpPr>
          <p:spPr>
            <a:xfrm>
              <a:off x="5196038" y="3391625"/>
              <a:ext cx="166800" cy="1668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37" name="Google Shape;737;p25"/>
            <p:cNvSpPr/>
            <p:nvPr/>
          </p:nvSpPr>
          <p:spPr>
            <a:xfrm>
              <a:off x="5029238" y="3391625"/>
              <a:ext cx="166800" cy="1668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38" name="Google Shape;738;p25"/>
            <p:cNvSpPr/>
            <p:nvPr/>
          </p:nvSpPr>
          <p:spPr>
            <a:xfrm>
              <a:off x="5529638" y="3224825"/>
              <a:ext cx="166800" cy="1668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39" name="Google Shape;739;p25"/>
            <p:cNvSpPr/>
            <p:nvPr/>
          </p:nvSpPr>
          <p:spPr>
            <a:xfrm>
              <a:off x="5362838" y="3224825"/>
              <a:ext cx="166800" cy="1668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40" name="Google Shape;740;p25"/>
            <p:cNvSpPr/>
            <p:nvPr/>
          </p:nvSpPr>
          <p:spPr>
            <a:xfrm>
              <a:off x="5196038" y="3224825"/>
              <a:ext cx="166800" cy="1668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41" name="Google Shape;741;p25"/>
            <p:cNvSpPr/>
            <p:nvPr/>
          </p:nvSpPr>
          <p:spPr>
            <a:xfrm>
              <a:off x="5529638" y="3058025"/>
              <a:ext cx="166800" cy="1668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42" name="Google Shape;742;p25"/>
            <p:cNvSpPr/>
            <p:nvPr/>
          </p:nvSpPr>
          <p:spPr>
            <a:xfrm>
              <a:off x="5362838" y="3058025"/>
              <a:ext cx="166800" cy="1668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43" name="Google Shape;743;p25"/>
            <p:cNvSpPr/>
            <p:nvPr/>
          </p:nvSpPr>
          <p:spPr>
            <a:xfrm>
              <a:off x="5529638" y="2891225"/>
              <a:ext cx="166800" cy="1668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744" name="Google Shape;744;p25"/>
          <p:cNvGrpSpPr/>
          <p:nvPr/>
        </p:nvGrpSpPr>
        <p:grpSpPr>
          <a:xfrm rot="-5400000" flipH="1">
            <a:off x="3589460" y="4084557"/>
            <a:ext cx="113753" cy="1603746"/>
            <a:chOff x="351725" y="2147797"/>
            <a:chExt cx="137400" cy="1937125"/>
          </a:xfrm>
        </p:grpSpPr>
        <p:sp>
          <p:nvSpPr>
            <p:cNvPr id="745" name="Google Shape;745;p25"/>
            <p:cNvSpPr/>
            <p:nvPr/>
          </p:nvSpPr>
          <p:spPr>
            <a:xfrm>
              <a:off x="351725" y="2147797"/>
              <a:ext cx="137400" cy="1188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46" name="Google Shape;746;p25"/>
            <p:cNvSpPr/>
            <p:nvPr/>
          </p:nvSpPr>
          <p:spPr>
            <a:xfrm>
              <a:off x="351725" y="2671172"/>
              <a:ext cx="137400" cy="1188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47" name="Google Shape;747;p25"/>
            <p:cNvSpPr/>
            <p:nvPr/>
          </p:nvSpPr>
          <p:spPr>
            <a:xfrm>
              <a:off x="351725" y="2965947"/>
              <a:ext cx="137400" cy="1188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48" name="Google Shape;748;p25"/>
            <p:cNvSpPr/>
            <p:nvPr/>
          </p:nvSpPr>
          <p:spPr>
            <a:xfrm>
              <a:off x="351725" y="3442747"/>
              <a:ext cx="137400" cy="1188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49" name="Google Shape;749;p25"/>
            <p:cNvSpPr/>
            <p:nvPr/>
          </p:nvSpPr>
          <p:spPr>
            <a:xfrm>
              <a:off x="351725" y="3966122"/>
              <a:ext cx="137400" cy="1188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750" name="Google Shape;750;p25"/>
          <p:cNvGrpSpPr/>
          <p:nvPr/>
        </p:nvGrpSpPr>
        <p:grpSpPr>
          <a:xfrm rot="5400000">
            <a:off x="-56288" y="3773197"/>
            <a:ext cx="866830" cy="286496"/>
            <a:chOff x="2229538" y="252775"/>
            <a:chExt cx="1009350" cy="333600"/>
          </a:xfrm>
        </p:grpSpPr>
        <p:sp>
          <p:nvSpPr>
            <p:cNvPr id="751" name="Google Shape;751;p25"/>
            <p:cNvSpPr/>
            <p:nvPr/>
          </p:nvSpPr>
          <p:spPr>
            <a:xfrm>
              <a:off x="2229538" y="252775"/>
              <a:ext cx="166800" cy="166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52" name="Google Shape;752;p25"/>
            <p:cNvSpPr/>
            <p:nvPr/>
          </p:nvSpPr>
          <p:spPr>
            <a:xfrm>
              <a:off x="2396338" y="419575"/>
              <a:ext cx="166800" cy="166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53" name="Google Shape;753;p25"/>
            <p:cNvSpPr/>
            <p:nvPr/>
          </p:nvSpPr>
          <p:spPr>
            <a:xfrm>
              <a:off x="2563138" y="252775"/>
              <a:ext cx="166800" cy="166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54" name="Google Shape;754;p25"/>
            <p:cNvSpPr/>
            <p:nvPr/>
          </p:nvSpPr>
          <p:spPr>
            <a:xfrm>
              <a:off x="2732788" y="419575"/>
              <a:ext cx="166800" cy="166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55" name="Google Shape;755;p25"/>
            <p:cNvSpPr/>
            <p:nvPr/>
          </p:nvSpPr>
          <p:spPr>
            <a:xfrm>
              <a:off x="2902438" y="252775"/>
              <a:ext cx="166800" cy="166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56" name="Google Shape;756;p25"/>
            <p:cNvSpPr/>
            <p:nvPr/>
          </p:nvSpPr>
          <p:spPr>
            <a:xfrm>
              <a:off x="3072088" y="419575"/>
              <a:ext cx="166800" cy="166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757" name="Google Shape;757;p25"/>
          <p:cNvSpPr/>
          <p:nvPr/>
        </p:nvSpPr>
        <p:spPr>
          <a:xfrm>
            <a:off x="7426775" y="436590"/>
            <a:ext cx="1717232" cy="226026"/>
          </a:xfrm>
          <a:custGeom>
            <a:avLst/>
            <a:gdLst/>
            <a:ahLst/>
            <a:cxnLst/>
            <a:rect l="l" t="t" r="r" b="b"/>
            <a:pathLst>
              <a:path w="61155" h="4912" extrusionOk="0">
                <a:moveTo>
                  <a:pt x="0" y="1"/>
                </a:moveTo>
                <a:lnTo>
                  <a:pt x="0" y="4912"/>
                </a:lnTo>
                <a:lnTo>
                  <a:pt x="61154" y="4912"/>
                </a:lnTo>
                <a:lnTo>
                  <a:pt x="61154" y="1"/>
                </a:lnTo>
                <a:close/>
              </a:path>
            </a:pathLst>
          </a:custGeom>
          <a:solidFill>
            <a:srgbClr val="EBED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4300" y="549600"/>
            <a:ext cx="7715400" cy="468000"/>
          </a:xfrm>
          <a:prstGeom prst="rect">
            <a:avLst/>
          </a:prstGeom>
          <a:noFill/>
          <a:ln>
            <a:noFill/>
          </a:ln>
        </p:spPr>
        <p:txBody>
          <a:bodyPr spcFirstLastPara="1" wrap="square" lIns="91425" tIns="91425" rIns="91425" bIns="91425" anchor="t" anchorCtr="0">
            <a:noAutofit/>
          </a:bodyPr>
          <a:lstStyle>
            <a:lvl1pPr lvl="0">
              <a:lnSpc>
                <a:spcPct val="100000"/>
              </a:lnSpc>
              <a:spcBef>
                <a:spcPts val="0"/>
              </a:spcBef>
              <a:spcAft>
                <a:spcPts val="0"/>
              </a:spcAft>
              <a:buClr>
                <a:schemeClr val="dk1"/>
              </a:buClr>
              <a:buSzPts val="2800"/>
              <a:buFont typeface="Montserrat ExtraBold"/>
              <a:buNone/>
              <a:defRPr sz="2800" i="1">
                <a:solidFill>
                  <a:schemeClr val="dk1"/>
                </a:solidFill>
                <a:latin typeface="Montserrat ExtraBold"/>
                <a:ea typeface="Montserrat ExtraBold"/>
                <a:cs typeface="Montserrat ExtraBold"/>
                <a:sym typeface="Montserrat ExtraBold"/>
              </a:defRPr>
            </a:lvl1pPr>
            <a:lvl2pPr lvl="1">
              <a:lnSpc>
                <a:spcPct val="100000"/>
              </a:lnSpc>
              <a:spcBef>
                <a:spcPts val="0"/>
              </a:spcBef>
              <a:spcAft>
                <a:spcPts val="0"/>
              </a:spcAft>
              <a:buClr>
                <a:schemeClr val="dk1"/>
              </a:buClr>
              <a:buSzPts val="2800"/>
              <a:buFont typeface="Montserrat ExtraBold"/>
              <a:buNone/>
              <a:defRPr sz="2800" i="1">
                <a:solidFill>
                  <a:schemeClr val="dk1"/>
                </a:solidFill>
                <a:latin typeface="Montserrat ExtraBold"/>
                <a:ea typeface="Montserrat ExtraBold"/>
                <a:cs typeface="Montserrat ExtraBold"/>
                <a:sym typeface="Montserrat ExtraBold"/>
              </a:defRPr>
            </a:lvl2pPr>
            <a:lvl3pPr lvl="2">
              <a:lnSpc>
                <a:spcPct val="100000"/>
              </a:lnSpc>
              <a:spcBef>
                <a:spcPts val="0"/>
              </a:spcBef>
              <a:spcAft>
                <a:spcPts val="0"/>
              </a:spcAft>
              <a:buClr>
                <a:schemeClr val="dk1"/>
              </a:buClr>
              <a:buSzPts val="2800"/>
              <a:buFont typeface="Montserrat ExtraBold"/>
              <a:buNone/>
              <a:defRPr sz="2800" i="1">
                <a:solidFill>
                  <a:schemeClr val="dk1"/>
                </a:solidFill>
                <a:latin typeface="Montserrat ExtraBold"/>
                <a:ea typeface="Montserrat ExtraBold"/>
                <a:cs typeface="Montserrat ExtraBold"/>
                <a:sym typeface="Montserrat ExtraBold"/>
              </a:defRPr>
            </a:lvl3pPr>
            <a:lvl4pPr lvl="3">
              <a:lnSpc>
                <a:spcPct val="100000"/>
              </a:lnSpc>
              <a:spcBef>
                <a:spcPts val="0"/>
              </a:spcBef>
              <a:spcAft>
                <a:spcPts val="0"/>
              </a:spcAft>
              <a:buClr>
                <a:schemeClr val="dk1"/>
              </a:buClr>
              <a:buSzPts val="2800"/>
              <a:buFont typeface="Montserrat ExtraBold"/>
              <a:buNone/>
              <a:defRPr sz="2800" i="1">
                <a:solidFill>
                  <a:schemeClr val="dk1"/>
                </a:solidFill>
                <a:latin typeface="Montserrat ExtraBold"/>
                <a:ea typeface="Montserrat ExtraBold"/>
                <a:cs typeface="Montserrat ExtraBold"/>
                <a:sym typeface="Montserrat ExtraBold"/>
              </a:defRPr>
            </a:lvl4pPr>
            <a:lvl5pPr lvl="4">
              <a:lnSpc>
                <a:spcPct val="100000"/>
              </a:lnSpc>
              <a:spcBef>
                <a:spcPts val="0"/>
              </a:spcBef>
              <a:spcAft>
                <a:spcPts val="0"/>
              </a:spcAft>
              <a:buClr>
                <a:schemeClr val="dk1"/>
              </a:buClr>
              <a:buSzPts val="2800"/>
              <a:buFont typeface="Montserrat ExtraBold"/>
              <a:buNone/>
              <a:defRPr sz="2800" i="1">
                <a:solidFill>
                  <a:schemeClr val="dk1"/>
                </a:solidFill>
                <a:latin typeface="Montserrat ExtraBold"/>
                <a:ea typeface="Montserrat ExtraBold"/>
                <a:cs typeface="Montserrat ExtraBold"/>
                <a:sym typeface="Montserrat ExtraBold"/>
              </a:defRPr>
            </a:lvl5pPr>
            <a:lvl6pPr lvl="5">
              <a:lnSpc>
                <a:spcPct val="100000"/>
              </a:lnSpc>
              <a:spcBef>
                <a:spcPts val="0"/>
              </a:spcBef>
              <a:spcAft>
                <a:spcPts val="0"/>
              </a:spcAft>
              <a:buClr>
                <a:schemeClr val="dk1"/>
              </a:buClr>
              <a:buSzPts val="2800"/>
              <a:buFont typeface="Montserrat ExtraBold"/>
              <a:buNone/>
              <a:defRPr sz="2800" i="1">
                <a:solidFill>
                  <a:schemeClr val="dk1"/>
                </a:solidFill>
                <a:latin typeface="Montserrat ExtraBold"/>
                <a:ea typeface="Montserrat ExtraBold"/>
                <a:cs typeface="Montserrat ExtraBold"/>
                <a:sym typeface="Montserrat ExtraBold"/>
              </a:defRPr>
            </a:lvl6pPr>
            <a:lvl7pPr lvl="6">
              <a:lnSpc>
                <a:spcPct val="100000"/>
              </a:lnSpc>
              <a:spcBef>
                <a:spcPts val="0"/>
              </a:spcBef>
              <a:spcAft>
                <a:spcPts val="0"/>
              </a:spcAft>
              <a:buClr>
                <a:schemeClr val="dk1"/>
              </a:buClr>
              <a:buSzPts val="2800"/>
              <a:buFont typeface="Montserrat ExtraBold"/>
              <a:buNone/>
              <a:defRPr sz="2800" i="1">
                <a:solidFill>
                  <a:schemeClr val="dk1"/>
                </a:solidFill>
                <a:latin typeface="Montserrat ExtraBold"/>
                <a:ea typeface="Montserrat ExtraBold"/>
                <a:cs typeface="Montserrat ExtraBold"/>
                <a:sym typeface="Montserrat ExtraBold"/>
              </a:defRPr>
            </a:lvl7pPr>
            <a:lvl8pPr lvl="7">
              <a:lnSpc>
                <a:spcPct val="100000"/>
              </a:lnSpc>
              <a:spcBef>
                <a:spcPts val="0"/>
              </a:spcBef>
              <a:spcAft>
                <a:spcPts val="0"/>
              </a:spcAft>
              <a:buClr>
                <a:schemeClr val="dk1"/>
              </a:buClr>
              <a:buSzPts val="2800"/>
              <a:buFont typeface="Montserrat ExtraBold"/>
              <a:buNone/>
              <a:defRPr sz="2800" i="1">
                <a:solidFill>
                  <a:schemeClr val="dk1"/>
                </a:solidFill>
                <a:latin typeface="Montserrat ExtraBold"/>
                <a:ea typeface="Montserrat ExtraBold"/>
                <a:cs typeface="Montserrat ExtraBold"/>
                <a:sym typeface="Montserrat ExtraBold"/>
              </a:defRPr>
            </a:lvl8pPr>
            <a:lvl9pPr lvl="8">
              <a:lnSpc>
                <a:spcPct val="100000"/>
              </a:lnSpc>
              <a:spcBef>
                <a:spcPts val="0"/>
              </a:spcBef>
              <a:spcAft>
                <a:spcPts val="0"/>
              </a:spcAft>
              <a:buClr>
                <a:schemeClr val="dk1"/>
              </a:buClr>
              <a:buSzPts val="2800"/>
              <a:buFont typeface="Montserrat ExtraBold"/>
              <a:buNone/>
              <a:defRPr sz="2800" i="1">
                <a:solidFill>
                  <a:schemeClr val="dk1"/>
                </a:solidFill>
                <a:latin typeface="Montserrat ExtraBold"/>
                <a:ea typeface="Montserrat ExtraBold"/>
                <a:cs typeface="Montserrat ExtraBold"/>
                <a:sym typeface="Montserrat ExtraBold"/>
              </a:defRPr>
            </a:lvl9pPr>
          </a:lstStyle>
          <a:p>
            <a:endParaRPr/>
          </a:p>
        </p:txBody>
      </p:sp>
      <p:sp>
        <p:nvSpPr>
          <p:cNvPr id="7" name="Google Shape;7;p1"/>
          <p:cNvSpPr txBox="1">
            <a:spLocks noGrp="1"/>
          </p:cNvSpPr>
          <p:nvPr>
            <p:ph type="body" idx="1"/>
          </p:nvPr>
        </p:nvSpPr>
        <p:spPr>
          <a:xfrm>
            <a:off x="714300" y="1152475"/>
            <a:ext cx="7715400" cy="3416400"/>
          </a:xfrm>
          <a:prstGeom prst="rect">
            <a:avLst/>
          </a:prstGeom>
          <a:noFill/>
          <a:ln>
            <a:noFill/>
          </a:ln>
        </p:spPr>
        <p:txBody>
          <a:bodyPr spcFirstLastPara="1" wrap="square" lIns="91425" tIns="91425" rIns="91425" bIns="91425" anchor="t" anchorCtr="0">
            <a:noAutofit/>
          </a:bodyPr>
          <a:lstStyle>
            <a:lvl1pPr marL="457200" lvl="0" indent="-342900">
              <a:lnSpc>
                <a:spcPct val="100000"/>
              </a:lnSpc>
              <a:spcBef>
                <a:spcPts val="0"/>
              </a:spcBef>
              <a:spcAft>
                <a:spcPts val="0"/>
              </a:spcAft>
              <a:buClr>
                <a:schemeClr val="dk1"/>
              </a:buClr>
              <a:buSzPts val="1800"/>
              <a:buFont typeface="Barlow"/>
              <a:buChar char="●"/>
              <a:defRPr sz="1800">
                <a:solidFill>
                  <a:schemeClr val="dk1"/>
                </a:solidFill>
                <a:latin typeface="Barlow"/>
                <a:ea typeface="Barlow"/>
                <a:cs typeface="Barlow"/>
                <a:sym typeface="Barlow"/>
              </a:defRPr>
            </a:lvl1pPr>
            <a:lvl2pPr marL="914400" lvl="1" indent="-317500">
              <a:lnSpc>
                <a:spcPct val="100000"/>
              </a:lnSpc>
              <a:spcBef>
                <a:spcPts val="0"/>
              </a:spcBef>
              <a:spcAft>
                <a:spcPts val="0"/>
              </a:spcAft>
              <a:buClr>
                <a:schemeClr val="dk1"/>
              </a:buClr>
              <a:buSzPts val="1400"/>
              <a:buFont typeface="Barlow"/>
              <a:buChar char="○"/>
              <a:defRPr>
                <a:solidFill>
                  <a:schemeClr val="dk1"/>
                </a:solidFill>
                <a:latin typeface="Barlow"/>
                <a:ea typeface="Barlow"/>
                <a:cs typeface="Barlow"/>
                <a:sym typeface="Barlow"/>
              </a:defRPr>
            </a:lvl2pPr>
            <a:lvl3pPr marL="1371600" lvl="2" indent="-317500">
              <a:lnSpc>
                <a:spcPct val="100000"/>
              </a:lnSpc>
              <a:spcBef>
                <a:spcPts val="0"/>
              </a:spcBef>
              <a:spcAft>
                <a:spcPts val="0"/>
              </a:spcAft>
              <a:buClr>
                <a:schemeClr val="dk1"/>
              </a:buClr>
              <a:buSzPts val="1400"/>
              <a:buFont typeface="Barlow"/>
              <a:buChar char="■"/>
              <a:defRPr>
                <a:solidFill>
                  <a:schemeClr val="dk1"/>
                </a:solidFill>
                <a:latin typeface="Barlow"/>
                <a:ea typeface="Barlow"/>
                <a:cs typeface="Barlow"/>
                <a:sym typeface="Barlow"/>
              </a:defRPr>
            </a:lvl3pPr>
            <a:lvl4pPr marL="1828800" lvl="3" indent="-317500">
              <a:lnSpc>
                <a:spcPct val="100000"/>
              </a:lnSpc>
              <a:spcBef>
                <a:spcPts val="0"/>
              </a:spcBef>
              <a:spcAft>
                <a:spcPts val="0"/>
              </a:spcAft>
              <a:buClr>
                <a:schemeClr val="dk1"/>
              </a:buClr>
              <a:buSzPts val="1400"/>
              <a:buFont typeface="Barlow"/>
              <a:buChar char="●"/>
              <a:defRPr>
                <a:solidFill>
                  <a:schemeClr val="dk1"/>
                </a:solidFill>
                <a:latin typeface="Barlow"/>
                <a:ea typeface="Barlow"/>
                <a:cs typeface="Barlow"/>
                <a:sym typeface="Barlow"/>
              </a:defRPr>
            </a:lvl4pPr>
            <a:lvl5pPr marL="2286000" lvl="4" indent="-317500">
              <a:lnSpc>
                <a:spcPct val="100000"/>
              </a:lnSpc>
              <a:spcBef>
                <a:spcPts val="0"/>
              </a:spcBef>
              <a:spcAft>
                <a:spcPts val="0"/>
              </a:spcAft>
              <a:buClr>
                <a:schemeClr val="dk1"/>
              </a:buClr>
              <a:buSzPts val="1400"/>
              <a:buFont typeface="Barlow"/>
              <a:buChar char="○"/>
              <a:defRPr>
                <a:solidFill>
                  <a:schemeClr val="dk1"/>
                </a:solidFill>
                <a:latin typeface="Barlow"/>
                <a:ea typeface="Barlow"/>
                <a:cs typeface="Barlow"/>
                <a:sym typeface="Barlow"/>
              </a:defRPr>
            </a:lvl5pPr>
            <a:lvl6pPr marL="2743200" lvl="5" indent="-317500">
              <a:lnSpc>
                <a:spcPct val="100000"/>
              </a:lnSpc>
              <a:spcBef>
                <a:spcPts val="0"/>
              </a:spcBef>
              <a:spcAft>
                <a:spcPts val="0"/>
              </a:spcAft>
              <a:buClr>
                <a:schemeClr val="dk1"/>
              </a:buClr>
              <a:buSzPts val="1400"/>
              <a:buFont typeface="Barlow"/>
              <a:buChar char="■"/>
              <a:defRPr>
                <a:solidFill>
                  <a:schemeClr val="dk1"/>
                </a:solidFill>
                <a:latin typeface="Barlow"/>
                <a:ea typeface="Barlow"/>
                <a:cs typeface="Barlow"/>
                <a:sym typeface="Barlow"/>
              </a:defRPr>
            </a:lvl6pPr>
            <a:lvl7pPr marL="3200400" lvl="6" indent="-317500">
              <a:lnSpc>
                <a:spcPct val="100000"/>
              </a:lnSpc>
              <a:spcBef>
                <a:spcPts val="0"/>
              </a:spcBef>
              <a:spcAft>
                <a:spcPts val="0"/>
              </a:spcAft>
              <a:buClr>
                <a:schemeClr val="dk1"/>
              </a:buClr>
              <a:buSzPts val="1400"/>
              <a:buFont typeface="Barlow"/>
              <a:buChar char="●"/>
              <a:defRPr>
                <a:solidFill>
                  <a:schemeClr val="dk1"/>
                </a:solidFill>
                <a:latin typeface="Barlow"/>
                <a:ea typeface="Barlow"/>
                <a:cs typeface="Barlow"/>
                <a:sym typeface="Barlow"/>
              </a:defRPr>
            </a:lvl7pPr>
            <a:lvl8pPr marL="3657600" lvl="7" indent="-317500">
              <a:lnSpc>
                <a:spcPct val="100000"/>
              </a:lnSpc>
              <a:spcBef>
                <a:spcPts val="0"/>
              </a:spcBef>
              <a:spcAft>
                <a:spcPts val="0"/>
              </a:spcAft>
              <a:buClr>
                <a:schemeClr val="dk1"/>
              </a:buClr>
              <a:buSzPts val="1400"/>
              <a:buFont typeface="Barlow"/>
              <a:buChar char="○"/>
              <a:defRPr>
                <a:solidFill>
                  <a:schemeClr val="dk1"/>
                </a:solidFill>
                <a:latin typeface="Barlow"/>
                <a:ea typeface="Barlow"/>
                <a:cs typeface="Barlow"/>
                <a:sym typeface="Barlow"/>
              </a:defRPr>
            </a:lvl8pPr>
            <a:lvl9pPr marL="4114800" lvl="8" indent="-317500">
              <a:lnSpc>
                <a:spcPct val="100000"/>
              </a:lnSpc>
              <a:spcBef>
                <a:spcPts val="0"/>
              </a:spcBef>
              <a:spcAft>
                <a:spcPts val="0"/>
              </a:spcAft>
              <a:buClr>
                <a:schemeClr val="dk1"/>
              </a:buClr>
              <a:buSzPts val="1400"/>
              <a:buFont typeface="Barlow"/>
              <a:buChar char="■"/>
              <a:defRPr>
                <a:solidFill>
                  <a:schemeClr val="dk1"/>
                </a:solidFill>
                <a:latin typeface="Barlow"/>
                <a:ea typeface="Barlow"/>
                <a:cs typeface="Barlow"/>
                <a:sym typeface="Barlow"/>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8" r:id="rId4"/>
    <p:sldLayoutId id="2147483662" r:id="rId5"/>
    <p:sldLayoutId id="2147483670" r:id="rId6"/>
    <p:sldLayoutId id="2147483671"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sv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8.sv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8.svg"/></Relationships>
</file>

<file path=ppt/slides/_rels/slide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sv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5.xml"/><Relationship Id="rId4" Type="http://schemas.openxmlformats.org/officeDocument/2006/relationships/image" Target="../media/image8.svg"/></Relationships>
</file>

<file path=ppt/slides/_rels/slide5.xml.rels><?xml version="1.0" encoding="UTF-8" standalone="yes"?>
<Relationships xmlns="http://schemas.openxmlformats.org/package/2006/relationships"><Relationship Id="rId3" Type="http://schemas.openxmlformats.org/officeDocument/2006/relationships/image" Target="../media/image9.jpeg"/><Relationship Id="rId7" Type="http://schemas.openxmlformats.org/officeDocument/2006/relationships/image" Target="../media/image11.sv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10.png"/><Relationship Id="rId5" Type="http://schemas.openxmlformats.org/officeDocument/2006/relationships/image" Target="../media/image8.sv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2.jpeg"/><Relationship Id="rId1" Type="http://schemas.openxmlformats.org/officeDocument/2006/relationships/slideLayout" Target="../slideLayouts/slideLayout3.xml"/><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8.svg"/></Relationships>
</file>

<file path=ppt/slides/_rels/slide7.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png"/><Relationship Id="rId1" Type="http://schemas.openxmlformats.org/officeDocument/2006/relationships/slideLayout" Target="../slideLayouts/slideLayout3.xml"/><Relationship Id="rId4" Type="http://schemas.openxmlformats.org/officeDocument/2006/relationships/image" Target="../media/image20.svg"/></Relationships>
</file>

<file path=ppt/slides/_rels/slide1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3.xml"/><Relationship Id="rId4" Type="http://schemas.openxmlformats.org/officeDocument/2006/relationships/image" Target="../media/image2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67"/>
        <p:cNvGrpSpPr/>
        <p:nvPr/>
      </p:nvGrpSpPr>
      <p:grpSpPr>
        <a:xfrm>
          <a:off x="0" y="0"/>
          <a:ext cx="0" cy="0"/>
          <a:chOff x="0" y="0"/>
          <a:chExt cx="0" cy="0"/>
        </a:xfrm>
      </p:grpSpPr>
      <p:grpSp>
        <p:nvGrpSpPr>
          <p:cNvPr id="769" name="Google Shape;769;p29"/>
          <p:cNvGrpSpPr/>
          <p:nvPr/>
        </p:nvGrpSpPr>
        <p:grpSpPr>
          <a:xfrm>
            <a:off x="280943" y="1056576"/>
            <a:ext cx="4226791" cy="2933473"/>
            <a:chOff x="6268229" y="1126723"/>
            <a:chExt cx="2821246" cy="1847625"/>
          </a:xfrm>
        </p:grpSpPr>
        <p:sp>
          <p:nvSpPr>
            <p:cNvPr id="770" name="Google Shape;770;p29"/>
            <p:cNvSpPr/>
            <p:nvPr/>
          </p:nvSpPr>
          <p:spPr>
            <a:xfrm>
              <a:off x="6268229" y="1126723"/>
              <a:ext cx="2821246" cy="1847604"/>
            </a:xfrm>
            <a:custGeom>
              <a:avLst/>
              <a:gdLst/>
              <a:ahLst/>
              <a:cxnLst/>
              <a:rect l="l" t="t" r="r" b="b"/>
              <a:pathLst>
                <a:path w="71719" h="46968" extrusionOk="0">
                  <a:moveTo>
                    <a:pt x="634" y="46634"/>
                  </a:moveTo>
                  <a:lnTo>
                    <a:pt x="1168" y="46834"/>
                  </a:lnTo>
                  <a:lnTo>
                    <a:pt x="1635" y="46734"/>
                  </a:lnTo>
                  <a:lnTo>
                    <a:pt x="2102" y="46434"/>
                  </a:lnTo>
                  <a:lnTo>
                    <a:pt x="2569" y="46434"/>
                  </a:lnTo>
                  <a:lnTo>
                    <a:pt x="3103" y="46400"/>
                  </a:lnTo>
                  <a:lnTo>
                    <a:pt x="3670" y="46534"/>
                  </a:lnTo>
                  <a:lnTo>
                    <a:pt x="4170" y="46400"/>
                  </a:lnTo>
                  <a:lnTo>
                    <a:pt x="4704" y="46334"/>
                  </a:lnTo>
                  <a:lnTo>
                    <a:pt x="5238" y="46234"/>
                  </a:lnTo>
                  <a:lnTo>
                    <a:pt x="5771" y="46367"/>
                  </a:lnTo>
                  <a:lnTo>
                    <a:pt x="6272" y="46367"/>
                  </a:lnTo>
                  <a:lnTo>
                    <a:pt x="6805" y="46500"/>
                  </a:lnTo>
                  <a:lnTo>
                    <a:pt x="7306" y="46467"/>
                  </a:lnTo>
                  <a:lnTo>
                    <a:pt x="7773" y="46234"/>
                  </a:lnTo>
                  <a:lnTo>
                    <a:pt x="8273" y="46434"/>
                  </a:lnTo>
                  <a:lnTo>
                    <a:pt x="8773" y="46434"/>
                  </a:lnTo>
                  <a:lnTo>
                    <a:pt x="9240" y="46200"/>
                  </a:lnTo>
                  <a:lnTo>
                    <a:pt x="9741" y="46434"/>
                  </a:lnTo>
                  <a:lnTo>
                    <a:pt x="10241" y="46400"/>
                  </a:lnTo>
                  <a:lnTo>
                    <a:pt x="10675" y="46100"/>
                  </a:lnTo>
                  <a:lnTo>
                    <a:pt x="11175" y="46134"/>
                  </a:lnTo>
                  <a:lnTo>
                    <a:pt x="11642" y="45900"/>
                  </a:lnTo>
                  <a:lnTo>
                    <a:pt x="12142" y="45967"/>
                  </a:lnTo>
                  <a:lnTo>
                    <a:pt x="12609" y="45867"/>
                  </a:lnTo>
                  <a:lnTo>
                    <a:pt x="13110" y="46033"/>
                  </a:lnTo>
                  <a:lnTo>
                    <a:pt x="13610" y="45933"/>
                  </a:lnTo>
                  <a:lnTo>
                    <a:pt x="14111" y="46000"/>
                  </a:lnTo>
                  <a:lnTo>
                    <a:pt x="14578" y="45833"/>
                  </a:lnTo>
                  <a:lnTo>
                    <a:pt x="15078" y="45900"/>
                  </a:lnTo>
                  <a:lnTo>
                    <a:pt x="15578" y="45933"/>
                  </a:lnTo>
                  <a:lnTo>
                    <a:pt x="16045" y="45867"/>
                  </a:lnTo>
                  <a:lnTo>
                    <a:pt x="16512" y="45566"/>
                  </a:lnTo>
                  <a:lnTo>
                    <a:pt x="17013" y="45633"/>
                  </a:lnTo>
                  <a:lnTo>
                    <a:pt x="17480" y="45700"/>
                  </a:lnTo>
                  <a:lnTo>
                    <a:pt x="17980" y="45633"/>
                  </a:lnTo>
                  <a:lnTo>
                    <a:pt x="18447" y="45433"/>
                  </a:lnTo>
                  <a:lnTo>
                    <a:pt x="18914" y="45600"/>
                  </a:lnTo>
                  <a:lnTo>
                    <a:pt x="19448" y="45400"/>
                  </a:lnTo>
                  <a:lnTo>
                    <a:pt x="19881" y="45633"/>
                  </a:lnTo>
                  <a:lnTo>
                    <a:pt x="20382" y="45833"/>
                  </a:lnTo>
                  <a:lnTo>
                    <a:pt x="20849" y="45900"/>
                  </a:lnTo>
                  <a:lnTo>
                    <a:pt x="21382" y="45733"/>
                  </a:lnTo>
                  <a:lnTo>
                    <a:pt x="21849" y="46000"/>
                  </a:lnTo>
                  <a:lnTo>
                    <a:pt x="22316" y="46167"/>
                  </a:lnTo>
                  <a:lnTo>
                    <a:pt x="22817" y="46167"/>
                  </a:lnTo>
                  <a:lnTo>
                    <a:pt x="23284" y="46434"/>
                  </a:lnTo>
                  <a:lnTo>
                    <a:pt x="23684" y="46567"/>
                  </a:lnTo>
                  <a:lnTo>
                    <a:pt x="24118" y="46367"/>
                  </a:lnTo>
                  <a:lnTo>
                    <a:pt x="24551" y="46667"/>
                  </a:lnTo>
                  <a:lnTo>
                    <a:pt x="25018" y="46634"/>
                  </a:lnTo>
                  <a:lnTo>
                    <a:pt x="25452" y="46267"/>
                  </a:lnTo>
                  <a:lnTo>
                    <a:pt x="25952" y="46500"/>
                  </a:lnTo>
                  <a:lnTo>
                    <a:pt x="26453" y="46601"/>
                  </a:lnTo>
                  <a:lnTo>
                    <a:pt x="26920" y="46500"/>
                  </a:lnTo>
                  <a:lnTo>
                    <a:pt x="27353" y="46167"/>
                  </a:lnTo>
                  <a:lnTo>
                    <a:pt x="27887" y="46467"/>
                  </a:lnTo>
                  <a:lnTo>
                    <a:pt x="28387" y="46334"/>
                  </a:lnTo>
                  <a:lnTo>
                    <a:pt x="28888" y="46334"/>
                  </a:lnTo>
                  <a:lnTo>
                    <a:pt x="29355" y="46134"/>
                  </a:lnTo>
                  <a:lnTo>
                    <a:pt x="29855" y="46000"/>
                  </a:lnTo>
                  <a:lnTo>
                    <a:pt x="30322" y="46000"/>
                  </a:lnTo>
                  <a:lnTo>
                    <a:pt x="30856" y="46100"/>
                  </a:lnTo>
                  <a:lnTo>
                    <a:pt x="31323" y="45967"/>
                  </a:lnTo>
                  <a:lnTo>
                    <a:pt x="31823" y="45967"/>
                  </a:lnTo>
                  <a:lnTo>
                    <a:pt x="32324" y="46000"/>
                  </a:lnTo>
                  <a:lnTo>
                    <a:pt x="32824" y="46067"/>
                  </a:lnTo>
                  <a:lnTo>
                    <a:pt x="33324" y="46000"/>
                  </a:lnTo>
                  <a:lnTo>
                    <a:pt x="33791" y="45833"/>
                  </a:lnTo>
                  <a:lnTo>
                    <a:pt x="34292" y="45767"/>
                  </a:lnTo>
                  <a:lnTo>
                    <a:pt x="34792" y="45867"/>
                  </a:lnTo>
                  <a:lnTo>
                    <a:pt x="35292" y="45733"/>
                  </a:lnTo>
                  <a:lnTo>
                    <a:pt x="35793" y="45600"/>
                  </a:lnTo>
                  <a:lnTo>
                    <a:pt x="36260" y="45500"/>
                  </a:lnTo>
                  <a:lnTo>
                    <a:pt x="36760" y="45633"/>
                  </a:lnTo>
                  <a:lnTo>
                    <a:pt x="37227" y="45500"/>
                  </a:lnTo>
                  <a:lnTo>
                    <a:pt x="37727" y="45533"/>
                  </a:lnTo>
                  <a:lnTo>
                    <a:pt x="38194" y="45266"/>
                  </a:lnTo>
                  <a:lnTo>
                    <a:pt x="38661" y="45266"/>
                  </a:lnTo>
                  <a:lnTo>
                    <a:pt x="39162" y="45400"/>
                  </a:lnTo>
                  <a:lnTo>
                    <a:pt x="39662" y="45700"/>
                  </a:lnTo>
                  <a:lnTo>
                    <a:pt x="40196" y="45500"/>
                  </a:lnTo>
                  <a:lnTo>
                    <a:pt x="40730" y="45700"/>
                  </a:lnTo>
                  <a:lnTo>
                    <a:pt x="41230" y="45633"/>
                  </a:lnTo>
                  <a:lnTo>
                    <a:pt x="41764" y="45667"/>
                  </a:lnTo>
                  <a:lnTo>
                    <a:pt x="42297" y="45633"/>
                  </a:lnTo>
                  <a:lnTo>
                    <a:pt x="42798" y="45767"/>
                  </a:lnTo>
                  <a:lnTo>
                    <a:pt x="43265" y="45633"/>
                  </a:lnTo>
                  <a:lnTo>
                    <a:pt x="43732" y="45366"/>
                  </a:lnTo>
                  <a:lnTo>
                    <a:pt x="44232" y="45366"/>
                  </a:lnTo>
                  <a:lnTo>
                    <a:pt x="44732" y="45466"/>
                  </a:lnTo>
                  <a:lnTo>
                    <a:pt x="45199" y="45166"/>
                  </a:lnTo>
                  <a:lnTo>
                    <a:pt x="45733" y="45366"/>
                  </a:lnTo>
                  <a:lnTo>
                    <a:pt x="46300" y="45200"/>
                  </a:lnTo>
                  <a:lnTo>
                    <a:pt x="46734" y="45667"/>
                  </a:lnTo>
                  <a:lnTo>
                    <a:pt x="47301" y="45433"/>
                  </a:lnTo>
                  <a:lnTo>
                    <a:pt x="47801" y="45700"/>
                  </a:lnTo>
                  <a:lnTo>
                    <a:pt x="48368" y="45566"/>
                  </a:lnTo>
                  <a:lnTo>
                    <a:pt x="48869" y="45833"/>
                  </a:lnTo>
                  <a:lnTo>
                    <a:pt x="49402" y="46000"/>
                  </a:lnTo>
                  <a:lnTo>
                    <a:pt x="49969" y="45933"/>
                  </a:lnTo>
                  <a:lnTo>
                    <a:pt x="50436" y="46100"/>
                  </a:lnTo>
                  <a:lnTo>
                    <a:pt x="50970" y="45900"/>
                  </a:lnTo>
                  <a:lnTo>
                    <a:pt x="51471" y="46000"/>
                  </a:lnTo>
                  <a:lnTo>
                    <a:pt x="52004" y="46100"/>
                  </a:lnTo>
                  <a:lnTo>
                    <a:pt x="52471" y="45900"/>
                  </a:lnTo>
                  <a:lnTo>
                    <a:pt x="53038" y="46000"/>
                  </a:lnTo>
                  <a:lnTo>
                    <a:pt x="53539" y="45900"/>
                  </a:lnTo>
                  <a:lnTo>
                    <a:pt x="53906" y="45466"/>
                  </a:lnTo>
                  <a:lnTo>
                    <a:pt x="54439" y="45500"/>
                  </a:lnTo>
                  <a:lnTo>
                    <a:pt x="54873" y="45300"/>
                  </a:lnTo>
                  <a:lnTo>
                    <a:pt x="55373" y="45300"/>
                  </a:lnTo>
                  <a:lnTo>
                    <a:pt x="55840" y="45166"/>
                  </a:lnTo>
                  <a:lnTo>
                    <a:pt x="56274" y="44966"/>
                  </a:lnTo>
                  <a:lnTo>
                    <a:pt x="56808" y="45033"/>
                  </a:lnTo>
                  <a:lnTo>
                    <a:pt x="57208" y="44566"/>
                  </a:lnTo>
                  <a:lnTo>
                    <a:pt x="57708" y="44599"/>
                  </a:lnTo>
                  <a:lnTo>
                    <a:pt x="58209" y="44733"/>
                  </a:lnTo>
                  <a:lnTo>
                    <a:pt x="58642" y="44432"/>
                  </a:lnTo>
                  <a:lnTo>
                    <a:pt x="59143" y="44266"/>
                  </a:lnTo>
                  <a:lnTo>
                    <a:pt x="59643" y="44366"/>
                  </a:lnTo>
                  <a:lnTo>
                    <a:pt x="60143" y="44532"/>
                  </a:lnTo>
                  <a:lnTo>
                    <a:pt x="60610" y="44432"/>
                  </a:lnTo>
                  <a:lnTo>
                    <a:pt x="61077" y="44466"/>
                  </a:lnTo>
                  <a:lnTo>
                    <a:pt x="61611" y="44532"/>
                  </a:lnTo>
                  <a:lnTo>
                    <a:pt x="62178" y="44432"/>
                  </a:lnTo>
                  <a:lnTo>
                    <a:pt x="62745" y="44499"/>
                  </a:lnTo>
                  <a:lnTo>
                    <a:pt x="63179" y="44699"/>
                  </a:lnTo>
                  <a:lnTo>
                    <a:pt x="63646" y="44666"/>
                  </a:lnTo>
                  <a:lnTo>
                    <a:pt x="64080" y="44699"/>
                  </a:lnTo>
                  <a:lnTo>
                    <a:pt x="64547" y="44499"/>
                  </a:lnTo>
                  <a:lnTo>
                    <a:pt x="64980" y="44232"/>
                  </a:lnTo>
                  <a:lnTo>
                    <a:pt x="65447" y="44299"/>
                  </a:lnTo>
                  <a:lnTo>
                    <a:pt x="65847" y="44132"/>
                  </a:lnTo>
                  <a:lnTo>
                    <a:pt x="66381" y="44232"/>
                  </a:lnTo>
                  <a:lnTo>
                    <a:pt x="66882" y="44099"/>
                  </a:lnTo>
                  <a:lnTo>
                    <a:pt x="67215" y="43732"/>
                  </a:lnTo>
                  <a:lnTo>
                    <a:pt x="67715" y="43598"/>
                  </a:lnTo>
                  <a:lnTo>
                    <a:pt x="68116" y="43265"/>
                  </a:lnTo>
                  <a:lnTo>
                    <a:pt x="68616" y="43198"/>
                  </a:lnTo>
                  <a:lnTo>
                    <a:pt x="68950" y="42764"/>
                  </a:lnTo>
                  <a:lnTo>
                    <a:pt x="69483" y="42898"/>
                  </a:lnTo>
                  <a:lnTo>
                    <a:pt x="69917" y="42798"/>
                  </a:lnTo>
                  <a:lnTo>
                    <a:pt x="70384" y="42864"/>
                  </a:lnTo>
                  <a:lnTo>
                    <a:pt x="70884" y="42931"/>
                  </a:lnTo>
                  <a:lnTo>
                    <a:pt x="71351" y="42898"/>
                  </a:lnTo>
                  <a:lnTo>
                    <a:pt x="71718" y="42698"/>
                  </a:lnTo>
                  <a:lnTo>
                    <a:pt x="71718" y="934"/>
                  </a:lnTo>
                  <a:lnTo>
                    <a:pt x="71418" y="834"/>
                  </a:lnTo>
                  <a:lnTo>
                    <a:pt x="70918" y="934"/>
                  </a:lnTo>
                  <a:lnTo>
                    <a:pt x="70451" y="1168"/>
                  </a:lnTo>
                  <a:lnTo>
                    <a:pt x="69950" y="1168"/>
                  </a:lnTo>
                  <a:lnTo>
                    <a:pt x="69450" y="1035"/>
                  </a:lnTo>
                  <a:lnTo>
                    <a:pt x="68950" y="1301"/>
                  </a:lnTo>
                  <a:lnTo>
                    <a:pt x="68449" y="1068"/>
                  </a:lnTo>
                  <a:lnTo>
                    <a:pt x="67882" y="1201"/>
                  </a:lnTo>
                  <a:lnTo>
                    <a:pt x="67449" y="734"/>
                  </a:lnTo>
                  <a:lnTo>
                    <a:pt x="66882" y="901"/>
                  </a:lnTo>
                  <a:lnTo>
                    <a:pt x="66381" y="634"/>
                  </a:lnTo>
                  <a:lnTo>
                    <a:pt x="65814" y="734"/>
                  </a:lnTo>
                  <a:lnTo>
                    <a:pt x="65347" y="434"/>
                  </a:lnTo>
                  <a:lnTo>
                    <a:pt x="64847" y="234"/>
                  </a:lnTo>
                  <a:lnTo>
                    <a:pt x="64280" y="267"/>
                  </a:lnTo>
                  <a:lnTo>
                    <a:pt x="63779" y="67"/>
                  </a:lnTo>
                  <a:lnTo>
                    <a:pt x="63246" y="267"/>
                  </a:lnTo>
                  <a:lnTo>
                    <a:pt x="62745" y="134"/>
                  </a:lnTo>
                  <a:lnTo>
                    <a:pt x="62245" y="0"/>
                  </a:lnTo>
                  <a:lnTo>
                    <a:pt x="61745" y="201"/>
                  </a:lnTo>
                  <a:lnTo>
                    <a:pt x="61211" y="34"/>
                  </a:lnTo>
                  <a:lnTo>
                    <a:pt x="60677" y="101"/>
                  </a:lnTo>
                  <a:lnTo>
                    <a:pt x="60310" y="534"/>
                  </a:lnTo>
                  <a:lnTo>
                    <a:pt x="59776" y="467"/>
                  </a:lnTo>
                  <a:lnTo>
                    <a:pt x="59309" y="634"/>
                  </a:lnTo>
                  <a:lnTo>
                    <a:pt x="58809" y="601"/>
                  </a:lnTo>
                  <a:lnTo>
                    <a:pt x="58342" y="701"/>
                  </a:lnTo>
                  <a:lnTo>
                    <a:pt x="57908" y="901"/>
                  </a:lnTo>
                  <a:lnTo>
                    <a:pt x="57375" y="801"/>
                  </a:lnTo>
                  <a:lnTo>
                    <a:pt x="56974" y="1235"/>
                  </a:lnTo>
                  <a:lnTo>
                    <a:pt x="56474" y="1201"/>
                  </a:lnTo>
                  <a:lnTo>
                    <a:pt x="55974" y="1035"/>
                  </a:lnTo>
                  <a:lnTo>
                    <a:pt x="55507" y="1301"/>
                  </a:lnTo>
                  <a:lnTo>
                    <a:pt x="55006" y="1435"/>
                  </a:lnTo>
                  <a:lnTo>
                    <a:pt x="54539" y="1335"/>
                  </a:lnTo>
                  <a:lnTo>
                    <a:pt x="54039" y="1135"/>
                  </a:lnTo>
                  <a:lnTo>
                    <a:pt x="53572" y="1201"/>
                  </a:lnTo>
                  <a:lnTo>
                    <a:pt x="53072" y="1135"/>
                  </a:lnTo>
                  <a:lnTo>
                    <a:pt x="52571" y="1068"/>
                  </a:lnTo>
                  <a:lnTo>
                    <a:pt x="51971" y="1101"/>
                  </a:lnTo>
                  <a:lnTo>
                    <a:pt x="51437" y="1035"/>
                  </a:lnTo>
                  <a:lnTo>
                    <a:pt x="51004" y="801"/>
                  </a:lnTo>
                  <a:lnTo>
                    <a:pt x="50537" y="801"/>
                  </a:lnTo>
                  <a:lnTo>
                    <a:pt x="50103" y="734"/>
                  </a:lnTo>
                  <a:lnTo>
                    <a:pt x="49636" y="901"/>
                  </a:lnTo>
                  <a:lnTo>
                    <a:pt x="49202" y="1168"/>
                  </a:lnTo>
                  <a:lnTo>
                    <a:pt x="48735" y="1068"/>
                  </a:lnTo>
                  <a:lnTo>
                    <a:pt x="48302" y="1235"/>
                  </a:lnTo>
                  <a:lnTo>
                    <a:pt x="47768" y="1068"/>
                  </a:lnTo>
                  <a:lnTo>
                    <a:pt x="47268" y="1168"/>
                  </a:lnTo>
                  <a:lnTo>
                    <a:pt x="46901" y="1535"/>
                  </a:lnTo>
                  <a:lnTo>
                    <a:pt x="46400" y="1635"/>
                  </a:lnTo>
                  <a:lnTo>
                    <a:pt x="46000" y="1935"/>
                  </a:lnTo>
                  <a:lnTo>
                    <a:pt x="45500" y="1969"/>
                  </a:lnTo>
                  <a:lnTo>
                    <a:pt x="45133" y="2436"/>
                  </a:lnTo>
                  <a:lnTo>
                    <a:pt x="44632" y="2269"/>
                  </a:lnTo>
                  <a:lnTo>
                    <a:pt x="44165" y="2302"/>
                  </a:lnTo>
                  <a:lnTo>
                    <a:pt x="43698" y="2235"/>
                  </a:lnTo>
                  <a:lnTo>
                    <a:pt x="43231" y="2169"/>
                  </a:lnTo>
                  <a:lnTo>
                    <a:pt x="42764" y="2169"/>
                  </a:lnTo>
                  <a:lnTo>
                    <a:pt x="42264" y="2369"/>
                  </a:lnTo>
                  <a:lnTo>
                    <a:pt x="41730" y="2202"/>
                  </a:lnTo>
                  <a:lnTo>
                    <a:pt x="41230" y="2469"/>
                  </a:lnTo>
                  <a:lnTo>
                    <a:pt x="40730" y="2536"/>
                  </a:lnTo>
                  <a:lnTo>
                    <a:pt x="40229" y="2135"/>
                  </a:lnTo>
                  <a:lnTo>
                    <a:pt x="39729" y="2235"/>
                  </a:lnTo>
                  <a:lnTo>
                    <a:pt x="39228" y="2169"/>
                  </a:lnTo>
                  <a:lnTo>
                    <a:pt x="38695" y="2436"/>
                  </a:lnTo>
                  <a:lnTo>
                    <a:pt x="38194" y="2369"/>
                  </a:lnTo>
                  <a:lnTo>
                    <a:pt x="37694" y="2169"/>
                  </a:lnTo>
                  <a:lnTo>
                    <a:pt x="37194" y="2502"/>
                  </a:lnTo>
                  <a:lnTo>
                    <a:pt x="36693" y="2369"/>
                  </a:lnTo>
                  <a:lnTo>
                    <a:pt x="36160" y="2335"/>
                  </a:lnTo>
                  <a:lnTo>
                    <a:pt x="35659" y="2502"/>
                  </a:lnTo>
                  <a:lnTo>
                    <a:pt x="35159" y="2202"/>
                  </a:lnTo>
                  <a:lnTo>
                    <a:pt x="34625" y="2335"/>
                  </a:lnTo>
                  <a:lnTo>
                    <a:pt x="34125" y="2436"/>
                  </a:lnTo>
                  <a:lnTo>
                    <a:pt x="33591" y="2202"/>
                  </a:lnTo>
                  <a:lnTo>
                    <a:pt x="33091" y="2569"/>
                  </a:lnTo>
                  <a:lnTo>
                    <a:pt x="32590" y="2436"/>
                  </a:lnTo>
                  <a:lnTo>
                    <a:pt x="32057" y="2469"/>
                  </a:lnTo>
                  <a:lnTo>
                    <a:pt x="31556" y="2536"/>
                  </a:lnTo>
                  <a:lnTo>
                    <a:pt x="31056" y="2269"/>
                  </a:lnTo>
                  <a:lnTo>
                    <a:pt x="30522" y="2569"/>
                  </a:lnTo>
                  <a:lnTo>
                    <a:pt x="30022" y="2369"/>
                  </a:lnTo>
                  <a:lnTo>
                    <a:pt x="29522" y="2502"/>
                  </a:lnTo>
                  <a:lnTo>
                    <a:pt x="28988" y="2569"/>
                  </a:lnTo>
                  <a:lnTo>
                    <a:pt x="28487" y="2569"/>
                  </a:lnTo>
                  <a:lnTo>
                    <a:pt x="27987" y="2736"/>
                  </a:lnTo>
                  <a:lnTo>
                    <a:pt x="27487" y="2636"/>
                  </a:lnTo>
                  <a:lnTo>
                    <a:pt x="26986" y="2869"/>
                  </a:lnTo>
                  <a:lnTo>
                    <a:pt x="26453" y="2736"/>
                  </a:lnTo>
                  <a:lnTo>
                    <a:pt x="26019" y="3103"/>
                  </a:lnTo>
                  <a:lnTo>
                    <a:pt x="25452" y="3003"/>
                  </a:lnTo>
                  <a:lnTo>
                    <a:pt x="24952" y="3036"/>
                  </a:lnTo>
                  <a:lnTo>
                    <a:pt x="24418" y="3003"/>
                  </a:lnTo>
                  <a:lnTo>
                    <a:pt x="23984" y="3370"/>
                  </a:lnTo>
                  <a:lnTo>
                    <a:pt x="23417" y="3370"/>
                  </a:lnTo>
                  <a:lnTo>
                    <a:pt x="22850" y="3470"/>
                  </a:lnTo>
                  <a:lnTo>
                    <a:pt x="22350" y="3703"/>
                  </a:lnTo>
                  <a:lnTo>
                    <a:pt x="21849" y="3970"/>
                  </a:lnTo>
                  <a:lnTo>
                    <a:pt x="21349" y="3803"/>
                  </a:lnTo>
                  <a:lnTo>
                    <a:pt x="20882" y="4003"/>
                  </a:lnTo>
                  <a:lnTo>
                    <a:pt x="20415" y="3903"/>
                  </a:lnTo>
                  <a:lnTo>
                    <a:pt x="19948" y="3903"/>
                  </a:lnTo>
                  <a:lnTo>
                    <a:pt x="19414" y="3937"/>
                  </a:lnTo>
                  <a:lnTo>
                    <a:pt x="18914" y="3770"/>
                  </a:lnTo>
                  <a:lnTo>
                    <a:pt x="18414" y="3970"/>
                  </a:lnTo>
                  <a:lnTo>
                    <a:pt x="17913" y="3703"/>
                  </a:lnTo>
                  <a:lnTo>
                    <a:pt x="17413" y="3736"/>
                  </a:lnTo>
                  <a:lnTo>
                    <a:pt x="16879" y="3970"/>
                  </a:lnTo>
                  <a:lnTo>
                    <a:pt x="16412" y="3670"/>
                  </a:lnTo>
                  <a:lnTo>
                    <a:pt x="15878" y="3837"/>
                  </a:lnTo>
                  <a:lnTo>
                    <a:pt x="15411" y="3670"/>
                  </a:lnTo>
                  <a:lnTo>
                    <a:pt x="14878" y="3803"/>
                  </a:lnTo>
                  <a:lnTo>
                    <a:pt x="14411" y="3636"/>
                  </a:lnTo>
                  <a:lnTo>
                    <a:pt x="13910" y="3536"/>
                  </a:lnTo>
                  <a:lnTo>
                    <a:pt x="13510" y="3169"/>
                  </a:lnTo>
                  <a:lnTo>
                    <a:pt x="13010" y="3036"/>
                  </a:lnTo>
                  <a:lnTo>
                    <a:pt x="12476" y="3169"/>
                  </a:lnTo>
                  <a:lnTo>
                    <a:pt x="12009" y="2903"/>
                  </a:lnTo>
                  <a:lnTo>
                    <a:pt x="11475" y="2836"/>
                  </a:lnTo>
                  <a:lnTo>
                    <a:pt x="10908" y="3069"/>
                  </a:lnTo>
                  <a:lnTo>
                    <a:pt x="10441" y="2702"/>
                  </a:lnTo>
                  <a:lnTo>
                    <a:pt x="9941" y="2702"/>
                  </a:lnTo>
                  <a:lnTo>
                    <a:pt x="9374" y="2736"/>
                  </a:lnTo>
                  <a:lnTo>
                    <a:pt x="8840" y="2702"/>
                  </a:lnTo>
                  <a:lnTo>
                    <a:pt x="8273" y="2669"/>
                  </a:lnTo>
                  <a:lnTo>
                    <a:pt x="7773" y="2369"/>
                  </a:lnTo>
                  <a:lnTo>
                    <a:pt x="7239" y="2736"/>
                  </a:lnTo>
                  <a:lnTo>
                    <a:pt x="6739" y="2736"/>
                  </a:lnTo>
                  <a:lnTo>
                    <a:pt x="6205" y="2436"/>
                  </a:lnTo>
                  <a:lnTo>
                    <a:pt x="5738" y="2802"/>
                  </a:lnTo>
                  <a:lnTo>
                    <a:pt x="5137" y="2602"/>
                  </a:lnTo>
                  <a:lnTo>
                    <a:pt x="4804" y="3136"/>
                  </a:lnTo>
                  <a:lnTo>
                    <a:pt x="4270" y="3069"/>
                  </a:lnTo>
                  <a:lnTo>
                    <a:pt x="3870" y="3370"/>
                  </a:lnTo>
                  <a:lnTo>
                    <a:pt x="3403" y="3536"/>
                  </a:lnTo>
                  <a:lnTo>
                    <a:pt x="2936" y="3636"/>
                  </a:lnTo>
                  <a:lnTo>
                    <a:pt x="2469" y="3770"/>
                  </a:lnTo>
                  <a:lnTo>
                    <a:pt x="1935" y="3670"/>
                  </a:lnTo>
                  <a:lnTo>
                    <a:pt x="1535" y="4103"/>
                  </a:lnTo>
                  <a:lnTo>
                    <a:pt x="1001" y="3903"/>
                  </a:lnTo>
                  <a:lnTo>
                    <a:pt x="568" y="4137"/>
                  </a:lnTo>
                  <a:lnTo>
                    <a:pt x="67" y="4137"/>
                  </a:lnTo>
                  <a:lnTo>
                    <a:pt x="0" y="4170"/>
                  </a:lnTo>
                  <a:lnTo>
                    <a:pt x="0" y="46967"/>
                  </a:lnTo>
                  <a:lnTo>
                    <a:pt x="201" y="46867"/>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71" name="Google Shape;771;p29"/>
            <p:cNvSpPr/>
            <p:nvPr/>
          </p:nvSpPr>
          <p:spPr>
            <a:xfrm>
              <a:off x="6268229" y="2761728"/>
              <a:ext cx="2821246" cy="212619"/>
            </a:xfrm>
            <a:custGeom>
              <a:avLst/>
              <a:gdLst/>
              <a:ahLst/>
              <a:cxnLst/>
              <a:rect l="l" t="t" r="r" b="b"/>
              <a:pathLst>
                <a:path w="71719" h="5405" extrusionOk="0">
                  <a:moveTo>
                    <a:pt x="2102" y="4871"/>
                  </a:moveTo>
                  <a:lnTo>
                    <a:pt x="2569" y="4871"/>
                  </a:lnTo>
                  <a:lnTo>
                    <a:pt x="3103" y="4837"/>
                  </a:lnTo>
                  <a:lnTo>
                    <a:pt x="3670" y="4971"/>
                  </a:lnTo>
                  <a:lnTo>
                    <a:pt x="4170" y="4837"/>
                  </a:lnTo>
                  <a:lnTo>
                    <a:pt x="4704" y="4771"/>
                  </a:lnTo>
                  <a:lnTo>
                    <a:pt x="5238" y="4671"/>
                  </a:lnTo>
                  <a:lnTo>
                    <a:pt x="5771" y="4804"/>
                  </a:lnTo>
                  <a:lnTo>
                    <a:pt x="6272" y="4804"/>
                  </a:lnTo>
                  <a:lnTo>
                    <a:pt x="6805" y="4937"/>
                  </a:lnTo>
                  <a:lnTo>
                    <a:pt x="7306" y="4904"/>
                  </a:lnTo>
                  <a:lnTo>
                    <a:pt x="7773" y="4671"/>
                  </a:lnTo>
                  <a:lnTo>
                    <a:pt x="8273" y="4871"/>
                  </a:lnTo>
                  <a:lnTo>
                    <a:pt x="8773" y="4871"/>
                  </a:lnTo>
                  <a:lnTo>
                    <a:pt x="9240" y="4637"/>
                  </a:lnTo>
                  <a:lnTo>
                    <a:pt x="9741" y="4871"/>
                  </a:lnTo>
                  <a:lnTo>
                    <a:pt x="10241" y="4837"/>
                  </a:lnTo>
                  <a:lnTo>
                    <a:pt x="10675" y="4537"/>
                  </a:lnTo>
                  <a:lnTo>
                    <a:pt x="11175" y="4571"/>
                  </a:lnTo>
                  <a:lnTo>
                    <a:pt x="11642" y="4337"/>
                  </a:lnTo>
                  <a:lnTo>
                    <a:pt x="12142" y="4404"/>
                  </a:lnTo>
                  <a:lnTo>
                    <a:pt x="12609" y="4304"/>
                  </a:lnTo>
                  <a:lnTo>
                    <a:pt x="13110" y="4470"/>
                  </a:lnTo>
                  <a:lnTo>
                    <a:pt x="13610" y="4370"/>
                  </a:lnTo>
                  <a:lnTo>
                    <a:pt x="14111" y="4437"/>
                  </a:lnTo>
                  <a:lnTo>
                    <a:pt x="14578" y="4270"/>
                  </a:lnTo>
                  <a:lnTo>
                    <a:pt x="15078" y="4337"/>
                  </a:lnTo>
                  <a:lnTo>
                    <a:pt x="15578" y="4370"/>
                  </a:lnTo>
                  <a:lnTo>
                    <a:pt x="16045" y="4304"/>
                  </a:lnTo>
                  <a:lnTo>
                    <a:pt x="16512" y="4003"/>
                  </a:lnTo>
                  <a:lnTo>
                    <a:pt x="17013" y="4070"/>
                  </a:lnTo>
                  <a:lnTo>
                    <a:pt x="17480" y="4137"/>
                  </a:lnTo>
                  <a:lnTo>
                    <a:pt x="17980" y="4070"/>
                  </a:lnTo>
                  <a:lnTo>
                    <a:pt x="18447" y="3870"/>
                  </a:lnTo>
                  <a:lnTo>
                    <a:pt x="18914" y="4037"/>
                  </a:lnTo>
                  <a:lnTo>
                    <a:pt x="19448" y="3837"/>
                  </a:lnTo>
                  <a:lnTo>
                    <a:pt x="19881" y="4070"/>
                  </a:lnTo>
                  <a:lnTo>
                    <a:pt x="20382" y="4270"/>
                  </a:lnTo>
                  <a:lnTo>
                    <a:pt x="20849" y="4337"/>
                  </a:lnTo>
                  <a:lnTo>
                    <a:pt x="21382" y="4170"/>
                  </a:lnTo>
                  <a:lnTo>
                    <a:pt x="21849" y="4437"/>
                  </a:lnTo>
                  <a:lnTo>
                    <a:pt x="22316" y="4604"/>
                  </a:lnTo>
                  <a:lnTo>
                    <a:pt x="22817" y="4604"/>
                  </a:lnTo>
                  <a:lnTo>
                    <a:pt x="23284" y="4871"/>
                  </a:lnTo>
                  <a:lnTo>
                    <a:pt x="23684" y="5004"/>
                  </a:lnTo>
                  <a:lnTo>
                    <a:pt x="24118" y="4804"/>
                  </a:lnTo>
                  <a:lnTo>
                    <a:pt x="24551" y="5104"/>
                  </a:lnTo>
                  <a:lnTo>
                    <a:pt x="25018" y="5071"/>
                  </a:lnTo>
                  <a:lnTo>
                    <a:pt x="25452" y="4704"/>
                  </a:lnTo>
                  <a:lnTo>
                    <a:pt x="25952" y="4937"/>
                  </a:lnTo>
                  <a:lnTo>
                    <a:pt x="26453" y="5038"/>
                  </a:lnTo>
                  <a:lnTo>
                    <a:pt x="26920" y="4937"/>
                  </a:lnTo>
                  <a:lnTo>
                    <a:pt x="27353" y="4604"/>
                  </a:lnTo>
                  <a:lnTo>
                    <a:pt x="27887" y="4904"/>
                  </a:lnTo>
                  <a:lnTo>
                    <a:pt x="28387" y="4771"/>
                  </a:lnTo>
                  <a:lnTo>
                    <a:pt x="28888" y="4771"/>
                  </a:lnTo>
                  <a:lnTo>
                    <a:pt x="29355" y="4571"/>
                  </a:lnTo>
                  <a:lnTo>
                    <a:pt x="29855" y="4437"/>
                  </a:lnTo>
                  <a:lnTo>
                    <a:pt x="30322" y="4437"/>
                  </a:lnTo>
                  <a:lnTo>
                    <a:pt x="30856" y="4537"/>
                  </a:lnTo>
                  <a:lnTo>
                    <a:pt x="31323" y="4404"/>
                  </a:lnTo>
                  <a:lnTo>
                    <a:pt x="31823" y="4404"/>
                  </a:lnTo>
                  <a:lnTo>
                    <a:pt x="32324" y="4437"/>
                  </a:lnTo>
                  <a:lnTo>
                    <a:pt x="32824" y="4504"/>
                  </a:lnTo>
                  <a:lnTo>
                    <a:pt x="33324" y="4437"/>
                  </a:lnTo>
                  <a:lnTo>
                    <a:pt x="33791" y="4270"/>
                  </a:lnTo>
                  <a:lnTo>
                    <a:pt x="34292" y="4204"/>
                  </a:lnTo>
                  <a:lnTo>
                    <a:pt x="34792" y="4304"/>
                  </a:lnTo>
                  <a:lnTo>
                    <a:pt x="35292" y="4170"/>
                  </a:lnTo>
                  <a:lnTo>
                    <a:pt x="35793" y="4037"/>
                  </a:lnTo>
                  <a:lnTo>
                    <a:pt x="36260" y="3937"/>
                  </a:lnTo>
                  <a:lnTo>
                    <a:pt x="36760" y="4070"/>
                  </a:lnTo>
                  <a:lnTo>
                    <a:pt x="37227" y="3937"/>
                  </a:lnTo>
                  <a:lnTo>
                    <a:pt x="37727" y="3970"/>
                  </a:lnTo>
                  <a:lnTo>
                    <a:pt x="38194" y="3703"/>
                  </a:lnTo>
                  <a:lnTo>
                    <a:pt x="38661" y="3703"/>
                  </a:lnTo>
                  <a:lnTo>
                    <a:pt x="39162" y="3837"/>
                  </a:lnTo>
                  <a:lnTo>
                    <a:pt x="39662" y="4137"/>
                  </a:lnTo>
                  <a:lnTo>
                    <a:pt x="40196" y="3937"/>
                  </a:lnTo>
                  <a:lnTo>
                    <a:pt x="40730" y="4137"/>
                  </a:lnTo>
                  <a:lnTo>
                    <a:pt x="41230" y="4070"/>
                  </a:lnTo>
                  <a:lnTo>
                    <a:pt x="41764" y="4104"/>
                  </a:lnTo>
                  <a:lnTo>
                    <a:pt x="42297" y="4070"/>
                  </a:lnTo>
                  <a:lnTo>
                    <a:pt x="42798" y="4204"/>
                  </a:lnTo>
                  <a:lnTo>
                    <a:pt x="43265" y="4070"/>
                  </a:lnTo>
                  <a:lnTo>
                    <a:pt x="43732" y="3803"/>
                  </a:lnTo>
                  <a:lnTo>
                    <a:pt x="44232" y="3803"/>
                  </a:lnTo>
                  <a:lnTo>
                    <a:pt x="44732" y="3903"/>
                  </a:lnTo>
                  <a:lnTo>
                    <a:pt x="45199" y="3603"/>
                  </a:lnTo>
                  <a:lnTo>
                    <a:pt x="45733" y="3803"/>
                  </a:lnTo>
                  <a:lnTo>
                    <a:pt x="46300" y="3637"/>
                  </a:lnTo>
                  <a:lnTo>
                    <a:pt x="46734" y="4104"/>
                  </a:lnTo>
                  <a:lnTo>
                    <a:pt x="47301" y="3870"/>
                  </a:lnTo>
                  <a:lnTo>
                    <a:pt x="47801" y="4137"/>
                  </a:lnTo>
                  <a:lnTo>
                    <a:pt x="48368" y="4003"/>
                  </a:lnTo>
                  <a:lnTo>
                    <a:pt x="48869" y="4270"/>
                  </a:lnTo>
                  <a:lnTo>
                    <a:pt x="49402" y="4437"/>
                  </a:lnTo>
                  <a:lnTo>
                    <a:pt x="49969" y="4370"/>
                  </a:lnTo>
                  <a:lnTo>
                    <a:pt x="50436" y="4537"/>
                  </a:lnTo>
                  <a:lnTo>
                    <a:pt x="50970" y="4337"/>
                  </a:lnTo>
                  <a:lnTo>
                    <a:pt x="51471" y="4437"/>
                  </a:lnTo>
                  <a:lnTo>
                    <a:pt x="52004" y="4537"/>
                  </a:lnTo>
                  <a:lnTo>
                    <a:pt x="52471" y="4337"/>
                  </a:lnTo>
                  <a:lnTo>
                    <a:pt x="53038" y="4437"/>
                  </a:lnTo>
                  <a:lnTo>
                    <a:pt x="53539" y="4337"/>
                  </a:lnTo>
                  <a:lnTo>
                    <a:pt x="53906" y="3903"/>
                  </a:lnTo>
                  <a:lnTo>
                    <a:pt x="54439" y="3937"/>
                  </a:lnTo>
                  <a:lnTo>
                    <a:pt x="54873" y="3737"/>
                  </a:lnTo>
                  <a:lnTo>
                    <a:pt x="55373" y="3737"/>
                  </a:lnTo>
                  <a:lnTo>
                    <a:pt x="55840" y="3603"/>
                  </a:lnTo>
                  <a:lnTo>
                    <a:pt x="56274" y="3403"/>
                  </a:lnTo>
                  <a:lnTo>
                    <a:pt x="56808" y="3470"/>
                  </a:lnTo>
                  <a:lnTo>
                    <a:pt x="57208" y="3003"/>
                  </a:lnTo>
                  <a:lnTo>
                    <a:pt x="57708" y="3036"/>
                  </a:lnTo>
                  <a:lnTo>
                    <a:pt x="58209" y="3170"/>
                  </a:lnTo>
                  <a:lnTo>
                    <a:pt x="58642" y="2869"/>
                  </a:lnTo>
                  <a:lnTo>
                    <a:pt x="59143" y="2703"/>
                  </a:lnTo>
                  <a:lnTo>
                    <a:pt x="59643" y="2803"/>
                  </a:lnTo>
                  <a:lnTo>
                    <a:pt x="60143" y="2969"/>
                  </a:lnTo>
                  <a:lnTo>
                    <a:pt x="60610" y="2869"/>
                  </a:lnTo>
                  <a:lnTo>
                    <a:pt x="61077" y="2903"/>
                  </a:lnTo>
                  <a:lnTo>
                    <a:pt x="61611" y="2969"/>
                  </a:lnTo>
                  <a:lnTo>
                    <a:pt x="62178" y="2869"/>
                  </a:lnTo>
                  <a:lnTo>
                    <a:pt x="62745" y="2936"/>
                  </a:lnTo>
                  <a:lnTo>
                    <a:pt x="63179" y="3136"/>
                  </a:lnTo>
                  <a:lnTo>
                    <a:pt x="63646" y="3103"/>
                  </a:lnTo>
                  <a:lnTo>
                    <a:pt x="64080" y="3136"/>
                  </a:lnTo>
                  <a:lnTo>
                    <a:pt x="64547" y="2936"/>
                  </a:lnTo>
                  <a:lnTo>
                    <a:pt x="64980" y="2669"/>
                  </a:lnTo>
                  <a:lnTo>
                    <a:pt x="65447" y="2736"/>
                  </a:lnTo>
                  <a:lnTo>
                    <a:pt x="65847" y="2569"/>
                  </a:lnTo>
                  <a:lnTo>
                    <a:pt x="66381" y="2669"/>
                  </a:lnTo>
                  <a:lnTo>
                    <a:pt x="66882" y="2536"/>
                  </a:lnTo>
                  <a:lnTo>
                    <a:pt x="67215" y="2169"/>
                  </a:lnTo>
                  <a:lnTo>
                    <a:pt x="67715" y="2035"/>
                  </a:lnTo>
                  <a:lnTo>
                    <a:pt x="68116" y="1702"/>
                  </a:lnTo>
                  <a:lnTo>
                    <a:pt x="68616" y="1635"/>
                  </a:lnTo>
                  <a:lnTo>
                    <a:pt x="68950" y="1201"/>
                  </a:lnTo>
                  <a:lnTo>
                    <a:pt x="69483" y="1335"/>
                  </a:lnTo>
                  <a:lnTo>
                    <a:pt x="69917" y="1235"/>
                  </a:lnTo>
                  <a:lnTo>
                    <a:pt x="70384" y="1301"/>
                  </a:lnTo>
                  <a:lnTo>
                    <a:pt x="70884" y="1368"/>
                  </a:lnTo>
                  <a:lnTo>
                    <a:pt x="71351" y="1335"/>
                  </a:lnTo>
                  <a:lnTo>
                    <a:pt x="71718" y="1135"/>
                  </a:lnTo>
                  <a:lnTo>
                    <a:pt x="71718" y="167"/>
                  </a:lnTo>
                  <a:lnTo>
                    <a:pt x="71718" y="167"/>
                  </a:lnTo>
                  <a:lnTo>
                    <a:pt x="71218" y="101"/>
                  </a:lnTo>
                  <a:lnTo>
                    <a:pt x="70751" y="67"/>
                  </a:lnTo>
                  <a:lnTo>
                    <a:pt x="70317" y="134"/>
                  </a:lnTo>
                  <a:lnTo>
                    <a:pt x="69784" y="1"/>
                  </a:lnTo>
                  <a:lnTo>
                    <a:pt x="69450" y="468"/>
                  </a:lnTo>
                  <a:lnTo>
                    <a:pt x="68950" y="534"/>
                  </a:lnTo>
                  <a:lnTo>
                    <a:pt x="68549" y="834"/>
                  </a:lnTo>
                  <a:lnTo>
                    <a:pt x="68049" y="968"/>
                  </a:lnTo>
                  <a:lnTo>
                    <a:pt x="67715" y="1368"/>
                  </a:lnTo>
                  <a:lnTo>
                    <a:pt x="67215" y="1502"/>
                  </a:lnTo>
                  <a:lnTo>
                    <a:pt x="66681" y="1368"/>
                  </a:lnTo>
                  <a:lnTo>
                    <a:pt x="66281" y="1535"/>
                  </a:lnTo>
                  <a:lnTo>
                    <a:pt x="65814" y="1502"/>
                  </a:lnTo>
                  <a:lnTo>
                    <a:pt x="65380" y="1768"/>
                  </a:lnTo>
                  <a:lnTo>
                    <a:pt x="64913" y="1969"/>
                  </a:lnTo>
                  <a:lnTo>
                    <a:pt x="64480" y="1935"/>
                  </a:lnTo>
                  <a:lnTo>
                    <a:pt x="64013" y="1969"/>
                  </a:lnTo>
                  <a:lnTo>
                    <a:pt x="63579" y="1768"/>
                  </a:lnTo>
                  <a:lnTo>
                    <a:pt x="63012" y="1735"/>
                  </a:lnTo>
                  <a:lnTo>
                    <a:pt x="62445" y="1802"/>
                  </a:lnTo>
                  <a:lnTo>
                    <a:pt x="61945" y="1735"/>
                  </a:lnTo>
                  <a:lnTo>
                    <a:pt x="61444" y="1702"/>
                  </a:lnTo>
                  <a:lnTo>
                    <a:pt x="60977" y="1802"/>
                  </a:lnTo>
                  <a:lnTo>
                    <a:pt x="60477" y="1635"/>
                  </a:lnTo>
                  <a:lnTo>
                    <a:pt x="59977" y="1568"/>
                  </a:lnTo>
                  <a:lnTo>
                    <a:pt x="59510" y="1702"/>
                  </a:lnTo>
                  <a:lnTo>
                    <a:pt x="59043" y="2002"/>
                  </a:lnTo>
                  <a:lnTo>
                    <a:pt x="58542" y="1869"/>
                  </a:lnTo>
                  <a:lnTo>
                    <a:pt x="58042" y="1869"/>
                  </a:lnTo>
                  <a:lnTo>
                    <a:pt x="57642" y="2336"/>
                  </a:lnTo>
                  <a:lnTo>
                    <a:pt x="57141" y="2269"/>
                  </a:lnTo>
                  <a:lnTo>
                    <a:pt x="56674" y="2469"/>
                  </a:lnTo>
                  <a:lnTo>
                    <a:pt x="56241" y="2602"/>
                  </a:lnTo>
                  <a:lnTo>
                    <a:pt x="55707" y="2602"/>
                  </a:lnTo>
                  <a:lnTo>
                    <a:pt x="55273" y="2803"/>
                  </a:lnTo>
                  <a:lnTo>
                    <a:pt x="54740" y="2803"/>
                  </a:lnTo>
                  <a:lnTo>
                    <a:pt x="54406" y="3203"/>
                  </a:lnTo>
                  <a:lnTo>
                    <a:pt x="53872" y="3303"/>
                  </a:lnTo>
                  <a:lnTo>
                    <a:pt x="53339" y="3203"/>
                  </a:lnTo>
                  <a:lnTo>
                    <a:pt x="52838" y="3436"/>
                  </a:lnTo>
                  <a:lnTo>
                    <a:pt x="52338" y="3303"/>
                  </a:lnTo>
                  <a:lnTo>
                    <a:pt x="51837" y="3236"/>
                  </a:lnTo>
                  <a:lnTo>
                    <a:pt x="51304" y="3436"/>
                  </a:lnTo>
                  <a:lnTo>
                    <a:pt x="50803" y="3270"/>
                  </a:lnTo>
                  <a:lnTo>
                    <a:pt x="50236" y="3336"/>
                  </a:lnTo>
                  <a:lnTo>
                    <a:pt x="49736" y="3170"/>
                  </a:lnTo>
                  <a:lnTo>
                    <a:pt x="49236" y="2869"/>
                  </a:lnTo>
                  <a:lnTo>
                    <a:pt x="48669" y="3036"/>
                  </a:lnTo>
                  <a:lnTo>
                    <a:pt x="48135" y="2769"/>
                  </a:lnTo>
                  <a:lnTo>
                    <a:pt x="47601" y="3003"/>
                  </a:lnTo>
                  <a:lnTo>
                    <a:pt x="47134" y="2569"/>
                  </a:lnTo>
                  <a:lnTo>
                    <a:pt x="46600" y="2703"/>
                  </a:lnTo>
                  <a:lnTo>
                    <a:pt x="46067" y="2502"/>
                  </a:lnTo>
                  <a:lnTo>
                    <a:pt x="45566" y="2803"/>
                  </a:lnTo>
                  <a:lnTo>
                    <a:pt x="45066" y="2703"/>
                  </a:lnTo>
                  <a:lnTo>
                    <a:pt x="44599" y="2736"/>
                  </a:lnTo>
                  <a:lnTo>
                    <a:pt x="44132" y="2969"/>
                  </a:lnTo>
                  <a:lnTo>
                    <a:pt x="43632" y="3136"/>
                  </a:lnTo>
                  <a:lnTo>
                    <a:pt x="43131" y="3003"/>
                  </a:lnTo>
                  <a:lnTo>
                    <a:pt x="42598" y="3036"/>
                  </a:lnTo>
                  <a:lnTo>
                    <a:pt x="42097" y="3003"/>
                  </a:lnTo>
                  <a:lnTo>
                    <a:pt x="41563" y="3036"/>
                  </a:lnTo>
                  <a:lnTo>
                    <a:pt x="41030" y="2869"/>
                  </a:lnTo>
                  <a:lnTo>
                    <a:pt x="40496" y="3069"/>
                  </a:lnTo>
                  <a:lnTo>
                    <a:pt x="39996" y="2769"/>
                  </a:lnTo>
                  <a:lnTo>
                    <a:pt x="39529" y="2636"/>
                  </a:lnTo>
                  <a:lnTo>
                    <a:pt x="39028" y="2636"/>
                  </a:lnTo>
                  <a:lnTo>
                    <a:pt x="38561" y="2903"/>
                  </a:lnTo>
                  <a:lnTo>
                    <a:pt x="38061" y="2903"/>
                  </a:lnTo>
                  <a:lnTo>
                    <a:pt x="37594" y="3003"/>
                  </a:lnTo>
                  <a:lnTo>
                    <a:pt x="37094" y="2903"/>
                  </a:lnTo>
                  <a:lnTo>
                    <a:pt x="36627" y="3003"/>
                  </a:lnTo>
                  <a:lnTo>
                    <a:pt x="36126" y="3136"/>
                  </a:lnTo>
                  <a:lnTo>
                    <a:pt x="35659" y="3236"/>
                  </a:lnTo>
                  <a:lnTo>
                    <a:pt x="35159" y="3136"/>
                  </a:lnTo>
                  <a:lnTo>
                    <a:pt x="34659" y="3203"/>
                  </a:lnTo>
                  <a:lnTo>
                    <a:pt x="34158" y="3403"/>
                  </a:lnTo>
                  <a:lnTo>
                    <a:pt x="33691" y="3436"/>
                  </a:lnTo>
                  <a:lnTo>
                    <a:pt x="33157" y="3403"/>
                  </a:lnTo>
                  <a:lnTo>
                    <a:pt x="32657" y="3370"/>
                  </a:lnTo>
                  <a:lnTo>
                    <a:pt x="32190" y="3370"/>
                  </a:lnTo>
                  <a:lnTo>
                    <a:pt x="31690" y="3503"/>
                  </a:lnTo>
                  <a:lnTo>
                    <a:pt x="31189" y="3403"/>
                  </a:lnTo>
                  <a:lnTo>
                    <a:pt x="30689" y="3403"/>
                  </a:lnTo>
                  <a:lnTo>
                    <a:pt x="30189" y="3536"/>
                  </a:lnTo>
                  <a:lnTo>
                    <a:pt x="29722" y="3737"/>
                  </a:lnTo>
                  <a:lnTo>
                    <a:pt x="29221" y="3770"/>
                  </a:lnTo>
                  <a:lnTo>
                    <a:pt x="28754" y="3903"/>
                  </a:lnTo>
                  <a:lnTo>
                    <a:pt x="28221" y="3603"/>
                  </a:lnTo>
                  <a:lnTo>
                    <a:pt x="27754" y="3903"/>
                  </a:lnTo>
                  <a:lnTo>
                    <a:pt x="27287" y="4003"/>
                  </a:lnTo>
                  <a:lnTo>
                    <a:pt x="26820" y="3937"/>
                  </a:lnTo>
                  <a:lnTo>
                    <a:pt x="26319" y="3703"/>
                  </a:lnTo>
                  <a:lnTo>
                    <a:pt x="25852" y="4070"/>
                  </a:lnTo>
                  <a:lnTo>
                    <a:pt x="25385" y="4104"/>
                  </a:lnTo>
                  <a:lnTo>
                    <a:pt x="24985" y="3803"/>
                  </a:lnTo>
                  <a:lnTo>
                    <a:pt x="24518" y="4003"/>
                  </a:lnTo>
                  <a:lnTo>
                    <a:pt x="24118" y="3870"/>
                  </a:lnTo>
                  <a:lnTo>
                    <a:pt x="23684" y="3603"/>
                  </a:lnTo>
                  <a:lnTo>
                    <a:pt x="23150" y="3603"/>
                  </a:lnTo>
                  <a:lnTo>
                    <a:pt x="22683" y="3436"/>
                  </a:lnTo>
                  <a:lnTo>
                    <a:pt x="22250" y="3170"/>
                  </a:lnTo>
                  <a:lnTo>
                    <a:pt x="21716" y="3336"/>
                  </a:lnTo>
                  <a:lnTo>
                    <a:pt x="21216" y="3270"/>
                  </a:lnTo>
                  <a:lnTo>
                    <a:pt x="20749" y="3069"/>
                  </a:lnTo>
                  <a:lnTo>
                    <a:pt x="20282" y="2869"/>
                  </a:lnTo>
                  <a:lnTo>
                    <a:pt x="19781" y="3036"/>
                  </a:lnTo>
                  <a:lnTo>
                    <a:pt x="19281" y="2869"/>
                  </a:lnTo>
                  <a:lnTo>
                    <a:pt x="18814" y="3103"/>
                  </a:lnTo>
                  <a:lnTo>
                    <a:pt x="18347" y="3170"/>
                  </a:lnTo>
                  <a:lnTo>
                    <a:pt x="17847" y="3069"/>
                  </a:lnTo>
                  <a:lnTo>
                    <a:pt x="17346" y="3036"/>
                  </a:lnTo>
                  <a:lnTo>
                    <a:pt x="16913" y="3336"/>
                  </a:lnTo>
                  <a:lnTo>
                    <a:pt x="16412" y="3403"/>
                  </a:lnTo>
                  <a:lnTo>
                    <a:pt x="15912" y="3370"/>
                  </a:lnTo>
                  <a:lnTo>
                    <a:pt x="15411" y="3303"/>
                  </a:lnTo>
                  <a:lnTo>
                    <a:pt x="14944" y="3470"/>
                  </a:lnTo>
                  <a:lnTo>
                    <a:pt x="14444" y="3403"/>
                  </a:lnTo>
                  <a:lnTo>
                    <a:pt x="13977" y="3503"/>
                  </a:lnTo>
                  <a:lnTo>
                    <a:pt x="13477" y="3336"/>
                  </a:lnTo>
                  <a:lnTo>
                    <a:pt x="12976" y="3436"/>
                  </a:lnTo>
                  <a:lnTo>
                    <a:pt x="12476" y="3370"/>
                  </a:lnTo>
                  <a:lnTo>
                    <a:pt x="12009" y="3603"/>
                  </a:lnTo>
                  <a:lnTo>
                    <a:pt x="11542" y="3570"/>
                  </a:lnTo>
                  <a:lnTo>
                    <a:pt x="11075" y="3903"/>
                  </a:lnTo>
                  <a:lnTo>
                    <a:pt x="10575" y="3903"/>
                  </a:lnTo>
                  <a:lnTo>
                    <a:pt x="10074" y="3703"/>
                  </a:lnTo>
                  <a:lnTo>
                    <a:pt x="9607" y="3903"/>
                  </a:lnTo>
                  <a:lnTo>
                    <a:pt x="9140" y="3903"/>
                  </a:lnTo>
                  <a:lnTo>
                    <a:pt x="8640" y="3703"/>
                  </a:lnTo>
                  <a:lnTo>
                    <a:pt x="8140" y="3970"/>
                  </a:lnTo>
                  <a:lnTo>
                    <a:pt x="7639" y="4003"/>
                  </a:lnTo>
                  <a:lnTo>
                    <a:pt x="7139" y="3870"/>
                  </a:lnTo>
                  <a:lnTo>
                    <a:pt x="6639" y="3870"/>
                  </a:lnTo>
                  <a:lnTo>
                    <a:pt x="6105" y="3737"/>
                  </a:lnTo>
                  <a:lnTo>
                    <a:pt x="5571" y="3870"/>
                  </a:lnTo>
                  <a:lnTo>
                    <a:pt x="5037" y="3903"/>
                  </a:lnTo>
                  <a:lnTo>
                    <a:pt x="4504" y="4037"/>
                  </a:lnTo>
                  <a:lnTo>
                    <a:pt x="3970" y="3937"/>
                  </a:lnTo>
                  <a:lnTo>
                    <a:pt x="3403" y="3937"/>
                  </a:lnTo>
                  <a:lnTo>
                    <a:pt x="2936" y="3970"/>
                  </a:lnTo>
                  <a:lnTo>
                    <a:pt x="2469" y="4270"/>
                  </a:lnTo>
                  <a:lnTo>
                    <a:pt x="2002" y="4337"/>
                  </a:lnTo>
                  <a:lnTo>
                    <a:pt x="1502" y="4170"/>
                  </a:lnTo>
                  <a:lnTo>
                    <a:pt x="1068" y="4404"/>
                  </a:lnTo>
                  <a:lnTo>
                    <a:pt x="601" y="4604"/>
                  </a:lnTo>
                  <a:lnTo>
                    <a:pt x="134" y="4871"/>
                  </a:lnTo>
                  <a:lnTo>
                    <a:pt x="0" y="4871"/>
                  </a:lnTo>
                  <a:lnTo>
                    <a:pt x="0" y="5404"/>
                  </a:lnTo>
                  <a:lnTo>
                    <a:pt x="201" y="5304"/>
                  </a:lnTo>
                  <a:lnTo>
                    <a:pt x="634" y="5071"/>
                  </a:lnTo>
                  <a:lnTo>
                    <a:pt x="1168" y="5271"/>
                  </a:lnTo>
                  <a:lnTo>
                    <a:pt x="1635" y="517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72" name="Google Shape;772;p29"/>
            <p:cNvSpPr/>
            <p:nvPr/>
          </p:nvSpPr>
          <p:spPr>
            <a:xfrm>
              <a:off x="6268229" y="1126723"/>
              <a:ext cx="2821246" cy="187679"/>
            </a:xfrm>
            <a:custGeom>
              <a:avLst/>
              <a:gdLst/>
              <a:ahLst/>
              <a:cxnLst/>
              <a:rect l="l" t="t" r="r" b="b"/>
              <a:pathLst>
                <a:path w="71719" h="4771" extrusionOk="0">
                  <a:moveTo>
                    <a:pt x="70918" y="934"/>
                  </a:moveTo>
                  <a:lnTo>
                    <a:pt x="70451" y="1168"/>
                  </a:lnTo>
                  <a:lnTo>
                    <a:pt x="69950" y="1168"/>
                  </a:lnTo>
                  <a:lnTo>
                    <a:pt x="69450" y="1035"/>
                  </a:lnTo>
                  <a:lnTo>
                    <a:pt x="68950" y="1301"/>
                  </a:lnTo>
                  <a:lnTo>
                    <a:pt x="68449" y="1068"/>
                  </a:lnTo>
                  <a:lnTo>
                    <a:pt x="67882" y="1201"/>
                  </a:lnTo>
                  <a:lnTo>
                    <a:pt x="67449" y="734"/>
                  </a:lnTo>
                  <a:lnTo>
                    <a:pt x="66882" y="901"/>
                  </a:lnTo>
                  <a:lnTo>
                    <a:pt x="66381" y="634"/>
                  </a:lnTo>
                  <a:lnTo>
                    <a:pt x="65814" y="734"/>
                  </a:lnTo>
                  <a:lnTo>
                    <a:pt x="65347" y="434"/>
                  </a:lnTo>
                  <a:lnTo>
                    <a:pt x="64847" y="234"/>
                  </a:lnTo>
                  <a:lnTo>
                    <a:pt x="64280" y="267"/>
                  </a:lnTo>
                  <a:lnTo>
                    <a:pt x="63779" y="67"/>
                  </a:lnTo>
                  <a:lnTo>
                    <a:pt x="63246" y="267"/>
                  </a:lnTo>
                  <a:lnTo>
                    <a:pt x="62745" y="134"/>
                  </a:lnTo>
                  <a:lnTo>
                    <a:pt x="62245" y="0"/>
                  </a:lnTo>
                  <a:lnTo>
                    <a:pt x="61745" y="201"/>
                  </a:lnTo>
                  <a:lnTo>
                    <a:pt x="61211" y="34"/>
                  </a:lnTo>
                  <a:lnTo>
                    <a:pt x="60677" y="101"/>
                  </a:lnTo>
                  <a:lnTo>
                    <a:pt x="60310" y="534"/>
                  </a:lnTo>
                  <a:lnTo>
                    <a:pt x="59776" y="467"/>
                  </a:lnTo>
                  <a:lnTo>
                    <a:pt x="59309" y="634"/>
                  </a:lnTo>
                  <a:lnTo>
                    <a:pt x="58809" y="601"/>
                  </a:lnTo>
                  <a:lnTo>
                    <a:pt x="58342" y="701"/>
                  </a:lnTo>
                  <a:lnTo>
                    <a:pt x="57908" y="901"/>
                  </a:lnTo>
                  <a:lnTo>
                    <a:pt x="57375" y="801"/>
                  </a:lnTo>
                  <a:lnTo>
                    <a:pt x="56974" y="1235"/>
                  </a:lnTo>
                  <a:lnTo>
                    <a:pt x="56474" y="1201"/>
                  </a:lnTo>
                  <a:lnTo>
                    <a:pt x="55974" y="1035"/>
                  </a:lnTo>
                  <a:lnTo>
                    <a:pt x="55507" y="1301"/>
                  </a:lnTo>
                  <a:lnTo>
                    <a:pt x="55006" y="1435"/>
                  </a:lnTo>
                  <a:lnTo>
                    <a:pt x="54539" y="1335"/>
                  </a:lnTo>
                  <a:lnTo>
                    <a:pt x="54039" y="1135"/>
                  </a:lnTo>
                  <a:lnTo>
                    <a:pt x="53572" y="1201"/>
                  </a:lnTo>
                  <a:lnTo>
                    <a:pt x="53072" y="1135"/>
                  </a:lnTo>
                  <a:lnTo>
                    <a:pt x="52571" y="1068"/>
                  </a:lnTo>
                  <a:lnTo>
                    <a:pt x="51971" y="1101"/>
                  </a:lnTo>
                  <a:lnTo>
                    <a:pt x="51437" y="1035"/>
                  </a:lnTo>
                  <a:lnTo>
                    <a:pt x="51004" y="801"/>
                  </a:lnTo>
                  <a:lnTo>
                    <a:pt x="50537" y="801"/>
                  </a:lnTo>
                  <a:lnTo>
                    <a:pt x="50103" y="734"/>
                  </a:lnTo>
                  <a:lnTo>
                    <a:pt x="49636" y="901"/>
                  </a:lnTo>
                  <a:lnTo>
                    <a:pt x="49202" y="1168"/>
                  </a:lnTo>
                  <a:lnTo>
                    <a:pt x="48735" y="1068"/>
                  </a:lnTo>
                  <a:lnTo>
                    <a:pt x="48302" y="1235"/>
                  </a:lnTo>
                  <a:lnTo>
                    <a:pt x="47768" y="1068"/>
                  </a:lnTo>
                  <a:lnTo>
                    <a:pt x="47268" y="1168"/>
                  </a:lnTo>
                  <a:lnTo>
                    <a:pt x="46901" y="1535"/>
                  </a:lnTo>
                  <a:lnTo>
                    <a:pt x="46400" y="1635"/>
                  </a:lnTo>
                  <a:lnTo>
                    <a:pt x="46000" y="1935"/>
                  </a:lnTo>
                  <a:lnTo>
                    <a:pt x="45500" y="1969"/>
                  </a:lnTo>
                  <a:lnTo>
                    <a:pt x="45133" y="2436"/>
                  </a:lnTo>
                  <a:lnTo>
                    <a:pt x="44632" y="2269"/>
                  </a:lnTo>
                  <a:lnTo>
                    <a:pt x="44165" y="2302"/>
                  </a:lnTo>
                  <a:lnTo>
                    <a:pt x="43698" y="2235"/>
                  </a:lnTo>
                  <a:lnTo>
                    <a:pt x="43231" y="2169"/>
                  </a:lnTo>
                  <a:lnTo>
                    <a:pt x="42764" y="2169"/>
                  </a:lnTo>
                  <a:lnTo>
                    <a:pt x="42264" y="2369"/>
                  </a:lnTo>
                  <a:lnTo>
                    <a:pt x="41730" y="2202"/>
                  </a:lnTo>
                  <a:lnTo>
                    <a:pt x="41230" y="2469"/>
                  </a:lnTo>
                  <a:lnTo>
                    <a:pt x="40730" y="2536"/>
                  </a:lnTo>
                  <a:lnTo>
                    <a:pt x="40229" y="2135"/>
                  </a:lnTo>
                  <a:lnTo>
                    <a:pt x="39729" y="2235"/>
                  </a:lnTo>
                  <a:lnTo>
                    <a:pt x="39228" y="2169"/>
                  </a:lnTo>
                  <a:lnTo>
                    <a:pt x="38695" y="2436"/>
                  </a:lnTo>
                  <a:lnTo>
                    <a:pt x="38194" y="2369"/>
                  </a:lnTo>
                  <a:lnTo>
                    <a:pt x="37694" y="2169"/>
                  </a:lnTo>
                  <a:lnTo>
                    <a:pt x="37194" y="2502"/>
                  </a:lnTo>
                  <a:lnTo>
                    <a:pt x="36693" y="2369"/>
                  </a:lnTo>
                  <a:lnTo>
                    <a:pt x="36160" y="2335"/>
                  </a:lnTo>
                  <a:lnTo>
                    <a:pt x="35659" y="2502"/>
                  </a:lnTo>
                  <a:lnTo>
                    <a:pt x="35159" y="2202"/>
                  </a:lnTo>
                  <a:lnTo>
                    <a:pt x="34625" y="2335"/>
                  </a:lnTo>
                  <a:lnTo>
                    <a:pt x="34125" y="2436"/>
                  </a:lnTo>
                  <a:lnTo>
                    <a:pt x="33591" y="2202"/>
                  </a:lnTo>
                  <a:lnTo>
                    <a:pt x="33091" y="2569"/>
                  </a:lnTo>
                  <a:lnTo>
                    <a:pt x="32590" y="2436"/>
                  </a:lnTo>
                  <a:lnTo>
                    <a:pt x="32057" y="2469"/>
                  </a:lnTo>
                  <a:lnTo>
                    <a:pt x="31556" y="2536"/>
                  </a:lnTo>
                  <a:lnTo>
                    <a:pt x="31056" y="2269"/>
                  </a:lnTo>
                  <a:lnTo>
                    <a:pt x="30522" y="2569"/>
                  </a:lnTo>
                  <a:lnTo>
                    <a:pt x="30022" y="2369"/>
                  </a:lnTo>
                  <a:lnTo>
                    <a:pt x="29522" y="2502"/>
                  </a:lnTo>
                  <a:lnTo>
                    <a:pt x="28988" y="2569"/>
                  </a:lnTo>
                  <a:lnTo>
                    <a:pt x="28487" y="2569"/>
                  </a:lnTo>
                  <a:lnTo>
                    <a:pt x="27987" y="2736"/>
                  </a:lnTo>
                  <a:lnTo>
                    <a:pt x="27487" y="2636"/>
                  </a:lnTo>
                  <a:lnTo>
                    <a:pt x="26986" y="2869"/>
                  </a:lnTo>
                  <a:lnTo>
                    <a:pt x="26453" y="2736"/>
                  </a:lnTo>
                  <a:lnTo>
                    <a:pt x="26019" y="3103"/>
                  </a:lnTo>
                  <a:lnTo>
                    <a:pt x="25452" y="3003"/>
                  </a:lnTo>
                  <a:lnTo>
                    <a:pt x="24952" y="3036"/>
                  </a:lnTo>
                  <a:lnTo>
                    <a:pt x="24418" y="3003"/>
                  </a:lnTo>
                  <a:lnTo>
                    <a:pt x="23984" y="3370"/>
                  </a:lnTo>
                  <a:lnTo>
                    <a:pt x="23417" y="3370"/>
                  </a:lnTo>
                  <a:lnTo>
                    <a:pt x="22850" y="3470"/>
                  </a:lnTo>
                  <a:lnTo>
                    <a:pt x="22350" y="3703"/>
                  </a:lnTo>
                  <a:lnTo>
                    <a:pt x="21849" y="3970"/>
                  </a:lnTo>
                  <a:lnTo>
                    <a:pt x="21349" y="3803"/>
                  </a:lnTo>
                  <a:lnTo>
                    <a:pt x="20882" y="4003"/>
                  </a:lnTo>
                  <a:lnTo>
                    <a:pt x="20415" y="3903"/>
                  </a:lnTo>
                  <a:lnTo>
                    <a:pt x="19948" y="3903"/>
                  </a:lnTo>
                  <a:lnTo>
                    <a:pt x="19414" y="3937"/>
                  </a:lnTo>
                  <a:lnTo>
                    <a:pt x="18914" y="3770"/>
                  </a:lnTo>
                  <a:lnTo>
                    <a:pt x="18414" y="3970"/>
                  </a:lnTo>
                  <a:lnTo>
                    <a:pt x="17913" y="3703"/>
                  </a:lnTo>
                  <a:lnTo>
                    <a:pt x="17413" y="3736"/>
                  </a:lnTo>
                  <a:lnTo>
                    <a:pt x="16879" y="3970"/>
                  </a:lnTo>
                  <a:lnTo>
                    <a:pt x="16412" y="3670"/>
                  </a:lnTo>
                  <a:lnTo>
                    <a:pt x="15878" y="3837"/>
                  </a:lnTo>
                  <a:lnTo>
                    <a:pt x="15411" y="3670"/>
                  </a:lnTo>
                  <a:lnTo>
                    <a:pt x="14878" y="3803"/>
                  </a:lnTo>
                  <a:lnTo>
                    <a:pt x="14411" y="3636"/>
                  </a:lnTo>
                  <a:lnTo>
                    <a:pt x="13910" y="3536"/>
                  </a:lnTo>
                  <a:lnTo>
                    <a:pt x="13510" y="3169"/>
                  </a:lnTo>
                  <a:lnTo>
                    <a:pt x="13010" y="3036"/>
                  </a:lnTo>
                  <a:lnTo>
                    <a:pt x="12476" y="3169"/>
                  </a:lnTo>
                  <a:lnTo>
                    <a:pt x="12009" y="2903"/>
                  </a:lnTo>
                  <a:lnTo>
                    <a:pt x="11475" y="2836"/>
                  </a:lnTo>
                  <a:lnTo>
                    <a:pt x="10908" y="3069"/>
                  </a:lnTo>
                  <a:lnTo>
                    <a:pt x="10441" y="2702"/>
                  </a:lnTo>
                  <a:lnTo>
                    <a:pt x="9941" y="2702"/>
                  </a:lnTo>
                  <a:lnTo>
                    <a:pt x="9374" y="2736"/>
                  </a:lnTo>
                  <a:lnTo>
                    <a:pt x="8840" y="2702"/>
                  </a:lnTo>
                  <a:lnTo>
                    <a:pt x="8273" y="2669"/>
                  </a:lnTo>
                  <a:lnTo>
                    <a:pt x="7773" y="2369"/>
                  </a:lnTo>
                  <a:lnTo>
                    <a:pt x="7239" y="2736"/>
                  </a:lnTo>
                  <a:lnTo>
                    <a:pt x="6739" y="2736"/>
                  </a:lnTo>
                  <a:lnTo>
                    <a:pt x="6205" y="2436"/>
                  </a:lnTo>
                  <a:lnTo>
                    <a:pt x="5738" y="2802"/>
                  </a:lnTo>
                  <a:lnTo>
                    <a:pt x="5137" y="2602"/>
                  </a:lnTo>
                  <a:lnTo>
                    <a:pt x="4804" y="3136"/>
                  </a:lnTo>
                  <a:lnTo>
                    <a:pt x="4270" y="3069"/>
                  </a:lnTo>
                  <a:lnTo>
                    <a:pt x="3870" y="3370"/>
                  </a:lnTo>
                  <a:lnTo>
                    <a:pt x="3403" y="3536"/>
                  </a:lnTo>
                  <a:lnTo>
                    <a:pt x="2936" y="3636"/>
                  </a:lnTo>
                  <a:lnTo>
                    <a:pt x="2469" y="3770"/>
                  </a:lnTo>
                  <a:lnTo>
                    <a:pt x="1935" y="3670"/>
                  </a:lnTo>
                  <a:lnTo>
                    <a:pt x="1535" y="4103"/>
                  </a:lnTo>
                  <a:lnTo>
                    <a:pt x="1001" y="3903"/>
                  </a:lnTo>
                  <a:lnTo>
                    <a:pt x="568" y="4137"/>
                  </a:lnTo>
                  <a:lnTo>
                    <a:pt x="67" y="4137"/>
                  </a:lnTo>
                  <a:lnTo>
                    <a:pt x="0" y="4170"/>
                  </a:lnTo>
                  <a:lnTo>
                    <a:pt x="0" y="4771"/>
                  </a:lnTo>
                  <a:lnTo>
                    <a:pt x="367" y="4537"/>
                  </a:lnTo>
                  <a:lnTo>
                    <a:pt x="868" y="4570"/>
                  </a:lnTo>
                  <a:lnTo>
                    <a:pt x="1301" y="4337"/>
                  </a:lnTo>
                  <a:lnTo>
                    <a:pt x="1835" y="4537"/>
                  </a:lnTo>
                  <a:lnTo>
                    <a:pt x="2235" y="4103"/>
                  </a:lnTo>
                  <a:lnTo>
                    <a:pt x="2769" y="4203"/>
                  </a:lnTo>
                  <a:lnTo>
                    <a:pt x="3236" y="4070"/>
                  </a:lnTo>
                  <a:lnTo>
                    <a:pt x="3736" y="4003"/>
                  </a:lnTo>
                  <a:lnTo>
                    <a:pt x="4170" y="3837"/>
                  </a:lnTo>
                  <a:lnTo>
                    <a:pt x="4604" y="3536"/>
                  </a:lnTo>
                  <a:lnTo>
                    <a:pt x="5137" y="3603"/>
                  </a:lnTo>
                  <a:lnTo>
                    <a:pt x="5471" y="3103"/>
                  </a:lnTo>
                  <a:lnTo>
                    <a:pt x="6071" y="3269"/>
                  </a:lnTo>
                  <a:lnTo>
                    <a:pt x="6538" y="2936"/>
                  </a:lnTo>
                  <a:lnTo>
                    <a:pt x="7072" y="3236"/>
                  </a:lnTo>
                  <a:lnTo>
                    <a:pt x="7573" y="3236"/>
                  </a:lnTo>
                  <a:lnTo>
                    <a:pt x="8106" y="2869"/>
                  </a:lnTo>
                  <a:lnTo>
                    <a:pt x="8607" y="3169"/>
                  </a:lnTo>
                  <a:lnTo>
                    <a:pt x="9174" y="3203"/>
                  </a:lnTo>
                  <a:lnTo>
                    <a:pt x="9707" y="3236"/>
                  </a:lnTo>
                  <a:lnTo>
                    <a:pt x="10241" y="3203"/>
                  </a:lnTo>
                  <a:lnTo>
                    <a:pt x="10775" y="3203"/>
                  </a:lnTo>
                  <a:lnTo>
                    <a:pt x="11242" y="3570"/>
                  </a:lnTo>
                  <a:lnTo>
                    <a:pt x="11809" y="3370"/>
                  </a:lnTo>
                  <a:lnTo>
                    <a:pt x="12309" y="3436"/>
                  </a:lnTo>
                  <a:lnTo>
                    <a:pt x="12810" y="3736"/>
                  </a:lnTo>
                  <a:lnTo>
                    <a:pt x="13343" y="3570"/>
                  </a:lnTo>
                  <a:lnTo>
                    <a:pt x="13810" y="3703"/>
                  </a:lnTo>
                  <a:lnTo>
                    <a:pt x="14244" y="4103"/>
                  </a:lnTo>
                  <a:lnTo>
                    <a:pt x="14711" y="4203"/>
                  </a:lnTo>
                  <a:lnTo>
                    <a:pt x="15211" y="4337"/>
                  </a:lnTo>
                  <a:lnTo>
                    <a:pt x="15712" y="4237"/>
                  </a:lnTo>
                  <a:lnTo>
                    <a:pt x="16212" y="4404"/>
                  </a:lnTo>
                  <a:lnTo>
                    <a:pt x="16712" y="4237"/>
                  </a:lnTo>
                  <a:lnTo>
                    <a:pt x="17213" y="4537"/>
                  </a:lnTo>
                  <a:lnTo>
                    <a:pt x="17713" y="4337"/>
                  </a:lnTo>
                  <a:lnTo>
                    <a:pt x="18247" y="4304"/>
                  </a:lnTo>
                  <a:lnTo>
                    <a:pt x="18714" y="4570"/>
                  </a:lnTo>
                  <a:lnTo>
                    <a:pt x="19248" y="4370"/>
                  </a:lnTo>
                  <a:lnTo>
                    <a:pt x="19748" y="4537"/>
                  </a:lnTo>
                  <a:lnTo>
                    <a:pt x="20248" y="4504"/>
                  </a:lnTo>
                  <a:lnTo>
                    <a:pt x="20715" y="4504"/>
                  </a:lnTo>
                  <a:lnTo>
                    <a:pt x="21182" y="4604"/>
                  </a:lnTo>
                  <a:lnTo>
                    <a:pt x="21683" y="4437"/>
                  </a:lnTo>
                  <a:lnTo>
                    <a:pt x="22150" y="4604"/>
                  </a:lnTo>
                  <a:lnTo>
                    <a:pt x="22650" y="4337"/>
                  </a:lnTo>
                  <a:lnTo>
                    <a:pt x="23184" y="4103"/>
                  </a:lnTo>
                  <a:lnTo>
                    <a:pt x="23717" y="4003"/>
                  </a:lnTo>
                  <a:lnTo>
                    <a:pt x="24284" y="4003"/>
                  </a:lnTo>
                  <a:lnTo>
                    <a:pt x="24751" y="3670"/>
                  </a:lnTo>
                  <a:lnTo>
                    <a:pt x="25285" y="3703"/>
                  </a:lnTo>
                  <a:lnTo>
                    <a:pt x="25786" y="3636"/>
                  </a:lnTo>
                  <a:lnTo>
                    <a:pt x="26319" y="3770"/>
                  </a:lnTo>
                  <a:lnTo>
                    <a:pt x="26786" y="3403"/>
                  </a:lnTo>
                  <a:lnTo>
                    <a:pt x="27320" y="3536"/>
                  </a:lnTo>
                  <a:lnTo>
                    <a:pt x="27787" y="3303"/>
                  </a:lnTo>
                  <a:lnTo>
                    <a:pt x="28321" y="3403"/>
                  </a:lnTo>
                  <a:lnTo>
                    <a:pt x="28821" y="3269"/>
                  </a:lnTo>
                  <a:lnTo>
                    <a:pt x="29321" y="3269"/>
                  </a:lnTo>
                  <a:lnTo>
                    <a:pt x="29822" y="3203"/>
                  </a:lnTo>
                  <a:lnTo>
                    <a:pt x="30355" y="3069"/>
                  </a:lnTo>
                  <a:lnTo>
                    <a:pt x="30856" y="3269"/>
                  </a:lnTo>
                  <a:lnTo>
                    <a:pt x="31356" y="2969"/>
                  </a:lnTo>
                  <a:lnTo>
                    <a:pt x="31890" y="3236"/>
                  </a:lnTo>
                  <a:lnTo>
                    <a:pt x="32390" y="3169"/>
                  </a:lnTo>
                  <a:lnTo>
                    <a:pt x="32924" y="3169"/>
                  </a:lnTo>
                  <a:lnTo>
                    <a:pt x="33424" y="3303"/>
                  </a:lnTo>
                  <a:lnTo>
                    <a:pt x="33925" y="2936"/>
                  </a:lnTo>
                  <a:lnTo>
                    <a:pt x="34458" y="3169"/>
                  </a:lnTo>
                  <a:lnTo>
                    <a:pt x="34959" y="3069"/>
                  </a:lnTo>
                  <a:lnTo>
                    <a:pt x="35459" y="2969"/>
                  </a:lnTo>
                  <a:lnTo>
                    <a:pt x="35993" y="3269"/>
                  </a:lnTo>
                  <a:lnTo>
                    <a:pt x="36493" y="3103"/>
                  </a:lnTo>
                  <a:lnTo>
                    <a:pt x="36994" y="3136"/>
                  </a:lnTo>
                  <a:lnTo>
                    <a:pt x="37527" y="3269"/>
                  </a:lnTo>
                  <a:lnTo>
                    <a:pt x="38028" y="2936"/>
                  </a:lnTo>
                  <a:lnTo>
                    <a:pt x="38528" y="3169"/>
                  </a:lnTo>
                  <a:lnTo>
                    <a:pt x="39028" y="3236"/>
                  </a:lnTo>
                  <a:lnTo>
                    <a:pt x="39562" y="2969"/>
                  </a:lnTo>
                  <a:lnTo>
                    <a:pt x="40062" y="3036"/>
                  </a:lnTo>
                  <a:lnTo>
                    <a:pt x="40563" y="2936"/>
                  </a:lnTo>
                  <a:lnTo>
                    <a:pt x="41063" y="3370"/>
                  </a:lnTo>
                  <a:lnTo>
                    <a:pt x="41563" y="3269"/>
                  </a:lnTo>
                  <a:lnTo>
                    <a:pt x="42064" y="3003"/>
                  </a:lnTo>
                  <a:lnTo>
                    <a:pt x="42564" y="3203"/>
                  </a:lnTo>
                  <a:lnTo>
                    <a:pt x="43065" y="2969"/>
                  </a:lnTo>
                  <a:lnTo>
                    <a:pt x="43565" y="2969"/>
                  </a:lnTo>
                  <a:lnTo>
                    <a:pt x="43999" y="3069"/>
                  </a:lnTo>
                  <a:lnTo>
                    <a:pt x="44466" y="3136"/>
                  </a:lnTo>
                  <a:lnTo>
                    <a:pt x="44933" y="3103"/>
                  </a:lnTo>
                  <a:lnTo>
                    <a:pt x="45433" y="3269"/>
                  </a:lnTo>
                  <a:lnTo>
                    <a:pt x="45833" y="2836"/>
                  </a:lnTo>
                  <a:lnTo>
                    <a:pt x="46334" y="2802"/>
                  </a:lnTo>
                  <a:lnTo>
                    <a:pt x="46734" y="2502"/>
                  </a:lnTo>
                  <a:lnTo>
                    <a:pt x="47234" y="2402"/>
                  </a:lnTo>
                  <a:lnTo>
                    <a:pt x="47601" y="2035"/>
                  </a:lnTo>
                  <a:lnTo>
                    <a:pt x="48101" y="1935"/>
                  </a:lnTo>
                  <a:lnTo>
                    <a:pt x="48635" y="2102"/>
                  </a:lnTo>
                  <a:lnTo>
                    <a:pt x="49069" y="1969"/>
                  </a:lnTo>
                  <a:lnTo>
                    <a:pt x="49536" y="2035"/>
                  </a:lnTo>
                  <a:lnTo>
                    <a:pt x="49969" y="1802"/>
                  </a:lnTo>
                  <a:lnTo>
                    <a:pt x="50436" y="1635"/>
                  </a:lnTo>
                  <a:lnTo>
                    <a:pt x="50870" y="1702"/>
                  </a:lnTo>
                  <a:lnTo>
                    <a:pt x="51337" y="1702"/>
                  </a:lnTo>
                  <a:lnTo>
                    <a:pt x="51771" y="1935"/>
                  </a:lnTo>
                  <a:lnTo>
                    <a:pt x="52304" y="2002"/>
                  </a:lnTo>
                  <a:lnTo>
                    <a:pt x="52905" y="1969"/>
                  </a:lnTo>
                  <a:lnTo>
                    <a:pt x="53405" y="2069"/>
                  </a:lnTo>
                  <a:lnTo>
                    <a:pt x="53872" y="2135"/>
                  </a:lnTo>
                  <a:lnTo>
                    <a:pt x="54373" y="2069"/>
                  </a:lnTo>
                  <a:lnTo>
                    <a:pt x="54840" y="2269"/>
                  </a:lnTo>
                  <a:lnTo>
                    <a:pt x="55340" y="2369"/>
                  </a:lnTo>
                  <a:lnTo>
                    <a:pt x="55840" y="2269"/>
                  </a:lnTo>
                  <a:lnTo>
                    <a:pt x="56307" y="2002"/>
                  </a:lnTo>
                  <a:lnTo>
                    <a:pt x="56808" y="2169"/>
                  </a:lnTo>
                  <a:lnTo>
                    <a:pt x="57308" y="2202"/>
                  </a:lnTo>
                  <a:lnTo>
                    <a:pt x="57708" y="1768"/>
                  </a:lnTo>
                  <a:lnTo>
                    <a:pt x="58242" y="1868"/>
                  </a:lnTo>
                  <a:lnTo>
                    <a:pt x="58676" y="1702"/>
                  </a:lnTo>
                  <a:lnTo>
                    <a:pt x="59176" y="1602"/>
                  </a:lnTo>
                  <a:lnTo>
                    <a:pt x="59676" y="1635"/>
                  </a:lnTo>
                  <a:lnTo>
                    <a:pt x="60110" y="1468"/>
                  </a:lnTo>
                  <a:lnTo>
                    <a:pt x="60644" y="1502"/>
                  </a:lnTo>
                  <a:lnTo>
                    <a:pt x="61044" y="1101"/>
                  </a:lnTo>
                  <a:lnTo>
                    <a:pt x="61544" y="1035"/>
                  </a:lnTo>
                  <a:lnTo>
                    <a:pt x="62078" y="1201"/>
                  </a:lnTo>
                  <a:lnTo>
                    <a:pt x="62578" y="1001"/>
                  </a:lnTo>
                  <a:lnTo>
                    <a:pt x="63079" y="1135"/>
                  </a:lnTo>
                  <a:lnTo>
                    <a:pt x="63579" y="1268"/>
                  </a:lnTo>
                  <a:lnTo>
                    <a:pt x="64146" y="1101"/>
                  </a:lnTo>
                  <a:lnTo>
                    <a:pt x="64613" y="1301"/>
                  </a:lnTo>
                  <a:lnTo>
                    <a:pt x="65180" y="1268"/>
                  </a:lnTo>
                  <a:lnTo>
                    <a:pt x="65681" y="1468"/>
                  </a:lnTo>
                  <a:lnTo>
                    <a:pt x="66148" y="1802"/>
                  </a:lnTo>
                  <a:lnTo>
                    <a:pt x="66748" y="1668"/>
                  </a:lnTo>
                  <a:lnTo>
                    <a:pt x="67215" y="1969"/>
                  </a:lnTo>
                  <a:lnTo>
                    <a:pt x="67816" y="1802"/>
                  </a:lnTo>
                  <a:lnTo>
                    <a:pt x="68216" y="2269"/>
                  </a:lnTo>
                  <a:lnTo>
                    <a:pt x="68783" y="2135"/>
                  </a:lnTo>
                  <a:lnTo>
                    <a:pt x="69283" y="2402"/>
                  </a:lnTo>
                  <a:lnTo>
                    <a:pt x="69784" y="2102"/>
                  </a:lnTo>
                  <a:lnTo>
                    <a:pt x="70284" y="2235"/>
                  </a:lnTo>
                  <a:lnTo>
                    <a:pt x="70784" y="2269"/>
                  </a:lnTo>
                  <a:lnTo>
                    <a:pt x="71251" y="2035"/>
                  </a:lnTo>
                  <a:lnTo>
                    <a:pt x="71718" y="1935"/>
                  </a:lnTo>
                  <a:lnTo>
                    <a:pt x="71718" y="934"/>
                  </a:lnTo>
                  <a:lnTo>
                    <a:pt x="71418" y="834"/>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775" name="Google Shape;775;p29"/>
          <p:cNvSpPr/>
          <p:nvPr/>
        </p:nvSpPr>
        <p:spPr>
          <a:xfrm>
            <a:off x="714300" y="1968279"/>
            <a:ext cx="2702115" cy="333861"/>
          </a:xfrm>
          <a:prstGeom prst="rect">
            <a:avLst/>
          </a:prstGeom>
        </p:spPr>
        <p:txBody>
          <a:bodyPr>
            <a:prstTxWarp prst="textPlain">
              <a:avLst/>
            </a:prstTxWarp>
          </a:bodyPr>
          <a:lstStyle/>
          <a:p>
            <a:pPr lvl="0" algn="ctr"/>
            <a:endParaRPr b="0" i="1" dirty="0">
              <a:ln w="9525" cap="flat" cmpd="sng">
                <a:solidFill>
                  <a:schemeClr val="lt1"/>
                </a:solidFill>
                <a:prstDash val="solid"/>
                <a:round/>
                <a:headEnd type="none" w="sm" len="sm"/>
                <a:tailEnd type="none" w="sm" len="sm"/>
              </a:ln>
              <a:noFill/>
              <a:latin typeface="Montserrat;800"/>
            </a:endParaRPr>
          </a:p>
        </p:txBody>
      </p:sp>
      <p:sp>
        <p:nvSpPr>
          <p:cNvPr id="789" name="Google Shape;789;p29"/>
          <p:cNvSpPr/>
          <p:nvPr/>
        </p:nvSpPr>
        <p:spPr>
          <a:xfrm>
            <a:off x="7252400" y="436590"/>
            <a:ext cx="1717232" cy="226026"/>
          </a:xfrm>
          <a:custGeom>
            <a:avLst/>
            <a:gdLst/>
            <a:ahLst/>
            <a:cxnLst/>
            <a:rect l="l" t="t" r="r" b="b"/>
            <a:pathLst>
              <a:path w="61155" h="4912" extrusionOk="0">
                <a:moveTo>
                  <a:pt x="0" y="1"/>
                </a:moveTo>
                <a:lnTo>
                  <a:pt x="0" y="4912"/>
                </a:lnTo>
                <a:lnTo>
                  <a:pt x="61154" y="4912"/>
                </a:lnTo>
                <a:lnTo>
                  <a:pt x="61154" y="1"/>
                </a:lnTo>
                <a:close/>
              </a:path>
            </a:pathLst>
          </a:custGeom>
          <a:solidFill>
            <a:srgbClr val="EBED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95" name="Google Shape;795;p29"/>
          <p:cNvSpPr/>
          <p:nvPr/>
        </p:nvSpPr>
        <p:spPr>
          <a:xfrm rot="-268381" flipH="1">
            <a:off x="35327" y="3490572"/>
            <a:ext cx="830994" cy="938416"/>
          </a:xfrm>
          <a:custGeom>
            <a:avLst/>
            <a:gdLst/>
            <a:ahLst/>
            <a:cxnLst/>
            <a:rect l="l" t="t" r="r" b="b"/>
            <a:pathLst>
              <a:path w="16779" h="18948" extrusionOk="0">
                <a:moveTo>
                  <a:pt x="12476" y="0"/>
                </a:moveTo>
                <a:lnTo>
                  <a:pt x="0" y="15478"/>
                </a:lnTo>
                <a:lnTo>
                  <a:pt x="1034" y="15278"/>
                </a:lnTo>
                <a:lnTo>
                  <a:pt x="1068" y="16345"/>
                </a:lnTo>
                <a:lnTo>
                  <a:pt x="2135" y="16145"/>
                </a:lnTo>
                <a:lnTo>
                  <a:pt x="2168" y="17213"/>
                </a:lnTo>
                <a:lnTo>
                  <a:pt x="3202" y="17012"/>
                </a:lnTo>
                <a:lnTo>
                  <a:pt x="3236" y="18080"/>
                </a:lnTo>
                <a:lnTo>
                  <a:pt x="4270" y="17880"/>
                </a:lnTo>
                <a:lnTo>
                  <a:pt x="4303" y="18947"/>
                </a:lnTo>
                <a:lnTo>
                  <a:pt x="16779" y="3503"/>
                </a:lnTo>
                <a:lnTo>
                  <a:pt x="15745" y="3669"/>
                </a:lnTo>
                <a:lnTo>
                  <a:pt x="15711" y="2635"/>
                </a:lnTo>
                <a:lnTo>
                  <a:pt x="14677" y="2802"/>
                </a:lnTo>
                <a:lnTo>
                  <a:pt x="14644" y="1768"/>
                </a:lnTo>
                <a:lnTo>
                  <a:pt x="13576" y="1935"/>
                </a:lnTo>
                <a:lnTo>
                  <a:pt x="13543" y="901"/>
                </a:lnTo>
                <a:lnTo>
                  <a:pt x="12509" y="1068"/>
                </a:lnTo>
                <a:lnTo>
                  <a:pt x="12476" y="0"/>
                </a:lnTo>
                <a:close/>
              </a:path>
            </a:pathLst>
          </a:custGeom>
          <a:solidFill>
            <a:srgbClr val="E2E3E0">
              <a:alpha val="642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796" name="Google Shape;796;p29"/>
          <p:cNvGrpSpPr/>
          <p:nvPr/>
        </p:nvGrpSpPr>
        <p:grpSpPr>
          <a:xfrm>
            <a:off x="5680937" y="974972"/>
            <a:ext cx="866830" cy="286496"/>
            <a:chOff x="2229538" y="252775"/>
            <a:chExt cx="1009350" cy="333600"/>
          </a:xfrm>
        </p:grpSpPr>
        <p:sp>
          <p:nvSpPr>
            <p:cNvPr id="797" name="Google Shape;797;p29"/>
            <p:cNvSpPr/>
            <p:nvPr/>
          </p:nvSpPr>
          <p:spPr>
            <a:xfrm>
              <a:off x="2229538" y="252775"/>
              <a:ext cx="166800" cy="166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98" name="Google Shape;798;p29"/>
            <p:cNvSpPr/>
            <p:nvPr/>
          </p:nvSpPr>
          <p:spPr>
            <a:xfrm>
              <a:off x="2396338" y="419575"/>
              <a:ext cx="166800" cy="166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99" name="Google Shape;799;p29"/>
            <p:cNvSpPr/>
            <p:nvPr/>
          </p:nvSpPr>
          <p:spPr>
            <a:xfrm>
              <a:off x="2563138" y="252775"/>
              <a:ext cx="166800" cy="166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00" name="Google Shape;800;p29"/>
            <p:cNvSpPr/>
            <p:nvPr/>
          </p:nvSpPr>
          <p:spPr>
            <a:xfrm>
              <a:off x="2732788" y="419575"/>
              <a:ext cx="166800" cy="166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01" name="Google Shape;801;p29"/>
            <p:cNvSpPr/>
            <p:nvPr/>
          </p:nvSpPr>
          <p:spPr>
            <a:xfrm>
              <a:off x="2902438" y="252775"/>
              <a:ext cx="166800" cy="166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02" name="Google Shape;802;p29"/>
            <p:cNvSpPr/>
            <p:nvPr/>
          </p:nvSpPr>
          <p:spPr>
            <a:xfrm>
              <a:off x="3072088" y="419575"/>
              <a:ext cx="166800" cy="166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803" name="Google Shape;803;p29"/>
          <p:cNvGrpSpPr/>
          <p:nvPr/>
        </p:nvGrpSpPr>
        <p:grpSpPr>
          <a:xfrm>
            <a:off x="7912266" y="3842898"/>
            <a:ext cx="901654" cy="901654"/>
            <a:chOff x="5029238" y="2891225"/>
            <a:chExt cx="667200" cy="667200"/>
          </a:xfrm>
        </p:grpSpPr>
        <p:sp>
          <p:nvSpPr>
            <p:cNvPr id="804" name="Google Shape;804;p29"/>
            <p:cNvSpPr/>
            <p:nvPr/>
          </p:nvSpPr>
          <p:spPr>
            <a:xfrm>
              <a:off x="5529638" y="3391625"/>
              <a:ext cx="166800" cy="1668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05" name="Google Shape;805;p29"/>
            <p:cNvSpPr/>
            <p:nvPr/>
          </p:nvSpPr>
          <p:spPr>
            <a:xfrm>
              <a:off x="5362838" y="3391625"/>
              <a:ext cx="166800" cy="1668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06" name="Google Shape;806;p29"/>
            <p:cNvSpPr/>
            <p:nvPr/>
          </p:nvSpPr>
          <p:spPr>
            <a:xfrm>
              <a:off x="5196038" y="3391625"/>
              <a:ext cx="166800" cy="1668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07" name="Google Shape;807;p29"/>
            <p:cNvSpPr/>
            <p:nvPr/>
          </p:nvSpPr>
          <p:spPr>
            <a:xfrm>
              <a:off x="5029238" y="3391625"/>
              <a:ext cx="166800" cy="1668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08" name="Google Shape;808;p29"/>
            <p:cNvSpPr/>
            <p:nvPr/>
          </p:nvSpPr>
          <p:spPr>
            <a:xfrm>
              <a:off x="5529638" y="3224825"/>
              <a:ext cx="166800" cy="1668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09" name="Google Shape;809;p29"/>
            <p:cNvSpPr/>
            <p:nvPr/>
          </p:nvSpPr>
          <p:spPr>
            <a:xfrm>
              <a:off x="5362838" y="3224825"/>
              <a:ext cx="166800" cy="1668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10" name="Google Shape;810;p29"/>
            <p:cNvSpPr/>
            <p:nvPr/>
          </p:nvSpPr>
          <p:spPr>
            <a:xfrm>
              <a:off x="5196038" y="3224825"/>
              <a:ext cx="166800" cy="1668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11" name="Google Shape;811;p29"/>
            <p:cNvSpPr/>
            <p:nvPr/>
          </p:nvSpPr>
          <p:spPr>
            <a:xfrm>
              <a:off x="5529638" y="3058025"/>
              <a:ext cx="166800" cy="1668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12" name="Google Shape;812;p29"/>
            <p:cNvSpPr/>
            <p:nvPr/>
          </p:nvSpPr>
          <p:spPr>
            <a:xfrm>
              <a:off x="5362838" y="3058025"/>
              <a:ext cx="166800" cy="1668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13" name="Google Shape;813;p29"/>
            <p:cNvSpPr/>
            <p:nvPr/>
          </p:nvSpPr>
          <p:spPr>
            <a:xfrm>
              <a:off x="5529638" y="2891225"/>
              <a:ext cx="166800" cy="1668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814" name="Google Shape;814;p29"/>
          <p:cNvSpPr/>
          <p:nvPr/>
        </p:nvSpPr>
        <p:spPr>
          <a:xfrm>
            <a:off x="7026050" y="2615085"/>
            <a:ext cx="1300200" cy="13002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15" name="Google Shape;815;p29"/>
          <p:cNvSpPr/>
          <p:nvPr/>
        </p:nvSpPr>
        <p:spPr>
          <a:xfrm rot="5400000">
            <a:off x="3948291" y="699831"/>
            <a:ext cx="830980" cy="938400"/>
          </a:xfrm>
          <a:custGeom>
            <a:avLst/>
            <a:gdLst/>
            <a:ahLst/>
            <a:cxnLst/>
            <a:rect l="l" t="t" r="r" b="b"/>
            <a:pathLst>
              <a:path w="16779" h="18948" extrusionOk="0">
                <a:moveTo>
                  <a:pt x="12476" y="0"/>
                </a:moveTo>
                <a:lnTo>
                  <a:pt x="0" y="15478"/>
                </a:lnTo>
                <a:lnTo>
                  <a:pt x="1034" y="15278"/>
                </a:lnTo>
                <a:lnTo>
                  <a:pt x="1068" y="16345"/>
                </a:lnTo>
                <a:lnTo>
                  <a:pt x="2135" y="16145"/>
                </a:lnTo>
                <a:lnTo>
                  <a:pt x="2168" y="17213"/>
                </a:lnTo>
                <a:lnTo>
                  <a:pt x="3202" y="17012"/>
                </a:lnTo>
                <a:lnTo>
                  <a:pt x="3236" y="18080"/>
                </a:lnTo>
                <a:lnTo>
                  <a:pt x="4270" y="17880"/>
                </a:lnTo>
                <a:lnTo>
                  <a:pt x="4303" y="18947"/>
                </a:lnTo>
                <a:lnTo>
                  <a:pt x="16779" y="3503"/>
                </a:lnTo>
                <a:lnTo>
                  <a:pt x="15745" y="3669"/>
                </a:lnTo>
                <a:lnTo>
                  <a:pt x="15711" y="2635"/>
                </a:lnTo>
                <a:lnTo>
                  <a:pt x="14677" y="2802"/>
                </a:lnTo>
                <a:lnTo>
                  <a:pt x="14644" y="1768"/>
                </a:lnTo>
                <a:lnTo>
                  <a:pt x="13576" y="1935"/>
                </a:lnTo>
                <a:lnTo>
                  <a:pt x="13543" y="901"/>
                </a:lnTo>
                <a:lnTo>
                  <a:pt x="12509" y="1068"/>
                </a:lnTo>
                <a:lnTo>
                  <a:pt x="12476" y="0"/>
                </a:lnTo>
                <a:close/>
              </a:path>
            </a:pathLst>
          </a:custGeom>
          <a:solidFill>
            <a:srgbClr val="E2E3E0">
              <a:alpha val="642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pic>
        <p:nvPicPr>
          <p:cNvPr id="2" name="Picture 1">
            <a:extLst>
              <a:ext uri="{FF2B5EF4-FFF2-40B4-BE49-F238E27FC236}">
                <a16:creationId xmlns:a16="http://schemas.microsoft.com/office/drawing/2014/main" id="{7200BACA-6896-AF69-171D-F6E538EB42D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36267" y="541146"/>
            <a:ext cx="4779565" cy="3735174"/>
          </a:xfrm>
          <a:prstGeom prst="rect">
            <a:avLst/>
          </a:prstGeom>
          <a:effectLst>
            <a:outerShdw blurRad="63500" sx="102000" sy="102000" algn="ctr" rotWithShape="0">
              <a:prstClr val="black">
                <a:alpha val="40000"/>
              </a:prstClr>
            </a:outerShdw>
          </a:effectLst>
        </p:spPr>
      </p:pic>
      <p:sp>
        <p:nvSpPr>
          <p:cNvPr id="3" name="Flowchart: Connector 2">
            <a:extLst>
              <a:ext uri="{FF2B5EF4-FFF2-40B4-BE49-F238E27FC236}">
                <a16:creationId xmlns:a16="http://schemas.microsoft.com/office/drawing/2014/main" id="{FE1906AE-CA26-7FDE-42A2-B9477CF9118A}"/>
              </a:ext>
            </a:extLst>
          </p:cNvPr>
          <p:cNvSpPr/>
          <p:nvPr/>
        </p:nvSpPr>
        <p:spPr>
          <a:xfrm>
            <a:off x="5574666" y="1235089"/>
            <a:ext cx="3013839" cy="2933439"/>
          </a:xfrm>
          <a:prstGeom prst="flowChartConnector">
            <a:avLst/>
          </a:prstGeom>
          <a:noFill/>
          <a:ln w="1619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Graphic 6" descr="Soccer ball with solid fill">
            <a:extLst>
              <a:ext uri="{FF2B5EF4-FFF2-40B4-BE49-F238E27FC236}">
                <a16:creationId xmlns:a16="http://schemas.microsoft.com/office/drawing/2014/main" id="{F0AFFD78-5CB3-8E31-FB1C-00025B71F1D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065357" y="4287353"/>
            <a:ext cx="914400" cy="914400"/>
          </a:xfrm>
          <a:prstGeom prst="rect">
            <a:avLst/>
          </a:prstGeom>
        </p:spPr>
      </p:pic>
      <p:sp>
        <p:nvSpPr>
          <p:cNvPr id="8" name="TextBox 7">
            <a:extLst>
              <a:ext uri="{FF2B5EF4-FFF2-40B4-BE49-F238E27FC236}">
                <a16:creationId xmlns:a16="http://schemas.microsoft.com/office/drawing/2014/main" id="{95E129BE-7B6C-5346-00B5-489735F22EC7}"/>
              </a:ext>
            </a:extLst>
          </p:cNvPr>
          <p:cNvSpPr txBox="1"/>
          <p:nvPr/>
        </p:nvSpPr>
        <p:spPr>
          <a:xfrm>
            <a:off x="394176" y="1622505"/>
            <a:ext cx="3989383" cy="1985159"/>
          </a:xfrm>
          <a:prstGeom prst="rect">
            <a:avLst/>
          </a:prstGeom>
          <a:noFill/>
        </p:spPr>
        <p:txBody>
          <a:bodyPr wrap="square" rtlCol="0">
            <a:spAutoFit/>
          </a:bodyPr>
          <a:lstStyle/>
          <a:p>
            <a:endParaRPr lang="en-US" sz="4100" i="1" dirty="0">
              <a:latin typeface="Montserrat ExtraBold" panose="00000900000000000000" pitchFamily="2" charset="0"/>
            </a:endParaRPr>
          </a:p>
          <a:p>
            <a:r>
              <a:rPr lang="en-US" sz="4100" i="1" dirty="0">
                <a:latin typeface="Montserrat ExtraBold" panose="00000900000000000000" pitchFamily="2" charset="0"/>
              </a:rPr>
              <a:t>REMONTADA</a:t>
            </a:r>
          </a:p>
          <a:p>
            <a:endParaRPr lang="en-US" sz="4100" i="1" dirty="0">
              <a:latin typeface="Montserrat ExtraBold" panose="00000900000000000000" pitchFamily="2" charset="0"/>
            </a:endParaRPr>
          </a:p>
        </p:txBody>
      </p:sp>
      <p:pic>
        <p:nvPicPr>
          <p:cNvPr id="9" name="Graphic 8" descr="Rocket with solid fill">
            <a:extLst>
              <a:ext uri="{FF2B5EF4-FFF2-40B4-BE49-F238E27FC236}">
                <a16:creationId xmlns:a16="http://schemas.microsoft.com/office/drawing/2014/main" id="{A8C17167-A421-1C20-A7E8-B1E390FA2332}"/>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rot="2700000">
            <a:off x="5372365" y="3949231"/>
            <a:ext cx="914400" cy="914400"/>
          </a:xfrm>
          <a:prstGeom prst="rect">
            <a:avLst/>
          </a:prstGeom>
        </p:spPr>
      </p:pic>
      <p:pic>
        <p:nvPicPr>
          <p:cNvPr id="10" name="Graphic 9" descr="Chevron arrows with solid fill">
            <a:extLst>
              <a:ext uri="{FF2B5EF4-FFF2-40B4-BE49-F238E27FC236}">
                <a16:creationId xmlns:a16="http://schemas.microsoft.com/office/drawing/2014/main" id="{79D86DDA-9FE7-4C7B-5BD2-A1A2AB524FFA}"/>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534106" y="2095466"/>
            <a:ext cx="914400" cy="914400"/>
          </a:xfrm>
          <a:prstGeom prst="rect">
            <a:avLst/>
          </a:prstGeom>
        </p:spPr>
      </p:pic>
      <p:sp>
        <p:nvSpPr>
          <p:cNvPr id="11" name="TextBox 10">
            <a:extLst>
              <a:ext uri="{FF2B5EF4-FFF2-40B4-BE49-F238E27FC236}">
                <a16:creationId xmlns:a16="http://schemas.microsoft.com/office/drawing/2014/main" id="{C6A0918B-67AF-03CC-7BD0-DABD15176D3C}"/>
              </a:ext>
            </a:extLst>
          </p:cNvPr>
          <p:cNvSpPr txBox="1"/>
          <p:nvPr/>
        </p:nvSpPr>
        <p:spPr>
          <a:xfrm>
            <a:off x="7469154" y="358335"/>
            <a:ext cx="1438772" cy="400110"/>
          </a:xfrm>
          <a:prstGeom prst="rect">
            <a:avLst/>
          </a:prstGeom>
          <a:noFill/>
        </p:spPr>
        <p:txBody>
          <a:bodyPr wrap="square" rtlCol="0">
            <a:spAutoFit/>
          </a:bodyPr>
          <a:lstStyle/>
          <a:p>
            <a:r>
              <a:rPr lang="en-US" sz="2000" i="1" dirty="0">
                <a:latin typeface="Montserrat ExtraBold" panose="00000900000000000000" pitchFamily="2" charset="0"/>
              </a:rPr>
              <a:t>Website</a:t>
            </a:r>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750"/>
                                        <p:tgtEl>
                                          <p:spTgt spid="2"/>
                                        </p:tgtEl>
                                      </p:cBhvr>
                                    </p:animEffect>
                                  </p:childTnLst>
                                </p:cTn>
                              </p:par>
                              <p:par>
                                <p:cTn id="8" presetID="31"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 calcmode="lin" valueType="num">
                                      <p:cBhvr>
                                        <p:cTn id="10" dur="1000" fill="hold"/>
                                        <p:tgtEl>
                                          <p:spTgt spid="9"/>
                                        </p:tgtEl>
                                        <p:attrNameLst>
                                          <p:attrName>ppt_w</p:attrName>
                                        </p:attrNameLst>
                                      </p:cBhvr>
                                      <p:tavLst>
                                        <p:tav tm="0">
                                          <p:val>
                                            <p:fltVal val="0"/>
                                          </p:val>
                                        </p:tav>
                                        <p:tav tm="100000">
                                          <p:val>
                                            <p:strVal val="#ppt_w"/>
                                          </p:val>
                                        </p:tav>
                                      </p:tavLst>
                                    </p:anim>
                                    <p:anim calcmode="lin" valueType="num">
                                      <p:cBhvr>
                                        <p:cTn id="11" dur="1000" fill="hold"/>
                                        <p:tgtEl>
                                          <p:spTgt spid="9"/>
                                        </p:tgtEl>
                                        <p:attrNameLst>
                                          <p:attrName>ppt_h</p:attrName>
                                        </p:attrNameLst>
                                      </p:cBhvr>
                                      <p:tavLst>
                                        <p:tav tm="0">
                                          <p:val>
                                            <p:fltVal val="0"/>
                                          </p:val>
                                        </p:tav>
                                        <p:tav tm="100000">
                                          <p:val>
                                            <p:strVal val="#ppt_h"/>
                                          </p:val>
                                        </p:tav>
                                      </p:tavLst>
                                    </p:anim>
                                    <p:anim calcmode="lin" valueType="num">
                                      <p:cBhvr>
                                        <p:cTn id="12" dur="1000" fill="hold"/>
                                        <p:tgtEl>
                                          <p:spTgt spid="9"/>
                                        </p:tgtEl>
                                        <p:attrNameLst>
                                          <p:attrName>style.rotation</p:attrName>
                                        </p:attrNameLst>
                                      </p:cBhvr>
                                      <p:tavLst>
                                        <p:tav tm="0">
                                          <p:val>
                                            <p:fltVal val="90"/>
                                          </p:val>
                                        </p:tav>
                                        <p:tav tm="100000">
                                          <p:val>
                                            <p:fltVal val="0"/>
                                          </p:val>
                                        </p:tav>
                                      </p:tavLst>
                                    </p:anim>
                                    <p:animEffect transition="in" filter="fade">
                                      <p:cBhvr>
                                        <p:cTn id="13"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AF158C-141C-A0E3-59F1-82AAB09B2F5D}"/>
              </a:ext>
            </a:extLst>
          </p:cNvPr>
          <p:cNvSpPr>
            <a:spLocks noGrp="1"/>
          </p:cNvSpPr>
          <p:nvPr>
            <p:ph type="title"/>
          </p:nvPr>
        </p:nvSpPr>
        <p:spPr>
          <a:xfrm>
            <a:off x="903514" y="1954228"/>
            <a:ext cx="7336971" cy="1235043"/>
          </a:xfrm>
        </p:spPr>
        <p:txBody>
          <a:bodyPr/>
          <a:lstStyle/>
          <a:p>
            <a:pPr algn="ctr"/>
            <a:r>
              <a:rPr lang="en-US" dirty="0"/>
              <a:t>Make a “</a:t>
            </a:r>
            <a:r>
              <a:rPr lang="en-US" dirty="0" err="1"/>
              <a:t>Remontada</a:t>
            </a:r>
            <a:r>
              <a:rPr lang="en-US" dirty="0"/>
              <a:t>”</a:t>
            </a:r>
            <a:br>
              <a:rPr lang="en-US" dirty="0"/>
            </a:br>
            <a:r>
              <a:rPr lang="en-US" dirty="0"/>
              <a:t> to your level</a:t>
            </a:r>
          </a:p>
        </p:txBody>
      </p:sp>
      <p:pic>
        <p:nvPicPr>
          <p:cNvPr id="6" name="Graphic 5" descr="Chevron arrows with solid fill">
            <a:extLst>
              <a:ext uri="{FF2B5EF4-FFF2-40B4-BE49-F238E27FC236}">
                <a16:creationId xmlns:a16="http://schemas.microsoft.com/office/drawing/2014/main" id="{8E0949A6-4034-F88F-4BFC-9D6D3D4004F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114799" y="3798207"/>
            <a:ext cx="914400" cy="914400"/>
          </a:xfrm>
          <a:prstGeom prst="rect">
            <a:avLst/>
          </a:prstGeom>
        </p:spPr>
      </p:pic>
      <p:pic>
        <p:nvPicPr>
          <p:cNvPr id="9" name="Graphic 8" descr="Rocket with solid fill">
            <a:extLst>
              <a:ext uri="{FF2B5EF4-FFF2-40B4-BE49-F238E27FC236}">
                <a16:creationId xmlns:a16="http://schemas.microsoft.com/office/drawing/2014/main" id="{EFB404F8-CF1A-F4DA-A1EC-EC9BF5B0D40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2700000">
            <a:off x="3882571" y="430892"/>
            <a:ext cx="914400" cy="914400"/>
          </a:xfrm>
          <a:prstGeom prst="rect">
            <a:avLst/>
          </a:prstGeom>
        </p:spPr>
      </p:pic>
      <p:grpSp>
        <p:nvGrpSpPr>
          <p:cNvPr id="10" name="Google Shape;803;p29">
            <a:extLst>
              <a:ext uri="{FF2B5EF4-FFF2-40B4-BE49-F238E27FC236}">
                <a16:creationId xmlns:a16="http://schemas.microsoft.com/office/drawing/2014/main" id="{3CDF8480-969B-8C9E-11A7-517913F2D198}"/>
              </a:ext>
            </a:extLst>
          </p:cNvPr>
          <p:cNvGrpSpPr/>
          <p:nvPr/>
        </p:nvGrpSpPr>
        <p:grpSpPr>
          <a:xfrm rot="10800000">
            <a:off x="190666" y="241513"/>
            <a:ext cx="901654" cy="901654"/>
            <a:chOff x="5029238" y="2891225"/>
            <a:chExt cx="667200" cy="667200"/>
          </a:xfrm>
        </p:grpSpPr>
        <p:sp>
          <p:nvSpPr>
            <p:cNvPr id="11" name="Google Shape;804;p29">
              <a:extLst>
                <a:ext uri="{FF2B5EF4-FFF2-40B4-BE49-F238E27FC236}">
                  <a16:creationId xmlns:a16="http://schemas.microsoft.com/office/drawing/2014/main" id="{6ABB999F-C1B1-0475-7CA4-DD6EB66DFD9B}"/>
                </a:ext>
              </a:extLst>
            </p:cNvPr>
            <p:cNvSpPr/>
            <p:nvPr/>
          </p:nvSpPr>
          <p:spPr>
            <a:xfrm>
              <a:off x="5529638" y="3391625"/>
              <a:ext cx="166800" cy="1668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805;p29">
              <a:extLst>
                <a:ext uri="{FF2B5EF4-FFF2-40B4-BE49-F238E27FC236}">
                  <a16:creationId xmlns:a16="http://schemas.microsoft.com/office/drawing/2014/main" id="{C4FE9D75-32FA-EF9C-6955-1E9C1F69C1FA}"/>
                </a:ext>
              </a:extLst>
            </p:cNvPr>
            <p:cNvSpPr/>
            <p:nvPr/>
          </p:nvSpPr>
          <p:spPr>
            <a:xfrm>
              <a:off x="5362838" y="3391625"/>
              <a:ext cx="166800" cy="1668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806;p29">
              <a:extLst>
                <a:ext uri="{FF2B5EF4-FFF2-40B4-BE49-F238E27FC236}">
                  <a16:creationId xmlns:a16="http://schemas.microsoft.com/office/drawing/2014/main" id="{EF8F227C-C908-31DB-49B2-47997E88F5EF}"/>
                </a:ext>
              </a:extLst>
            </p:cNvPr>
            <p:cNvSpPr/>
            <p:nvPr/>
          </p:nvSpPr>
          <p:spPr>
            <a:xfrm>
              <a:off x="5196038" y="3391625"/>
              <a:ext cx="166800" cy="1668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807;p29">
              <a:extLst>
                <a:ext uri="{FF2B5EF4-FFF2-40B4-BE49-F238E27FC236}">
                  <a16:creationId xmlns:a16="http://schemas.microsoft.com/office/drawing/2014/main" id="{8707DB90-FB4A-2837-32DE-8097DF89DE18}"/>
                </a:ext>
              </a:extLst>
            </p:cNvPr>
            <p:cNvSpPr/>
            <p:nvPr/>
          </p:nvSpPr>
          <p:spPr>
            <a:xfrm>
              <a:off x="5029238" y="3391625"/>
              <a:ext cx="166800" cy="1668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808;p29">
              <a:extLst>
                <a:ext uri="{FF2B5EF4-FFF2-40B4-BE49-F238E27FC236}">
                  <a16:creationId xmlns:a16="http://schemas.microsoft.com/office/drawing/2014/main" id="{723EEC15-4EE7-E033-4E45-C875121C01DE}"/>
                </a:ext>
              </a:extLst>
            </p:cNvPr>
            <p:cNvSpPr/>
            <p:nvPr/>
          </p:nvSpPr>
          <p:spPr>
            <a:xfrm>
              <a:off x="5529638" y="3224825"/>
              <a:ext cx="166800" cy="1668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809;p29">
              <a:extLst>
                <a:ext uri="{FF2B5EF4-FFF2-40B4-BE49-F238E27FC236}">
                  <a16:creationId xmlns:a16="http://schemas.microsoft.com/office/drawing/2014/main" id="{28833F36-F0EE-31A0-CCD2-4A5FF8A4B7CC}"/>
                </a:ext>
              </a:extLst>
            </p:cNvPr>
            <p:cNvSpPr/>
            <p:nvPr/>
          </p:nvSpPr>
          <p:spPr>
            <a:xfrm>
              <a:off x="5362838" y="3224825"/>
              <a:ext cx="166800" cy="1668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810;p29">
              <a:extLst>
                <a:ext uri="{FF2B5EF4-FFF2-40B4-BE49-F238E27FC236}">
                  <a16:creationId xmlns:a16="http://schemas.microsoft.com/office/drawing/2014/main" id="{2D0612FE-41F1-EB15-5C5E-DFF680E5F11F}"/>
                </a:ext>
              </a:extLst>
            </p:cNvPr>
            <p:cNvSpPr/>
            <p:nvPr/>
          </p:nvSpPr>
          <p:spPr>
            <a:xfrm>
              <a:off x="5196038" y="3224825"/>
              <a:ext cx="166800" cy="1668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811;p29">
              <a:extLst>
                <a:ext uri="{FF2B5EF4-FFF2-40B4-BE49-F238E27FC236}">
                  <a16:creationId xmlns:a16="http://schemas.microsoft.com/office/drawing/2014/main" id="{1DFCFA2D-E6DB-258D-77BE-B71F7E832BBF}"/>
                </a:ext>
              </a:extLst>
            </p:cNvPr>
            <p:cNvSpPr/>
            <p:nvPr/>
          </p:nvSpPr>
          <p:spPr>
            <a:xfrm>
              <a:off x="5529638" y="3058025"/>
              <a:ext cx="166800" cy="1668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812;p29">
              <a:extLst>
                <a:ext uri="{FF2B5EF4-FFF2-40B4-BE49-F238E27FC236}">
                  <a16:creationId xmlns:a16="http://schemas.microsoft.com/office/drawing/2014/main" id="{FD448A68-47DA-2FCB-EDBF-01D603CBD7C6}"/>
                </a:ext>
              </a:extLst>
            </p:cNvPr>
            <p:cNvSpPr/>
            <p:nvPr/>
          </p:nvSpPr>
          <p:spPr>
            <a:xfrm>
              <a:off x="5362838" y="3058025"/>
              <a:ext cx="166800" cy="1668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813;p29">
              <a:extLst>
                <a:ext uri="{FF2B5EF4-FFF2-40B4-BE49-F238E27FC236}">
                  <a16:creationId xmlns:a16="http://schemas.microsoft.com/office/drawing/2014/main" id="{8DE6109D-01FD-E276-DE6A-5D8C219A3DD6}"/>
                </a:ext>
              </a:extLst>
            </p:cNvPr>
            <p:cNvSpPr/>
            <p:nvPr/>
          </p:nvSpPr>
          <p:spPr>
            <a:xfrm>
              <a:off x="5529638" y="2891225"/>
              <a:ext cx="166800" cy="1668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 name="Google Shape;803;p29">
            <a:extLst>
              <a:ext uri="{FF2B5EF4-FFF2-40B4-BE49-F238E27FC236}">
                <a16:creationId xmlns:a16="http://schemas.microsoft.com/office/drawing/2014/main" id="{E7C63EE5-94F8-7E0D-A1D2-52AAED507FCB}"/>
              </a:ext>
            </a:extLst>
          </p:cNvPr>
          <p:cNvGrpSpPr/>
          <p:nvPr/>
        </p:nvGrpSpPr>
        <p:grpSpPr>
          <a:xfrm>
            <a:off x="7789658" y="3810953"/>
            <a:ext cx="901654" cy="901654"/>
            <a:chOff x="5029238" y="2891225"/>
            <a:chExt cx="667200" cy="667200"/>
          </a:xfrm>
        </p:grpSpPr>
        <p:sp>
          <p:nvSpPr>
            <p:cNvPr id="22" name="Google Shape;804;p29">
              <a:extLst>
                <a:ext uri="{FF2B5EF4-FFF2-40B4-BE49-F238E27FC236}">
                  <a16:creationId xmlns:a16="http://schemas.microsoft.com/office/drawing/2014/main" id="{53F3D040-FE9C-9FD3-1C42-B2FB9257FC88}"/>
                </a:ext>
              </a:extLst>
            </p:cNvPr>
            <p:cNvSpPr/>
            <p:nvPr/>
          </p:nvSpPr>
          <p:spPr>
            <a:xfrm>
              <a:off x="5529638" y="3391625"/>
              <a:ext cx="166800" cy="1668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805;p29">
              <a:extLst>
                <a:ext uri="{FF2B5EF4-FFF2-40B4-BE49-F238E27FC236}">
                  <a16:creationId xmlns:a16="http://schemas.microsoft.com/office/drawing/2014/main" id="{DE63C1B1-BA84-EBC5-CB9B-8616C226779E}"/>
                </a:ext>
              </a:extLst>
            </p:cNvPr>
            <p:cNvSpPr/>
            <p:nvPr/>
          </p:nvSpPr>
          <p:spPr>
            <a:xfrm>
              <a:off x="5362838" y="3391625"/>
              <a:ext cx="166800" cy="1668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806;p29">
              <a:extLst>
                <a:ext uri="{FF2B5EF4-FFF2-40B4-BE49-F238E27FC236}">
                  <a16:creationId xmlns:a16="http://schemas.microsoft.com/office/drawing/2014/main" id="{B1BA8121-B67A-3DC6-5AA2-0A7E85B98E09}"/>
                </a:ext>
              </a:extLst>
            </p:cNvPr>
            <p:cNvSpPr/>
            <p:nvPr/>
          </p:nvSpPr>
          <p:spPr>
            <a:xfrm>
              <a:off x="5196038" y="3391625"/>
              <a:ext cx="166800" cy="1668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807;p29">
              <a:extLst>
                <a:ext uri="{FF2B5EF4-FFF2-40B4-BE49-F238E27FC236}">
                  <a16:creationId xmlns:a16="http://schemas.microsoft.com/office/drawing/2014/main" id="{79AE1BC7-66C0-6009-D4C3-55D50E30B4F0}"/>
                </a:ext>
              </a:extLst>
            </p:cNvPr>
            <p:cNvSpPr/>
            <p:nvPr/>
          </p:nvSpPr>
          <p:spPr>
            <a:xfrm>
              <a:off x="5029238" y="3391625"/>
              <a:ext cx="166800" cy="1668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808;p29">
              <a:extLst>
                <a:ext uri="{FF2B5EF4-FFF2-40B4-BE49-F238E27FC236}">
                  <a16:creationId xmlns:a16="http://schemas.microsoft.com/office/drawing/2014/main" id="{05E7B5E9-7345-455C-9047-62F82F295CB2}"/>
                </a:ext>
              </a:extLst>
            </p:cNvPr>
            <p:cNvSpPr/>
            <p:nvPr/>
          </p:nvSpPr>
          <p:spPr>
            <a:xfrm>
              <a:off x="5529638" y="3224825"/>
              <a:ext cx="166800" cy="1668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809;p29">
              <a:extLst>
                <a:ext uri="{FF2B5EF4-FFF2-40B4-BE49-F238E27FC236}">
                  <a16:creationId xmlns:a16="http://schemas.microsoft.com/office/drawing/2014/main" id="{93B4425C-41BA-5D94-39E3-C26DF6CB3FC6}"/>
                </a:ext>
              </a:extLst>
            </p:cNvPr>
            <p:cNvSpPr/>
            <p:nvPr/>
          </p:nvSpPr>
          <p:spPr>
            <a:xfrm>
              <a:off x="5362838" y="3224825"/>
              <a:ext cx="166800" cy="1668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810;p29">
              <a:extLst>
                <a:ext uri="{FF2B5EF4-FFF2-40B4-BE49-F238E27FC236}">
                  <a16:creationId xmlns:a16="http://schemas.microsoft.com/office/drawing/2014/main" id="{A59DDC65-45AD-8B7C-A6D4-7B5ABA08614E}"/>
                </a:ext>
              </a:extLst>
            </p:cNvPr>
            <p:cNvSpPr/>
            <p:nvPr/>
          </p:nvSpPr>
          <p:spPr>
            <a:xfrm>
              <a:off x="5196038" y="3224825"/>
              <a:ext cx="166800" cy="1668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811;p29">
              <a:extLst>
                <a:ext uri="{FF2B5EF4-FFF2-40B4-BE49-F238E27FC236}">
                  <a16:creationId xmlns:a16="http://schemas.microsoft.com/office/drawing/2014/main" id="{36D42BCE-C113-3E89-382C-00B770921025}"/>
                </a:ext>
              </a:extLst>
            </p:cNvPr>
            <p:cNvSpPr/>
            <p:nvPr/>
          </p:nvSpPr>
          <p:spPr>
            <a:xfrm>
              <a:off x="5529638" y="3058025"/>
              <a:ext cx="166800" cy="1668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812;p29">
              <a:extLst>
                <a:ext uri="{FF2B5EF4-FFF2-40B4-BE49-F238E27FC236}">
                  <a16:creationId xmlns:a16="http://schemas.microsoft.com/office/drawing/2014/main" id="{761A5AE0-4E28-FBED-BEE0-773103F2BC3D}"/>
                </a:ext>
              </a:extLst>
            </p:cNvPr>
            <p:cNvSpPr/>
            <p:nvPr/>
          </p:nvSpPr>
          <p:spPr>
            <a:xfrm>
              <a:off x="5362838" y="3058025"/>
              <a:ext cx="166800" cy="1668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813;p29">
              <a:extLst>
                <a:ext uri="{FF2B5EF4-FFF2-40B4-BE49-F238E27FC236}">
                  <a16:creationId xmlns:a16="http://schemas.microsoft.com/office/drawing/2014/main" id="{27A12EF6-F077-BCE2-360D-E95237FCA233}"/>
                </a:ext>
              </a:extLst>
            </p:cNvPr>
            <p:cNvSpPr/>
            <p:nvPr/>
          </p:nvSpPr>
          <p:spPr>
            <a:xfrm>
              <a:off x="5529638" y="2891225"/>
              <a:ext cx="166800" cy="1668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 name="Google Shape;776;p29">
            <a:extLst>
              <a:ext uri="{FF2B5EF4-FFF2-40B4-BE49-F238E27FC236}">
                <a16:creationId xmlns:a16="http://schemas.microsoft.com/office/drawing/2014/main" id="{7C22714D-F0A6-A251-AEF7-86E23E0AF079}"/>
              </a:ext>
            </a:extLst>
          </p:cNvPr>
          <p:cNvGrpSpPr/>
          <p:nvPr/>
        </p:nvGrpSpPr>
        <p:grpSpPr>
          <a:xfrm>
            <a:off x="190665" y="4599901"/>
            <a:ext cx="2067200" cy="286500"/>
            <a:chOff x="2201950" y="260700"/>
            <a:chExt cx="2067200" cy="286500"/>
          </a:xfrm>
        </p:grpSpPr>
        <p:cxnSp>
          <p:nvCxnSpPr>
            <p:cNvPr id="33" name="Google Shape;777;p29">
              <a:extLst>
                <a:ext uri="{FF2B5EF4-FFF2-40B4-BE49-F238E27FC236}">
                  <a16:creationId xmlns:a16="http://schemas.microsoft.com/office/drawing/2014/main" id="{A9A6CF2C-1717-A04E-3385-7CE7E805D320}"/>
                </a:ext>
              </a:extLst>
            </p:cNvPr>
            <p:cNvCxnSpPr/>
            <p:nvPr/>
          </p:nvCxnSpPr>
          <p:spPr>
            <a:xfrm flipH="1">
              <a:off x="2201950" y="260700"/>
              <a:ext cx="308700" cy="286500"/>
            </a:xfrm>
            <a:prstGeom prst="straightConnector1">
              <a:avLst/>
            </a:prstGeom>
            <a:noFill/>
            <a:ln w="9525" cap="flat" cmpd="sng">
              <a:solidFill>
                <a:schemeClr val="dk1"/>
              </a:solidFill>
              <a:prstDash val="solid"/>
              <a:round/>
              <a:headEnd type="none" w="med" len="med"/>
              <a:tailEnd type="none" w="med" len="med"/>
            </a:ln>
          </p:spPr>
        </p:cxnSp>
        <p:cxnSp>
          <p:nvCxnSpPr>
            <p:cNvPr id="34" name="Google Shape;778;p29">
              <a:extLst>
                <a:ext uri="{FF2B5EF4-FFF2-40B4-BE49-F238E27FC236}">
                  <a16:creationId xmlns:a16="http://schemas.microsoft.com/office/drawing/2014/main" id="{A3A41276-1A55-91C1-DB66-0C89226D6836}"/>
                </a:ext>
              </a:extLst>
            </p:cNvPr>
            <p:cNvCxnSpPr/>
            <p:nvPr/>
          </p:nvCxnSpPr>
          <p:spPr>
            <a:xfrm flipH="1">
              <a:off x="2361814" y="260700"/>
              <a:ext cx="308700" cy="286500"/>
            </a:xfrm>
            <a:prstGeom prst="straightConnector1">
              <a:avLst/>
            </a:prstGeom>
            <a:noFill/>
            <a:ln w="9525" cap="flat" cmpd="sng">
              <a:solidFill>
                <a:schemeClr val="dk1"/>
              </a:solidFill>
              <a:prstDash val="solid"/>
              <a:round/>
              <a:headEnd type="none" w="med" len="med"/>
              <a:tailEnd type="none" w="med" len="med"/>
            </a:ln>
          </p:spPr>
        </p:cxnSp>
        <p:cxnSp>
          <p:nvCxnSpPr>
            <p:cNvPr id="35" name="Google Shape;779;p29">
              <a:extLst>
                <a:ext uri="{FF2B5EF4-FFF2-40B4-BE49-F238E27FC236}">
                  <a16:creationId xmlns:a16="http://schemas.microsoft.com/office/drawing/2014/main" id="{59C2A2B4-3A11-F0E5-4F70-C839EEF10727}"/>
                </a:ext>
              </a:extLst>
            </p:cNvPr>
            <p:cNvCxnSpPr/>
            <p:nvPr/>
          </p:nvCxnSpPr>
          <p:spPr>
            <a:xfrm flipH="1">
              <a:off x="2521677" y="260700"/>
              <a:ext cx="308700" cy="286500"/>
            </a:xfrm>
            <a:prstGeom prst="straightConnector1">
              <a:avLst/>
            </a:prstGeom>
            <a:noFill/>
            <a:ln w="9525" cap="flat" cmpd="sng">
              <a:solidFill>
                <a:schemeClr val="dk1"/>
              </a:solidFill>
              <a:prstDash val="solid"/>
              <a:round/>
              <a:headEnd type="none" w="med" len="med"/>
              <a:tailEnd type="none" w="med" len="med"/>
            </a:ln>
          </p:spPr>
        </p:cxnSp>
        <p:cxnSp>
          <p:nvCxnSpPr>
            <p:cNvPr id="36" name="Google Shape;780;p29">
              <a:extLst>
                <a:ext uri="{FF2B5EF4-FFF2-40B4-BE49-F238E27FC236}">
                  <a16:creationId xmlns:a16="http://schemas.microsoft.com/office/drawing/2014/main" id="{576F54AE-92F9-0ED4-D328-52DBF178F970}"/>
                </a:ext>
              </a:extLst>
            </p:cNvPr>
            <p:cNvCxnSpPr/>
            <p:nvPr/>
          </p:nvCxnSpPr>
          <p:spPr>
            <a:xfrm flipH="1">
              <a:off x="2681541" y="260700"/>
              <a:ext cx="308700" cy="286500"/>
            </a:xfrm>
            <a:prstGeom prst="straightConnector1">
              <a:avLst/>
            </a:prstGeom>
            <a:noFill/>
            <a:ln w="9525" cap="flat" cmpd="sng">
              <a:solidFill>
                <a:schemeClr val="dk1"/>
              </a:solidFill>
              <a:prstDash val="solid"/>
              <a:round/>
              <a:headEnd type="none" w="med" len="med"/>
              <a:tailEnd type="none" w="med" len="med"/>
            </a:ln>
          </p:spPr>
        </p:cxnSp>
        <p:cxnSp>
          <p:nvCxnSpPr>
            <p:cNvPr id="37" name="Google Shape;781;p29">
              <a:extLst>
                <a:ext uri="{FF2B5EF4-FFF2-40B4-BE49-F238E27FC236}">
                  <a16:creationId xmlns:a16="http://schemas.microsoft.com/office/drawing/2014/main" id="{ED9368B9-6E30-30C1-A29C-40AA5ADFC48B}"/>
                </a:ext>
              </a:extLst>
            </p:cNvPr>
            <p:cNvCxnSpPr/>
            <p:nvPr/>
          </p:nvCxnSpPr>
          <p:spPr>
            <a:xfrm flipH="1">
              <a:off x="2841405" y="260700"/>
              <a:ext cx="308700" cy="286500"/>
            </a:xfrm>
            <a:prstGeom prst="straightConnector1">
              <a:avLst/>
            </a:prstGeom>
            <a:noFill/>
            <a:ln w="9525" cap="flat" cmpd="sng">
              <a:solidFill>
                <a:schemeClr val="dk1"/>
              </a:solidFill>
              <a:prstDash val="solid"/>
              <a:round/>
              <a:headEnd type="none" w="med" len="med"/>
              <a:tailEnd type="none" w="med" len="med"/>
            </a:ln>
          </p:spPr>
        </p:cxnSp>
        <p:cxnSp>
          <p:nvCxnSpPr>
            <p:cNvPr id="38" name="Google Shape;782;p29">
              <a:extLst>
                <a:ext uri="{FF2B5EF4-FFF2-40B4-BE49-F238E27FC236}">
                  <a16:creationId xmlns:a16="http://schemas.microsoft.com/office/drawing/2014/main" id="{088BF4D4-CE0D-446B-46E2-3500EBB4AEF2}"/>
                </a:ext>
              </a:extLst>
            </p:cNvPr>
            <p:cNvCxnSpPr/>
            <p:nvPr/>
          </p:nvCxnSpPr>
          <p:spPr>
            <a:xfrm flipH="1">
              <a:off x="3001268" y="260700"/>
              <a:ext cx="308700" cy="286500"/>
            </a:xfrm>
            <a:prstGeom prst="straightConnector1">
              <a:avLst/>
            </a:prstGeom>
            <a:noFill/>
            <a:ln w="9525" cap="flat" cmpd="sng">
              <a:solidFill>
                <a:schemeClr val="dk1"/>
              </a:solidFill>
              <a:prstDash val="solid"/>
              <a:round/>
              <a:headEnd type="none" w="med" len="med"/>
              <a:tailEnd type="none" w="med" len="med"/>
            </a:ln>
          </p:spPr>
        </p:cxnSp>
        <p:cxnSp>
          <p:nvCxnSpPr>
            <p:cNvPr id="39" name="Google Shape;783;p29">
              <a:extLst>
                <a:ext uri="{FF2B5EF4-FFF2-40B4-BE49-F238E27FC236}">
                  <a16:creationId xmlns:a16="http://schemas.microsoft.com/office/drawing/2014/main" id="{4097BFC9-51CF-A638-653F-FCF8A6EE13B6}"/>
                </a:ext>
              </a:extLst>
            </p:cNvPr>
            <p:cNvCxnSpPr/>
            <p:nvPr/>
          </p:nvCxnSpPr>
          <p:spPr>
            <a:xfrm flipH="1">
              <a:off x="3161132" y="260700"/>
              <a:ext cx="308700" cy="286500"/>
            </a:xfrm>
            <a:prstGeom prst="straightConnector1">
              <a:avLst/>
            </a:prstGeom>
            <a:noFill/>
            <a:ln w="9525" cap="flat" cmpd="sng">
              <a:solidFill>
                <a:schemeClr val="dk1"/>
              </a:solidFill>
              <a:prstDash val="solid"/>
              <a:round/>
              <a:headEnd type="none" w="med" len="med"/>
              <a:tailEnd type="none" w="med" len="med"/>
            </a:ln>
          </p:spPr>
        </p:cxnSp>
        <p:cxnSp>
          <p:nvCxnSpPr>
            <p:cNvPr id="40" name="Google Shape;784;p29">
              <a:extLst>
                <a:ext uri="{FF2B5EF4-FFF2-40B4-BE49-F238E27FC236}">
                  <a16:creationId xmlns:a16="http://schemas.microsoft.com/office/drawing/2014/main" id="{2BE894A2-821B-7496-5E04-0B5D4585DC25}"/>
                </a:ext>
              </a:extLst>
            </p:cNvPr>
            <p:cNvCxnSpPr/>
            <p:nvPr/>
          </p:nvCxnSpPr>
          <p:spPr>
            <a:xfrm flipH="1">
              <a:off x="3320995" y="260700"/>
              <a:ext cx="308700" cy="286500"/>
            </a:xfrm>
            <a:prstGeom prst="straightConnector1">
              <a:avLst/>
            </a:prstGeom>
            <a:noFill/>
            <a:ln w="9525" cap="flat" cmpd="sng">
              <a:solidFill>
                <a:schemeClr val="dk1"/>
              </a:solidFill>
              <a:prstDash val="solid"/>
              <a:round/>
              <a:headEnd type="none" w="med" len="med"/>
              <a:tailEnd type="none" w="med" len="med"/>
            </a:ln>
          </p:spPr>
        </p:cxnSp>
        <p:cxnSp>
          <p:nvCxnSpPr>
            <p:cNvPr id="41" name="Google Shape;785;p29">
              <a:extLst>
                <a:ext uri="{FF2B5EF4-FFF2-40B4-BE49-F238E27FC236}">
                  <a16:creationId xmlns:a16="http://schemas.microsoft.com/office/drawing/2014/main" id="{E3DBC0D0-0ABC-65E1-A748-CB942A68003F}"/>
                </a:ext>
              </a:extLst>
            </p:cNvPr>
            <p:cNvCxnSpPr/>
            <p:nvPr/>
          </p:nvCxnSpPr>
          <p:spPr>
            <a:xfrm flipH="1">
              <a:off x="3480859" y="260700"/>
              <a:ext cx="308700" cy="286500"/>
            </a:xfrm>
            <a:prstGeom prst="straightConnector1">
              <a:avLst/>
            </a:prstGeom>
            <a:noFill/>
            <a:ln w="9525" cap="flat" cmpd="sng">
              <a:solidFill>
                <a:schemeClr val="dk1"/>
              </a:solidFill>
              <a:prstDash val="solid"/>
              <a:round/>
              <a:headEnd type="none" w="med" len="med"/>
              <a:tailEnd type="none" w="med" len="med"/>
            </a:ln>
          </p:spPr>
        </p:cxnSp>
        <p:cxnSp>
          <p:nvCxnSpPr>
            <p:cNvPr id="42" name="Google Shape;786;p29">
              <a:extLst>
                <a:ext uri="{FF2B5EF4-FFF2-40B4-BE49-F238E27FC236}">
                  <a16:creationId xmlns:a16="http://schemas.microsoft.com/office/drawing/2014/main" id="{DFADA4DF-7723-EF5D-8702-72D603478383}"/>
                </a:ext>
              </a:extLst>
            </p:cNvPr>
            <p:cNvCxnSpPr/>
            <p:nvPr/>
          </p:nvCxnSpPr>
          <p:spPr>
            <a:xfrm flipH="1">
              <a:off x="3640723" y="260700"/>
              <a:ext cx="308700" cy="286500"/>
            </a:xfrm>
            <a:prstGeom prst="straightConnector1">
              <a:avLst/>
            </a:prstGeom>
            <a:noFill/>
            <a:ln w="9525" cap="flat" cmpd="sng">
              <a:solidFill>
                <a:schemeClr val="dk1"/>
              </a:solidFill>
              <a:prstDash val="solid"/>
              <a:round/>
              <a:headEnd type="none" w="med" len="med"/>
              <a:tailEnd type="none" w="med" len="med"/>
            </a:ln>
          </p:spPr>
        </p:cxnSp>
        <p:cxnSp>
          <p:nvCxnSpPr>
            <p:cNvPr id="43" name="Google Shape;787;p29">
              <a:extLst>
                <a:ext uri="{FF2B5EF4-FFF2-40B4-BE49-F238E27FC236}">
                  <a16:creationId xmlns:a16="http://schemas.microsoft.com/office/drawing/2014/main" id="{D422941E-8124-F29E-9BBA-A0083D1AF78D}"/>
                </a:ext>
              </a:extLst>
            </p:cNvPr>
            <p:cNvCxnSpPr/>
            <p:nvPr/>
          </p:nvCxnSpPr>
          <p:spPr>
            <a:xfrm flipH="1">
              <a:off x="3800586" y="260700"/>
              <a:ext cx="308700" cy="286500"/>
            </a:xfrm>
            <a:prstGeom prst="straightConnector1">
              <a:avLst/>
            </a:prstGeom>
            <a:noFill/>
            <a:ln w="9525" cap="flat" cmpd="sng">
              <a:solidFill>
                <a:schemeClr val="dk1"/>
              </a:solidFill>
              <a:prstDash val="solid"/>
              <a:round/>
              <a:headEnd type="none" w="med" len="med"/>
              <a:tailEnd type="none" w="med" len="med"/>
            </a:ln>
          </p:spPr>
        </p:cxnSp>
        <p:cxnSp>
          <p:nvCxnSpPr>
            <p:cNvPr id="44" name="Google Shape;788;p29">
              <a:extLst>
                <a:ext uri="{FF2B5EF4-FFF2-40B4-BE49-F238E27FC236}">
                  <a16:creationId xmlns:a16="http://schemas.microsoft.com/office/drawing/2014/main" id="{5AB7A28C-0B15-2EE9-152A-2633739303A7}"/>
                </a:ext>
              </a:extLst>
            </p:cNvPr>
            <p:cNvCxnSpPr/>
            <p:nvPr/>
          </p:nvCxnSpPr>
          <p:spPr>
            <a:xfrm flipH="1">
              <a:off x="3960450" y="260700"/>
              <a:ext cx="308700" cy="286500"/>
            </a:xfrm>
            <a:prstGeom prst="straightConnector1">
              <a:avLst/>
            </a:prstGeom>
            <a:noFill/>
            <a:ln w="9525" cap="flat" cmpd="sng">
              <a:solidFill>
                <a:schemeClr val="dk1"/>
              </a:solidFill>
              <a:prstDash val="solid"/>
              <a:round/>
              <a:headEnd type="none" w="med" len="med"/>
              <a:tailEnd type="none" w="med" len="med"/>
            </a:ln>
          </p:spPr>
        </p:cxnSp>
      </p:grpSp>
      <p:grpSp>
        <p:nvGrpSpPr>
          <p:cNvPr id="45" name="Google Shape;776;p29">
            <a:extLst>
              <a:ext uri="{FF2B5EF4-FFF2-40B4-BE49-F238E27FC236}">
                <a16:creationId xmlns:a16="http://schemas.microsoft.com/office/drawing/2014/main" id="{2E0887AF-DEBE-E1A8-32F0-D98BCF1C1D3E}"/>
              </a:ext>
            </a:extLst>
          </p:cNvPr>
          <p:cNvGrpSpPr/>
          <p:nvPr/>
        </p:nvGrpSpPr>
        <p:grpSpPr>
          <a:xfrm>
            <a:off x="6981472" y="369805"/>
            <a:ext cx="2067200" cy="286500"/>
            <a:chOff x="2201950" y="260700"/>
            <a:chExt cx="2067200" cy="286500"/>
          </a:xfrm>
        </p:grpSpPr>
        <p:cxnSp>
          <p:nvCxnSpPr>
            <p:cNvPr id="46" name="Google Shape;777;p29">
              <a:extLst>
                <a:ext uri="{FF2B5EF4-FFF2-40B4-BE49-F238E27FC236}">
                  <a16:creationId xmlns:a16="http://schemas.microsoft.com/office/drawing/2014/main" id="{C8665D2F-B6D1-C645-829C-B0F616A1C276}"/>
                </a:ext>
              </a:extLst>
            </p:cNvPr>
            <p:cNvCxnSpPr/>
            <p:nvPr/>
          </p:nvCxnSpPr>
          <p:spPr>
            <a:xfrm flipH="1">
              <a:off x="2201950" y="260700"/>
              <a:ext cx="308700" cy="286500"/>
            </a:xfrm>
            <a:prstGeom prst="straightConnector1">
              <a:avLst/>
            </a:prstGeom>
            <a:noFill/>
            <a:ln w="9525" cap="flat" cmpd="sng">
              <a:solidFill>
                <a:schemeClr val="dk1"/>
              </a:solidFill>
              <a:prstDash val="solid"/>
              <a:round/>
              <a:headEnd type="none" w="med" len="med"/>
              <a:tailEnd type="none" w="med" len="med"/>
            </a:ln>
          </p:spPr>
        </p:cxnSp>
        <p:cxnSp>
          <p:nvCxnSpPr>
            <p:cNvPr id="47" name="Google Shape;778;p29">
              <a:extLst>
                <a:ext uri="{FF2B5EF4-FFF2-40B4-BE49-F238E27FC236}">
                  <a16:creationId xmlns:a16="http://schemas.microsoft.com/office/drawing/2014/main" id="{32F3452A-0BE7-E3EF-7768-44A170BFAE92}"/>
                </a:ext>
              </a:extLst>
            </p:cNvPr>
            <p:cNvCxnSpPr/>
            <p:nvPr/>
          </p:nvCxnSpPr>
          <p:spPr>
            <a:xfrm flipH="1">
              <a:off x="2361814" y="260700"/>
              <a:ext cx="308700" cy="286500"/>
            </a:xfrm>
            <a:prstGeom prst="straightConnector1">
              <a:avLst/>
            </a:prstGeom>
            <a:noFill/>
            <a:ln w="9525" cap="flat" cmpd="sng">
              <a:solidFill>
                <a:schemeClr val="dk1"/>
              </a:solidFill>
              <a:prstDash val="solid"/>
              <a:round/>
              <a:headEnd type="none" w="med" len="med"/>
              <a:tailEnd type="none" w="med" len="med"/>
            </a:ln>
          </p:spPr>
        </p:cxnSp>
        <p:cxnSp>
          <p:nvCxnSpPr>
            <p:cNvPr id="48" name="Google Shape;779;p29">
              <a:extLst>
                <a:ext uri="{FF2B5EF4-FFF2-40B4-BE49-F238E27FC236}">
                  <a16:creationId xmlns:a16="http://schemas.microsoft.com/office/drawing/2014/main" id="{B7EED3D5-606B-4CCC-4203-0BCB3173725F}"/>
                </a:ext>
              </a:extLst>
            </p:cNvPr>
            <p:cNvCxnSpPr/>
            <p:nvPr/>
          </p:nvCxnSpPr>
          <p:spPr>
            <a:xfrm flipH="1">
              <a:off x="2521677" y="260700"/>
              <a:ext cx="308700" cy="286500"/>
            </a:xfrm>
            <a:prstGeom prst="straightConnector1">
              <a:avLst/>
            </a:prstGeom>
            <a:noFill/>
            <a:ln w="9525" cap="flat" cmpd="sng">
              <a:solidFill>
                <a:schemeClr val="dk1"/>
              </a:solidFill>
              <a:prstDash val="solid"/>
              <a:round/>
              <a:headEnd type="none" w="med" len="med"/>
              <a:tailEnd type="none" w="med" len="med"/>
            </a:ln>
          </p:spPr>
        </p:cxnSp>
        <p:cxnSp>
          <p:nvCxnSpPr>
            <p:cNvPr id="49" name="Google Shape;780;p29">
              <a:extLst>
                <a:ext uri="{FF2B5EF4-FFF2-40B4-BE49-F238E27FC236}">
                  <a16:creationId xmlns:a16="http://schemas.microsoft.com/office/drawing/2014/main" id="{94A64C52-E9C0-788B-FD84-D02C599037DE}"/>
                </a:ext>
              </a:extLst>
            </p:cNvPr>
            <p:cNvCxnSpPr/>
            <p:nvPr/>
          </p:nvCxnSpPr>
          <p:spPr>
            <a:xfrm flipH="1">
              <a:off x="2681541" y="260700"/>
              <a:ext cx="308700" cy="286500"/>
            </a:xfrm>
            <a:prstGeom prst="straightConnector1">
              <a:avLst/>
            </a:prstGeom>
            <a:noFill/>
            <a:ln w="9525" cap="flat" cmpd="sng">
              <a:solidFill>
                <a:schemeClr val="dk1"/>
              </a:solidFill>
              <a:prstDash val="solid"/>
              <a:round/>
              <a:headEnd type="none" w="med" len="med"/>
              <a:tailEnd type="none" w="med" len="med"/>
            </a:ln>
          </p:spPr>
        </p:cxnSp>
        <p:cxnSp>
          <p:nvCxnSpPr>
            <p:cNvPr id="50" name="Google Shape;781;p29">
              <a:extLst>
                <a:ext uri="{FF2B5EF4-FFF2-40B4-BE49-F238E27FC236}">
                  <a16:creationId xmlns:a16="http://schemas.microsoft.com/office/drawing/2014/main" id="{96C100CC-4667-C670-81E6-867D005385C0}"/>
                </a:ext>
              </a:extLst>
            </p:cNvPr>
            <p:cNvCxnSpPr/>
            <p:nvPr/>
          </p:nvCxnSpPr>
          <p:spPr>
            <a:xfrm flipH="1">
              <a:off x="2841405" y="260700"/>
              <a:ext cx="308700" cy="286500"/>
            </a:xfrm>
            <a:prstGeom prst="straightConnector1">
              <a:avLst/>
            </a:prstGeom>
            <a:noFill/>
            <a:ln w="9525" cap="flat" cmpd="sng">
              <a:solidFill>
                <a:schemeClr val="dk1"/>
              </a:solidFill>
              <a:prstDash val="solid"/>
              <a:round/>
              <a:headEnd type="none" w="med" len="med"/>
              <a:tailEnd type="none" w="med" len="med"/>
            </a:ln>
          </p:spPr>
        </p:cxnSp>
        <p:cxnSp>
          <p:nvCxnSpPr>
            <p:cNvPr id="51" name="Google Shape;782;p29">
              <a:extLst>
                <a:ext uri="{FF2B5EF4-FFF2-40B4-BE49-F238E27FC236}">
                  <a16:creationId xmlns:a16="http://schemas.microsoft.com/office/drawing/2014/main" id="{5AD0DDA0-CD23-AB16-FA9B-E18D7BE8040A}"/>
                </a:ext>
              </a:extLst>
            </p:cNvPr>
            <p:cNvCxnSpPr/>
            <p:nvPr/>
          </p:nvCxnSpPr>
          <p:spPr>
            <a:xfrm flipH="1">
              <a:off x="3001268" y="260700"/>
              <a:ext cx="308700" cy="286500"/>
            </a:xfrm>
            <a:prstGeom prst="straightConnector1">
              <a:avLst/>
            </a:prstGeom>
            <a:noFill/>
            <a:ln w="9525" cap="flat" cmpd="sng">
              <a:solidFill>
                <a:schemeClr val="dk1"/>
              </a:solidFill>
              <a:prstDash val="solid"/>
              <a:round/>
              <a:headEnd type="none" w="med" len="med"/>
              <a:tailEnd type="none" w="med" len="med"/>
            </a:ln>
          </p:spPr>
        </p:cxnSp>
        <p:cxnSp>
          <p:nvCxnSpPr>
            <p:cNvPr id="52" name="Google Shape;783;p29">
              <a:extLst>
                <a:ext uri="{FF2B5EF4-FFF2-40B4-BE49-F238E27FC236}">
                  <a16:creationId xmlns:a16="http://schemas.microsoft.com/office/drawing/2014/main" id="{A37E66A8-70FB-FB28-F159-A3E48BEBD5D0}"/>
                </a:ext>
              </a:extLst>
            </p:cNvPr>
            <p:cNvCxnSpPr/>
            <p:nvPr/>
          </p:nvCxnSpPr>
          <p:spPr>
            <a:xfrm flipH="1">
              <a:off x="3161132" y="260700"/>
              <a:ext cx="308700" cy="286500"/>
            </a:xfrm>
            <a:prstGeom prst="straightConnector1">
              <a:avLst/>
            </a:prstGeom>
            <a:noFill/>
            <a:ln w="9525" cap="flat" cmpd="sng">
              <a:solidFill>
                <a:schemeClr val="dk1"/>
              </a:solidFill>
              <a:prstDash val="solid"/>
              <a:round/>
              <a:headEnd type="none" w="med" len="med"/>
              <a:tailEnd type="none" w="med" len="med"/>
            </a:ln>
          </p:spPr>
        </p:cxnSp>
        <p:cxnSp>
          <p:nvCxnSpPr>
            <p:cNvPr id="53" name="Google Shape;784;p29">
              <a:extLst>
                <a:ext uri="{FF2B5EF4-FFF2-40B4-BE49-F238E27FC236}">
                  <a16:creationId xmlns:a16="http://schemas.microsoft.com/office/drawing/2014/main" id="{F7153C7D-3511-45B2-AD5D-BFDB8FF068FE}"/>
                </a:ext>
              </a:extLst>
            </p:cNvPr>
            <p:cNvCxnSpPr/>
            <p:nvPr/>
          </p:nvCxnSpPr>
          <p:spPr>
            <a:xfrm flipH="1">
              <a:off x="3320995" y="260700"/>
              <a:ext cx="308700" cy="286500"/>
            </a:xfrm>
            <a:prstGeom prst="straightConnector1">
              <a:avLst/>
            </a:prstGeom>
            <a:noFill/>
            <a:ln w="9525" cap="flat" cmpd="sng">
              <a:solidFill>
                <a:schemeClr val="dk1"/>
              </a:solidFill>
              <a:prstDash val="solid"/>
              <a:round/>
              <a:headEnd type="none" w="med" len="med"/>
              <a:tailEnd type="none" w="med" len="med"/>
            </a:ln>
          </p:spPr>
        </p:cxnSp>
        <p:cxnSp>
          <p:nvCxnSpPr>
            <p:cNvPr id="54" name="Google Shape;785;p29">
              <a:extLst>
                <a:ext uri="{FF2B5EF4-FFF2-40B4-BE49-F238E27FC236}">
                  <a16:creationId xmlns:a16="http://schemas.microsoft.com/office/drawing/2014/main" id="{4D56AE69-ECAA-2BEC-B04E-BAE60FC685BD}"/>
                </a:ext>
              </a:extLst>
            </p:cNvPr>
            <p:cNvCxnSpPr/>
            <p:nvPr/>
          </p:nvCxnSpPr>
          <p:spPr>
            <a:xfrm flipH="1">
              <a:off x="3480859" y="260700"/>
              <a:ext cx="308700" cy="286500"/>
            </a:xfrm>
            <a:prstGeom prst="straightConnector1">
              <a:avLst/>
            </a:prstGeom>
            <a:noFill/>
            <a:ln w="9525" cap="flat" cmpd="sng">
              <a:solidFill>
                <a:schemeClr val="dk1"/>
              </a:solidFill>
              <a:prstDash val="solid"/>
              <a:round/>
              <a:headEnd type="none" w="med" len="med"/>
              <a:tailEnd type="none" w="med" len="med"/>
            </a:ln>
          </p:spPr>
        </p:cxnSp>
        <p:cxnSp>
          <p:nvCxnSpPr>
            <p:cNvPr id="55" name="Google Shape;786;p29">
              <a:extLst>
                <a:ext uri="{FF2B5EF4-FFF2-40B4-BE49-F238E27FC236}">
                  <a16:creationId xmlns:a16="http://schemas.microsoft.com/office/drawing/2014/main" id="{D587B76D-E852-BD0B-C446-41199B0E9A48}"/>
                </a:ext>
              </a:extLst>
            </p:cNvPr>
            <p:cNvCxnSpPr/>
            <p:nvPr/>
          </p:nvCxnSpPr>
          <p:spPr>
            <a:xfrm flipH="1">
              <a:off x="3640723" y="260700"/>
              <a:ext cx="308700" cy="286500"/>
            </a:xfrm>
            <a:prstGeom prst="straightConnector1">
              <a:avLst/>
            </a:prstGeom>
            <a:noFill/>
            <a:ln w="9525" cap="flat" cmpd="sng">
              <a:solidFill>
                <a:schemeClr val="dk1"/>
              </a:solidFill>
              <a:prstDash val="solid"/>
              <a:round/>
              <a:headEnd type="none" w="med" len="med"/>
              <a:tailEnd type="none" w="med" len="med"/>
            </a:ln>
          </p:spPr>
        </p:cxnSp>
        <p:cxnSp>
          <p:nvCxnSpPr>
            <p:cNvPr id="56" name="Google Shape;787;p29">
              <a:extLst>
                <a:ext uri="{FF2B5EF4-FFF2-40B4-BE49-F238E27FC236}">
                  <a16:creationId xmlns:a16="http://schemas.microsoft.com/office/drawing/2014/main" id="{FB3F6BC2-E7BA-9298-4D89-DB120C1F1BAD}"/>
                </a:ext>
              </a:extLst>
            </p:cNvPr>
            <p:cNvCxnSpPr/>
            <p:nvPr/>
          </p:nvCxnSpPr>
          <p:spPr>
            <a:xfrm flipH="1">
              <a:off x="3800586" y="260700"/>
              <a:ext cx="308700" cy="286500"/>
            </a:xfrm>
            <a:prstGeom prst="straightConnector1">
              <a:avLst/>
            </a:prstGeom>
            <a:noFill/>
            <a:ln w="9525" cap="flat" cmpd="sng">
              <a:solidFill>
                <a:schemeClr val="dk1"/>
              </a:solidFill>
              <a:prstDash val="solid"/>
              <a:round/>
              <a:headEnd type="none" w="med" len="med"/>
              <a:tailEnd type="none" w="med" len="med"/>
            </a:ln>
          </p:spPr>
        </p:cxnSp>
        <p:cxnSp>
          <p:nvCxnSpPr>
            <p:cNvPr id="57" name="Google Shape;788;p29">
              <a:extLst>
                <a:ext uri="{FF2B5EF4-FFF2-40B4-BE49-F238E27FC236}">
                  <a16:creationId xmlns:a16="http://schemas.microsoft.com/office/drawing/2014/main" id="{0EE7FE6C-8558-7AD1-D589-4E4E79404E56}"/>
                </a:ext>
              </a:extLst>
            </p:cNvPr>
            <p:cNvCxnSpPr/>
            <p:nvPr/>
          </p:nvCxnSpPr>
          <p:spPr>
            <a:xfrm flipH="1">
              <a:off x="3960450" y="260700"/>
              <a:ext cx="308700" cy="286500"/>
            </a:xfrm>
            <a:prstGeom prst="straightConnector1">
              <a:avLst/>
            </a:prstGeom>
            <a:noFill/>
            <a:ln w="9525" cap="flat" cmpd="sng">
              <a:solidFill>
                <a:schemeClr val="dk1"/>
              </a:solidFill>
              <a:prstDash val="solid"/>
              <a:round/>
              <a:headEnd type="none" w="med" len="med"/>
              <a:tailEnd type="none" w="med" len="med"/>
            </a:ln>
          </p:spPr>
        </p:cxnSp>
      </p:grpSp>
    </p:spTree>
    <p:extLst>
      <p:ext uri="{BB962C8B-B14F-4D97-AF65-F5344CB8AC3E}">
        <p14:creationId xmlns:p14="http://schemas.microsoft.com/office/powerpoint/2010/main" val="22414797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fill="hold" nodeType="withEffect">
                                  <p:stCondLst>
                                    <p:cond delay="0"/>
                                  </p:stCondLst>
                                  <p:childTnLst>
                                    <p:animRot by="21600000">
                                      <p:cBhvr>
                                        <p:cTn id="6" dur="59000" fill="hold"/>
                                        <p:tgtEl>
                                          <p:spTgt spid="9"/>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5" name="Google Shape;855;p32"/>
          <p:cNvSpPr txBox="1">
            <a:spLocks/>
          </p:cNvSpPr>
          <p:nvPr/>
        </p:nvSpPr>
        <p:spPr>
          <a:xfrm>
            <a:off x="714300" y="2103750"/>
            <a:ext cx="7715400" cy="4680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GB" sz="3400" dirty="0">
                <a:solidFill>
                  <a:schemeClr val="accent6">
                    <a:lumMod val="85000"/>
                  </a:schemeClr>
                </a:solidFill>
                <a:latin typeface="Montserrat ExtraBold" panose="00000900000000000000" pitchFamily="2" charset="0"/>
              </a:rPr>
              <a:t>“</a:t>
            </a:r>
            <a:r>
              <a:rPr lang="en-GB" sz="3400" dirty="0" err="1">
                <a:solidFill>
                  <a:schemeClr val="accent6">
                    <a:lumMod val="85000"/>
                  </a:schemeClr>
                </a:solidFill>
                <a:latin typeface="Montserrat ExtraBold" panose="00000900000000000000" pitchFamily="2" charset="0"/>
              </a:rPr>
              <a:t>Remontada”is</a:t>
            </a:r>
            <a:r>
              <a:rPr lang="en-GB" sz="3400" dirty="0">
                <a:solidFill>
                  <a:schemeClr val="accent6">
                    <a:lumMod val="85000"/>
                  </a:schemeClr>
                </a:solidFill>
                <a:latin typeface="Montserrat ExtraBold" panose="00000900000000000000" pitchFamily="2" charset="0"/>
              </a:rPr>
              <a:t> a football site</a:t>
            </a:r>
            <a:br>
              <a:rPr lang="en-GB" sz="3400" dirty="0">
                <a:solidFill>
                  <a:schemeClr val="accent6">
                    <a:lumMod val="85000"/>
                  </a:schemeClr>
                </a:solidFill>
                <a:latin typeface="Montserrat ExtraBold" panose="00000900000000000000" pitchFamily="2" charset="0"/>
              </a:rPr>
            </a:br>
            <a:r>
              <a:rPr lang="en-GB" sz="3400" dirty="0">
                <a:solidFill>
                  <a:schemeClr val="accent6">
                    <a:lumMod val="85000"/>
                  </a:schemeClr>
                </a:solidFill>
                <a:latin typeface="Montserrat ExtraBold" panose="00000900000000000000" pitchFamily="2" charset="0"/>
              </a:rPr>
              <a:t>that help you to:</a:t>
            </a:r>
          </a:p>
        </p:txBody>
      </p:sp>
      <p:pic>
        <p:nvPicPr>
          <p:cNvPr id="5" name="Graphic 4" descr="Chevron arrows with solid fill">
            <a:extLst>
              <a:ext uri="{FF2B5EF4-FFF2-40B4-BE49-F238E27FC236}">
                <a16:creationId xmlns:a16="http://schemas.microsoft.com/office/drawing/2014/main" id="{2EFE1481-89A6-FACC-BBBA-C3EC9D7A4C2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114800" y="4212802"/>
            <a:ext cx="914400" cy="914400"/>
          </a:xfrm>
          <a:prstGeom prst="rect">
            <a:avLst/>
          </a:prstGeom>
        </p:spPr>
      </p:pic>
      <p:pic>
        <p:nvPicPr>
          <p:cNvPr id="6" name="Graphic 5" descr="Rocket with solid fill">
            <a:extLst>
              <a:ext uri="{FF2B5EF4-FFF2-40B4-BE49-F238E27FC236}">
                <a16:creationId xmlns:a16="http://schemas.microsoft.com/office/drawing/2014/main" id="{EC97B30C-FB4A-A058-2AB5-2D845F26E85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2700000">
            <a:off x="3882571" y="430892"/>
            <a:ext cx="914400" cy="914400"/>
          </a:xfrm>
          <a:prstGeom prst="rect">
            <a:avLst/>
          </a:prstGeom>
        </p:spPr>
      </p:pic>
      <p:grpSp>
        <p:nvGrpSpPr>
          <p:cNvPr id="7" name="Google Shape;1726;p49">
            <a:extLst>
              <a:ext uri="{FF2B5EF4-FFF2-40B4-BE49-F238E27FC236}">
                <a16:creationId xmlns:a16="http://schemas.microsoft.com/office/drawing/2014/main" id="{85AB1055-DA20-ACC8-67E8-D2EBC3A4CD3A}"/>
              </a:ext>
            </a:extLst>
          </p:cNvPr>
          <p:cNvGrpSpPr/>
          <p:nvPr/>
        </p:nvGrpSpPr>
        <p:grpSpPr>
          <a:xfrm rot="6681556">
            <a:off x="8147788" y="4051156"/>
            <a:ext cx="870653" cy="864009"/>
            <a:chOff x="6373950" y="1851720"/>
            <a:chExt cx="1218227" cy="1208932"/>
          </a:xfrm>
        </p:grpSpPr>
        <p:sp>
          <p:nvSpPr>
            <p:cNvPr id="8" name="Google Shape;1727;p49">
              <a:extLst>
                <a:ext uri="{FF2B5EF4-FFF2-40B4-BE49-F238E27FC236}">
                  <a16:creationId xmlns:a16="http://schemas.microsoft.com/office/drawing/2014/main" id="{6AE723A1-09DF-0A10-4DA4-2810D1BC46CD}"/>
                </a:ext>
              </a:extLst>
            </p:cNvPr>
            <p:cNvSpPr/>
            <p:nvPr/>
          </p:nvSpPr>
          <p:spPr>
            <a:xfrm>
              <a:off x="7285623" y="1851720"/>
              <a:ext cx="306554" cy="288581"/>
            </a:xfrm>
            <a:custGeom>
              <a:avLst/>
              <a:gdLst/>
              <a:ahLst/>
              <a:cxnLst/>
              <a:rect l="l" t="t" r="r" b="b"/>
              <a:pathLst>
                <a:path w="7948" h="7482" extrusionOk="0">
                  <a:moveTo>
                    <a:pt x="948" y="0"/>
                  </a:moveTo>
                  <a:cubicBezTo>
                    <a:pt x="640" y="0"/>
                    <a:pt x="324" y="7"/>
                    <a:pt x="0" y="20"/>
                  </a:cubicBezTo>
                  <a:cubicBezTo>
                    <a:pt x="1677" y="1305"/>
                    <a:pt x="3355" y="2763"/>
                    <a:pt x="5000" y="4409"/>
                  </a:cubicBezTo>
                  <a:cubicBezTo>
                    <a:pt x="6019" y="5412"/>
                    <a:pt x="6960" y="6447"/>
                    <a:pt x="7837" y="7481"/>
                  </a:cubicBezTo>
                  <a:cubicBezTo>
                    <a:pt x="7947" y="3531"/>
                    <a:pt x="6991" y="866"/>
                    <a:pt x="6991" y="866"/>
                  </a:cubicBezTo>
                  <a:cubicBezTo>
                    <a:pt x="6991" y="866"/>
                    <a:pt x="4579" y="0"/>
                    <a:pt x="948" y="0"/>
                  </a:cubicBez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 name="Google Shape;1728;p49">
              <a:extLst>
                <a:ext uri="{FF2B5EF4-FFF2-40B4-BE49-F238E27FC236}">
                  <a16:creationId xmlns:a16="http://schemas.microsoft.com/office/drawing/2014/main" id="{C3204F61-B806-870A-125D-0B13AAE0B2FD}"/>
                </a:ext>
              </a:extLst>
            </p:cNvPr>
            <p:cNvSpPr/>
            <p:nvPr/>
          </p:nvSpPr>
          <p:spPr>
            <a:xfrm>
              <a:off x="6401759" y="1874824"/>
              <a:ext cx="1167437" cy="1166858"/>
            </a:xfrm>
            <a:custGeom>
              <a:avLst/>
              <a:gdLst/>
              <a:ahLst/>
              <a:cxnLst/>
              <a:rect l="l" t="t" r="r" b="b"/>
              <a:pathLst>
                <a:path w="30268" h="30253" extrusionOk="0">
                  <a:moveTo>
                    <a:pt x="18684" y="1"/>
                  </a:moveTo>
                  <a:cubicBezTo>
                    <a:pt x="15016" y="863"/>
                    <a:pt x="10847" y="2822"/>
                    <a:pt x="6850" y="6835"/>
                  </a:cubicBezTo>
                  <a:cubicBezTo>
                    <a:pt x="2822" y="10863"/>
                    <a:pt x="863" y="15048"/>
                    <a:pt x="0" y="18732"/>
                  </a:cubicBezTo>
                  <a:cubicBezTo>
                    <a:pt x="1584" y="21067"/>
                    <a:pt x="3574" y="23481"/>
                    <a:pt x="5910" y="25817"/>
                  </a:cubicBezTo>
                  <a:cubicBezTo>
                    <a:pt x="7571" y="27478"/>
                    <a:pt x="9280" y="28967"/>
                    <a:pt x="10972" y="30252"/>
                  </a:cubicBezTo>
                  <a:cubicBezTo>
                    <a:pt x="14766" y="29453"/>
                    <a:pt x="19139" y="27509"/>
                    <a:pt x="23339" y="23324"/>
                  </a:cubicBezTo>
                  <a:cubicBezTo>
                    <a:pt x="27509" y="19139"/>
                    <a:pt x="29452" y="14798"/>
                    <a:pt x="30268" y="11020"/>
                  </a:cubicBezTo>
                  <a:cubicBezTo>
                    <a:pt x="28967" y="9327"/>
                    <a:pt x="27478" y="7603"/>
                    <a:pt x="25785" y="5926"/>
                  </a:cubicBezTo>
                  <a:cubicBezTo>
                    <a:pt x="23449" y="3590"/>
                    <a:pt x="21035" y="1584"/>
                    <a:pt x="18684" y="1"/>
                  </a:cubicBez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 name="Google Shape;1729;p49">
              <a:extLst>
                <a:ext uri="{FF2B5EF4-FFF2-40B4-BE49-F238E27FC236}">
                  <a16:creationId xmlns:a16="http://schemas.microsoft.com/office/drawing/2014/main" id="{36947E94-F19E-6C95-F526-F1E886B0C35F}"/>
                </a:ext>
              </a:extLst>
            </p:cNvPr>
            <p:cNvSpPr/>
            <p:nvPr/>
          </p:nvSpPr>
          <p:spPr>
            <a:xfrm>
              <a:off x="6373950" y="2761117"/>
              <a:ext cx="291435" cy="299535"/>
            </a:xfrm>
            <a:custGeom>
              <a:avLst/>
              <a:gdLst/>
              <a:ahLst/>
              <a:cxnLst/>
              <a:rect l="l" t="t" r="r" b="b"/>
              <a:pathLst>
                <a:path w="7556" h="7766" extrusionOk="0">
                  <a:moveTo>
                    <a:pt x="157" y="1"/>
                  </a:moveTo>
                  <a:cubicBezTo>
                    <a:pt x="0" y="4107"/>
                    <a:pt x="1004" y="6897"/>
                    <a:pt x="1004" y="6897"/>
                  </a:cubicBezTo>
                  <a:cubicBezTo>
                    <a:pt x="1004" y="6897"/>
                    <a:pt x="3396" y="7766"/>
                    <a:pt x="7013" y="7766"/>
                  </a:cubicBezTo>
                  <a:cubicBezTo>
                    <a:pt x="7191" y="7766"/>
                    <a:pt x="7372" y="7764"/>
                    <a:pt x="7555" y="7759"/>
                  </a:cubicBezTo>
                  <a:cubicBezTo>
                    <a:pt x="6537" y="6897"/>
                    <a:pt x="5502" y="5957"/>
                    <a:pt x="4499" y="4954"/>
                  </a:cubicBezTo>
                  <a:cubicBezTo>
                    <a:pt x="2884" y="3324"/>
                    <a:pt x="1427" y="1662"/>
                    <a:pt x="157" y="1"/>
                  </a:cubicBez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 name="Google Shape;1730;p49">
              <a:extLst>
                <a:ext uri="{FF2B5EF4-FFF2-40B4-BE49-F238E27FC236}">
                  <a16:creationId xmlns:a16="http://schemas.microsoft.com/office/drawing/2014/main" id="{FBFD19A8-A8F2-D85A-F144-87CD87DCF181}"/>
                </a:ext>
              </a:extLst>
            </p:cNvPr>
            <p:cNvSpPr/>
            <p:nvPr/>
          </p:nvSpPr>
          <p:spPr>
            <a:xfrm>
              <a:off x="6678034" y="2152718"/>
              <a:ext cx="610640" cy="606899"/>
            </a:xfrm>
            <a:custGeom>
              <a:avLst/>
              <a:gdLst/>
              <a:ahLst/>
              <a:cxnLst/>
              <a:rect l="l" t="t" r="r" b="b"/>
              <a:pathLst>
                <a:path w="15832" h="15735" extrusionOk="0">
                  <a:moveTo>
                    <a:pt x="12228" y="0"/>
                  </a:moveTo>
                  <a:cubicBezTo>
                    <a:pt x="12029" y="0"/>
                    <a:pt x="11851" y="132"/>
                    <a:pt x="11788" y="335"/>
                  </a:cubicBezTo>
                  <a:cubicBezTo>
                    <a:pt x="11709" y="586"/>
                    <a:pt x="11850" y="853"/>
                    <a:pt x="12101" y="931"/>
                  </a:cubicBezTo>
                  <a:cubicBezTo>
                    <a:pt x="12133" y="931"/>
                    <a:pt x="12728" y="1135"/>
                    <a:pt x="13433" y="1793"/>
                  </a:cubicBezTo>
                  <a:lnTo>
                    <a:pt x="12399" y="2812"/>
                  </a:lnTo>
                  <a:cubicBezTo>
                    <a:pt x="11537" y="1965"/>
                    <a:pt x="10832" y="1683"/>
                    <a:pt x="10785" y="1668"/>
                  </a:cubicBezTo>
                  <a:cubicBezTo>
                    <a:pt x="10726" y="1640"/>
                    <a:pt x="10664" y="1627"/>
                    <a:pt x="10603" y="1627"/>
                  </a:cubicBezTo>
                  <a:cubicBezTo>
                    <a:pt x="10420" y="1627"/>
                    <a:pt x="10244" y="1742"/>
                    <a:pt x="10173" y="1918"/>
                  </a:cubicBezTo>
                  <a:cubicBezTo>
                    <a:pt x="10079" y="2169"/>
                    <a:pt x="10189" y="2436"/>
                    <a:pt x="10440" y="2530"/>
                  </a:cubicBezTo>
                  <a:cubicBezTo>
                    <a:pt x="10440" y="2545"/>
                    <a:pt x="11020" y="2781"/>
                    <a:pt x="11741" y="3486"/>
                  </a:cubicBezTo>
                  <a:lnTo>
                    <a:pt x="10753" y="4473"/>
                  </a:lnTo>
                  <a:cubicBezTo>
                    <a:pt x="9891" y="3611"/>
                    <a:pt x="9217" y="3313"/>
                    <a:pt x="9170" y="3298"/>
                  </a:cubicBezTo>
                  <a:cubicBezTo>
                    <a:pt x="9108" y="3269"/>
                    <a:pt x="9042" y="3255"/>
                    <a:pt x="8978" y="3255"/>
                  </a:cubicBezTo>
                  <a:cubicBezTo>
                    <a:pt x="8799" y="3255"/>
                    <a:pt x="8628" y="3360"/>
                    <a:pt x="8559" y="3533"/>
                  </a:cubicBezTo>
                  <a:cubicBezTo>
                    <a:pt x="8449" y="3768"/>
                    <a:pt x="8559" y="4050"/>
                    <a:pt x="8794" y="4160"/>
                  </a:cubicBezTo>
                  <a:cubicBezTo>
                    <a:pt x="8810" y="4160"/>
                    <a:pt x="9358" y="4426"/>
                    <a:pt x="10095" y="5132"/>
                  </a:cubicBezTo>
                  <a:lnTo>
                    <a:pt x="8825" y="6401"/>
                  </a:lnTo>
                  <a:lnTo>
                    <a:pt x="7556" y="5132"/>
                  </a:lnTo>
                  <a:cubicBezTo>
                    <a:pt x="7462" y="5038"/>
                    <a:pt x="7340" y="4991"/>
                    <a:pt x="7219" y="4991"/>
                  </a:cubicBezTo>
                  <a:cubicBezTo>
                    <a:pt x="7097" y="4991"/>
                    <a:pt x="6976" y="5038"/>
                    <a:pt x="6882" y="5132"/>
                  </a:cubicBezTo>
                  <a:cubicBezTo>
                    <a:pt x="6709" y="5320"/>
                    <a:pt x="6709" y="5618"/>
                    <a:pt x="6882" y="5790"/>
                  </a:cubicBezTo>
                  <a:lnTo>
                    <a:pt x="8151" y="7060"/>
                  </a:lnTo>
                  <a:lnTo>
                    <a:pt x="7117" y="8094"/>
                  </a:lnTo>
                  <a:lnTo>
                    <a:pt x="5847" y="6825"/>
                  </a:lnTo>
                  <a:cubicBezTo>
                    <a:pt x="5761" y="6730"/>
                    <a:pt x="5643" y="6683"/>
                    <a:pt x="5524" y="6683"/>
                  </a:cubicBezTo>
                  <a:cubicBezTo>
                    <a:pt x="5404" y="6683"/>
                    <a:pt x="5283" y="6730"/>
                    <a:pt x="5189" y="6825"/>
                  </a:cubicBezTo>
                  <a:cubicBezTo>
                    <a:pt x="5001" y="7013"/>
                    <a:pt x="5001" y="7310"/>
                    <a:pt x="5189" y="7499"/>
                  </a:cubicBezTo>
                  <a:lnTo>
                    <a:pt x="6458" y="8768"/>
                  </a:lnTo>
                  <a:lnTo>
                    <a:pt x="5189" y="10022"/>
                  </a:lnTo>
                  <a:cubicBezTo>
                    <a:pt x="4483" y="9301"/>
                    <a:pt x="4217" y="8752"/>
                    <a:pt x="4217" y="8737"/>
                  </a:cubicBezTo>
                  <a:cubicBezTo>
                    <a:pt x="4136" y="8564"/>
                    <a:pt x="3963" y="8459"/>
                    <a:pt x="3783" y="8459"/>
                  </a:cubicBezTo>
                  <a:cubicBezTo>
                    <a:pt x="3718" y="8459"/>
                    <a:pt x="3652" y="8473"/>
                    <a:pt x="3590" y="8502"/>
                  </a:cubicBezTo>
                  <a:cubicBezTo>
                    <a:pt x="3355" y="8596"/>
                    <a:pt x="3245" y="8878"/>
                    <a:pt x="3355" y="9113"/>
                  </a:cubicBezTo>
                  <a:cubicBezTo>
                    <a:pt x="3371" y="9160"/>
                    <a:pt x="3684" y="9834"/>
                    <a:pt x="4530" y="10696"/>
                  </a:cubicBezTo>
                  <a:lnTo>
                    <a:pt x="3543" y="11684"/>
                  </a:lnTo>
                  <a:cubicBezTo>
                    <a:pt x="2853" y="10963"/>
                    <a:pt x="2603" y="10398"/>
                    <a:pt x="2587" y="10367"/>
                  </a:cubicBezTo>
                  <a:cubicBezTo>
                    <a:pt x="2516" y="10189"/>
                    <a:pt x="2345" y="10083"/>
                    <a:pt x="2165" y="10083"/>
                  </a:cubicBezTo>
                  <a:cubicBezTo>
                    <a:pt x="2107" y="10083"/>
                    <a:pt x="2048" y="10093"/>
                    <a:pt x="1991" y="10116"/>
                  </a:cubicBezTo>
                  <a:cubicBezTo>
                    <a:pt x="1740" y="10210"/>
                    <a:pt x="1631" y="10477"/>
                    <a:pt x="1725" y="10727"/>
                  </a:cubicBezTo>
                  <a:cubicBezTo>
                    <a:pt x="1740" y="10774"/>
                    <a:pt x="2038" y="11480"/>
                    <a:pt x="2869" y="12342"/>
                  </a:cubicBezTo>
                  <a:lnTo>
                    <a:pt x="1850" y="13376"/>
                  </a:lnTo>
                  <a:cubicBezTo>
                    <a:pt x="1192" y="12671"/>
                    <a:pt x="1004" y="12075"/>
                    <a:pt x="988" y="12044"/>
                  </a:cubicBezTo>
                  <a:cubicBezTo>
                    <a:pt x="922" y="11833"/>
                    <a:pt x="724" y="11700"/>
                    <a:pt x="522" y="11700"/>
                  </a:cubicBezTo>
                  <a:cubicBezTo>
                    <a:pt x="484" y="11700"/>
                    <a:pt x="446" y="11705"/>
                    <a:pt x="408" y="11715"/>
                  </a:cubicBezTo>
                  <a:cubicBezTo>
                    <a:pt x="157" y="11793"/>
                    <a:pt x="1" y="12060"/>
                    <a:pt x="79" y="12311"/>
                  </a:cubicBezTo>
                  <a:cubicBezTo>
                    <a:pt x="95" y="12358"/>
                    <a:pt x="345" y="13157"/>
                    <a:pt x="1176" y="14035"/>
                  </a:cubicBezTo>
                  <a:lnTo>
                    <a:pt x="612" y="14599"/>
                  </a:lnTo>
                  <a:cubicBezTo>
                    <a:pt x="439" y="14787"/>
                    <a:pt x="439" y="15085"/>
                    <a:pt x="612" y="15273"/>
                  </a:cubicBezTo>
                  <a:cubicBezTo>
                    <a:pt x="706" y="15367"/>
                    <a:pt x="827" y="15414"/>
                    <a:pt x="949" y="15414"/>
                  </a:cubicBezTo>
                  <a:cubicBezTo>
                    <a:pt x="1070" y="15414"/>
                    <a:pt x="1192" y="15367"/>
                    <a:pt x="1286" y="15273"/>
                  </a:cubicBezTo>
                  <a:lnTo>
                    <a:pt x="1882" y="14677"/>
                  </a:lnTo>
                  <a:cubicBezTo>
                    <a:pt x="2336" y="15038"/>
                    <a:pt x="2916" y="15383"/>
                    <a:pt x="3621" y="15696"/>
                  </a:cubicBezTo>
                  <a:cubicBezTo>
                    <a:pt x="3684" y="15722"/>
                    <a:pt x="3748" y="15734"/>
                    <a:pt x="3811" y="15734"/>
                  </a:cubicBezTo>
                  <a:cubicBezTo>
                    <a:pt x="3937" y="15734"/>
                    <a:pt x="4055" y="15686"/>
                    <a:pt x="4139" y="15602"/>
                  </a:cubicBezTo>
                  <a:cubicBezTo>
                    <a:pt x="4186" y="15555"/>
                    <a:pt x="4217" y="15508"/>
                    <a:pt x="4233" y="15445"/>
                  </a:cubicBezTo>
                  <a:cubicBezTo>
                    <a:pt x="4342" y="15210"/>
                    <a:pt x="4233" y="14928"/>
                    <a:pt x="3998" y="14834"/>
                  </a:cubicBezTo>
                  <a:cubicBezTo>
                    <a:pt x="3418" y="14583"/>
                    <a:pt x="2932" y="14285"/>
                    <a:pt x="2556" y="14003"/>
                  </a:cubicBezTo>
                  <a:lnTo>
                    <a:pt x="3574" y="12985"/>
                  </a:lnTo>
                  <a:cubicBezTo>
                    <a:pt x="4013" y="13345"/>
                    <a:pt x="4562" y="13706"/>
                    <a:pt x="5220" y="14050"/>
                  </a:cubicBezTo>
                  <a:cubicBezTo>
                    <a:pt x="5291" y="14092"/>
                    <a:pt x="5367" y="14111"/>
                    <a:pt x="5441" y="14111"/>
                  </a:cubicBezTo>
                  <a:cubicBezTo>
                    <a:pt x="5563" y="14111"/>
                    <a:pt x="5681" y="14060"/>
                    <a:pt x="5769" y="13972"/>
                  </a:cubicBezTo>
                  <a:cubicBezTo>
                    <a:pt x="5800" y="13941"/>
                    <a:pt x="5831" y="13894"/>
                    <a:pt x="5847" y="13862"/>
                  </a:cubicBezTo>
                  <a:cubicBezTo>
                    <a:pt x="5973" y="13627"/>
                    <a:pt x="5878" y="13345"/>
                    <a:pt x="5643" y="13220"/>
                  </a:cubicBezTo>
                  <a:cubicBezTo>
                    <a:pt x="5095" y="12922"/>
                    <a:pt x="4625" y="12624"/>
                    <a:pt x="4248" y="12311"/>
                  </a:cubicBezTo>
                  <a:lnTo>
                    <a:pt x="5220" y="11339"/>
                  </a:lnTo>
                  <a:cubicBezTo>
                    <a:pt x="5659" y="11699"/>
                    <a:pt x="6192" y="12060"/>
                    <a:pt x="6819" y="12420"/>
                  </a:cubicBezTo>
                  <a:cubicBezTo>
                    <a:pt x="6894" y="12464"/>
                    <a:pt x="6976" y="12485"/>
                    <a:pt x="7057" y="12485"/>
                  </a:cubicBezTo>
                  <a:cubicBezTo>
                    <a:pt x="7179" y="12485"/>
                    <a:pt x="7298" y="12436"/>
                    <a:pt x="7383" y="12342"/>
                  </a:cubicBezTo>
                  <a:cubicBezTo>
                    <a:pt x="7415" y="12311"/>
                    <a:pt x="7446" y="12279"/>
                    <a:pt x="7462" y="12248"/>
                  </a:cubicBezTo>
                  <a:cubicBezTo>
                    <a:pt x="7587" y="12013"/>
                    <a:pt x="7509" y="11731"/>
                    <a:pt x="7289" y="11605"/>
                  </a:cubicBezTo>
                  <a:cubicBezTo>
                    <a:pt x="6741" y="11292"/>
                    <a:pt x="6270" y="10978"/>
                    <a:pt x="5894" y="10665"/>
                  </a:cubicBezTo>
                  <a:lnTo>
                    <a:pt x="7117" y="9426"/>
                  </a:lnTo>
                  <a:lnTo>
                    <a:pt x="8402" y="10696"/>
                  </a:lnTo>
                  <a:cubicBezTo>
                    <a:pt x="8488" y="10790"/>
                    <a:pt x="8606" y="10837"/>
                    <a:pt x="8725" y="10837"/>
                  </a:cubicBezTo>
                  <a:cubicBezTo>
                    <a:pt x="8845" y="10837"/>
                    <a:pt x="8966" y="10790"/>
                    <a:pt x="9060" y="10696"/>
                  </a:cubicBezTo>
                  <a:cubicBezTo>
                    <a:pt x="9248" y="10524"/>
                    <a:pt x="9248" y="10226"/>
                    <a:pt x="9060" y="10038"/>
                  </a:cubicBezTo>
                  <a:lnTo>
                    <a:pt x="7791" y="8768"/>
                  </a:lnTo>
                  <a:lnTo>
                    <a:pt x="8825" y="7734"/>
                  </a:lnTo>
                  <a:lnTo>
                    <a:pt x="10095" y="9003"/>
                  </a:lnTo>
                  <a:cubicBezTo>
                    <a:pt x="10189" y="9097"/>
                    <a:pt x="10310" y="9144"/>
                    <a:pt x="10430" y="9144"/>
                  </a:cubicBezTo>
                  <a:cubicBezTo>
                    <a:pt x="10549" y="9144"/>
                    <a:pt x="10667" y="9097"/>
                    <a:pt x="10753" y="9003"/>
                  </a:cubicBezTo>
                  <a:cubicBezTo>
                    <a:pt x="10941" y="8815"/>
                    <a:pt x="10941" y="8517"/>
                    <a:pt x="10753" y="8329"/>
                  </a:cubicBezTo>
                  <a:lnTo>
                    <a:pt x="9484" y="7060"/>
                  </a:lnTo>
                  <a:lnTo>
                    <a:pt x="10722" y="5837"/>
                  </a:lnTo>
                  <a:cubicBezTo>
                    <a:pt x="11035" y="6213"/>
                    <a:pt x="11349" y="6683"/>
                    <a:pt x="11662" y="7232"/>
                  </a:cubicBezTo>
                  <a:cubicBezTo>
                    <a:pt x="11747" y="7380"/>
                    <a:pt x="11904" y="7464"/>
                    <a:pt x="12069" y="7464"/>
                  </a:cubicBezTo>
                  <a:cubicBezTo>
                    <a:pt x="12148" y="7464"/>
                    <a:pt x="12229" y="7445"/>
                    <a:pt x="12305" y="7404"/>
                  </a:cubicBezTo>
                  <a:cubicBezTo>
                    <a:pt x="12336" y="7389"/>
                    <a:pt x="12368" y="7357"/>
                    <a:pt x="12399" y="7326"/>
                  </a:cubicBezTo>
                  <a:cubicBezTo>
                    <a:pt x="12556" y="7185"/>
                    <a:pt x="12587" y="6950"/>
                    <a:pt x="12477" y="6762"/>
                  </a:cubicBezTo>
                  <a:cubicBezTo>
                    <a:pt x="12133" y="6135"/>
                    <a:pt x="11756" y="5602"/>
                    <a:pt x="11396" y="5163"/>
                  </a:cubicBezTo>
                  <a:lnTo>
                    <a:pt x="12368" y="4191"/>
                  </a:lnTo>
                  <a:cubicBezTo>
                    <a:pt x="12681" y="4567"/>
                    <a:pt x="12979" y="5038"/>
                    <a:pt x="13277" y="5586"/>
                  </a:cubicBezTo>
                  <a:cubicBezTo>
                    <a:pt x="13364" y="5750"/>
                    <a:pt x="13528" y="5846"/>
                    <a:pt x="13699" y="5846"/>
                  </a:cubicBezTo>
                  <a:cubicBezTo>
                    <a:pt x="13773" y="5846"/>
                    <a:pt x="13848" y="5828"/>
                    <a:pt x="13919" y="5790"/>
                  </a:cubicBezTo>
                  <a:cubicBezTo>
                    <a:pt x="13951" y="5774"/>
                    <a:pt x="13998" y="5743"/>
                    <a:pt x="14029" y="5712"/>
                  </a:cubicBezTo>
                  <a:cubicBezTo>
                    <a:pt x="14170" y="5571"/>
                    <a:pt x="14217" y="5335"/>
                    <a:pt x="14107" y="5147"/>
                  </a:cubicBezTo>
                  <a:cubicBezTo>
                    <a:pt x="13778" y="4505"/>
                    <a:pt x="13402" y="3956"/>
                    <a:pt x="13042" y="3517"/>
                  </a:cubicBezTo>
                  <a:lnTo>
                    <a:pt x="14060" y="2498"/>
                  </a:lnTo>
                  <a:cubicBezTo>
                    <a:pt x="14358" y="2875"/>
                    <a:pt x="14640" y="3345"/>
                    <a:pt x="14891" y="3940"/>
                  </a:cubicBezTo>
                  <a:cubicBezTo>
                    <a:pt x="14960" y="4113"/>
                    <a:pt x="15131" y="4218"/>
                    <a:pt x="15310" y="4218"/>
                  </a:cubicBezTo>
                  <a:cubicBezTo>
                    <a:pt x="15375" y="4218"/>
                    <a:pt x="15440" y="4205"/>
                    <a:pt x="15502" y="4176"/>
                  </a:cubicBezTo>
                  <a:cubicBezTo>
                    <a:pt x="15565" y="4160"/>
                    <a:pt x="15612" y="4129"/>
                    <a:pt x="15659" y="4082"/>
                  </a:cubicBezTo>
                  <a:cubicBezTo>
                    <a:pt x="15785" y="3956"/>
                    <a:pt x="15832" y="3737"/>
                    <a:pt x="15753" y="3564"/>
                  </a:cubicBezTo>
                  <a:cubicBezTo>
                    <a:pt x="15455" y="2859"/>
                    <a:pt x="15095" y="2279"/>
                    <a:pt x="14734" y="1824"/>
                  </a:cubicBezTo>
                  <a:lnTo>
                    <a:pt x="15330" y="1229"/>
                  </a:lnTo>
                  <a:cubicBezTo>
                    <a:pt x="15518" y="1041"/>
                    <a:pt x="15518" y="743"/>
                    <a:pt x="15330" y="555"/>
                  </a:cubicBezTo>
                  <a:cubicBezTo>
                    <a:pt x="15236" y="461"/>
                    <a:pt x="15115" y="414"/>
                    <a:pt x="14995" y="414"/>
                  </a:cubicBezTo>
                  <a:cubicBezTo>
                    <a:pt x="14876" y="414"/>
                    <a:pt x="14758" y="461"/>
                    <a:pt x="14672" y="555"/>
                  </a:cubicBezTo>
                  <a:lnTo>
                    <a:pt x="14092" y="1119"/>
                  </a:lnTo>
                  <a:cubicBezTo>
                    <a:pt x="13214" y="288"/>
                    <a:pt x="12415" y="38"/>
                    <a:pt x="12368" y="22"/>
                  </a:cubicBezTo>
                  <a:cubicBezTo>
                    <a:pt x="12321" y="7"/>
                    <a:pt x="12274" y="0"/>
                    <a:pt x="12228" y="0"/>
                  </a:cubicBez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12" name="Google Shape;904;p32">
            <a:extLst>
              <a:ext uri="{FF2B5EF4-FFF2-40B4-BE49-F238E27FC236}">
                <a16:creationId xmlns:a16="http://schemas.microsoft.com/office/drawing/2014/main" id="{DC28BD5E-93AE-0B73-B0B2-6FF6EE2D23CB}"/>
              </a:ext>
            </a:extLst>
          </p:cNvPr>
          <p:cNvSpPr/>
          <p:nvPr/>
        </p:nvSpPr>
        <p:spPr>
          <a:xfrm>
            <a:off x="7252400" y="436590"/>
            <a:ext cx="1717232" cy="226026"/>
          </a:xfrm>
          <a:custGeom>
            <a:avLst/>
            <a:gdLst/>
            <a:ahLst/>
            <a:cxnLst/>
            <a:rect l="l" t="t" r="r" b="b"/>
            <a:pathLst>
              <a:path w="61155" h="4912" extrusionOk="0">
                <a:moveTo>
                  <a:pt x="0" y="1"/>
                </a:moveTo>
                <a:lnTo>
                  <a:pt x="0" y="4912"/>
                </a:lnTo>
                <a:lnTo>
                  <a:pt x="61154" y="4912"/>
                </a:lnTo>
                <a:lnTo>
                  <a:pt x="61154" y="1"/>
                </a:lnTo>
                <a:close/>
              </a:path>
            </a:pathLst>
          </a:custGeom>
          <a:solidFill>
            <a:srgbClr val="EBED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TextBox 12">
            <a:extLst>
              <a:ext uri="{FF2B5EF4-FFF2-40B4-BE49-F238E27FC236}">
                <a16:creationId xmlns:a16="http://schemas.microsoft.com/office/drawing/2014/main" id="{D5985278-0352-24DB-E1DB-3DA3F126EE17}"/>
              </a:ext>
            </a:extLst>
          </p:cNvPr>
          <p:cNvSpPr txBox="1"/>
          <p:nvPr/>
        </p:nvSpPr>
        <p:spPr>
          <a:xfrm>
            <a:off x="7339757" y="409716"/>
            <a:ext cx="1566760" cy="307777"/>
          </a:xfrm>
          <a:prstGeom prst="rect">
            <a:avLst/>
          </a:prstGeom>
          <a:noFill/>
        </p:spPr>
        <p:txBody>
          <a:bodyPr wrap="square" rtlCol="0">
            <a:spAutoFit/>
          </a:bodyPr>
          <a:lstStyle/>
          <a:p>
            <a:pPr algn="ctr"/>
            <a:r>
              <a:rPr lang="en-US" i="1" dirty="0">
                <a:latin typeface="Montserrat ExtraBold" panose="00000900000000000000" pitchFamily="2" charset="0"/>
              </a:rPr>
              <a:t>REMONTADA</a:t>
            </a:r>
          </a:p>
        </p:txBody>
      </p:sp>
    </p:spTree>
    <p:extLst>
      <p:ext uri="{BB962C8B-B14F-4D97-AF65-F5344CB8AC3E}">
        <p14:creationId xmlns:p14="http://schemas.microsoft.com/office/powerpoint/2010/main" val="2543632999"/>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fill="hold" nodeType="withEffect">
                                  <p:stCondLst>
                                    <p:cond delay="0"/>
                                  </p:stCondLst>
                                  <p:childTnLst>
                                    <p:animRot by="21600000">
                                      <p:cBhvr>
                                        <p:cTn id="6" dur="59000" fill="hold"/>
                                        <p:tgtEl>
                                          <p:spTgt spid="6"/>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40"/>
        <p:cNvGrpSpPr/>
        <p:nvPr/>
      </p:nvGrpSpPr>
      <p:grpSpPr>
        <a:xfrm>
          <a:off x="0" y="0"/>
          <a:ext cx="0" cy="0"/>
          <a:chOff x="0" y="0"/>
          <a:chExt cx="0" cy="0"/>
        </a:xfrm>
      </p:grpSpPr>
      <p:grpSp>
        <p:nvGrpSpPr>
          <p:cNvPr id="841" name="Google Shape;841;p32"/>
          <p:cNvGrpSpPr/>
          <p:nvPr/>
        </p:nvGrpSpPr>
        <p:grpSpPr>
          <a:xfrm>
            <a:off x="786723" y="3413238"/>
            <a:ext cx="984333" cy="750875"/>
            <a:chOff x="6268229" y="1126723"/>
            <a:chExt cx="2821246" cy="1847625"/>
          </a:xfrm>
        </p:grpSpPr>
        <p:sp>
          <p:nvSpPr>
            <p:cNvPr id="842" name="Google Shape;842;p32"/>
            <p:cNvSpPr/>
            <p:nvPr/>
          </p:nvSpPr>
          <p:spPr>
            <a:xfrm>
              <a:off x="6268229" y="1126723"/>
              <a:ext cx="2821246" cy="1847604"/>
            </a:xfrm>
            <a:custGeom>
              <a:avLst/>
              <a:gdLst/>
              <a:ahLst/>
              <a:cxnLst/>
              <a:rect l="l" t="t" r="r" b="b"/>
              <a:pathLst>
                <a:path w="71719" h="46968" extrusionOk="0">
                  <a:moveTo>
                    <a:pt x="634" y="46634"/>
                  </a:moveTo>
                  <a:lnTo>
                    <a:pt x="1168" y="46834"/>
                  </a:lnTo>
                  <a:lnTo>
                    <a:pt x="1635" y="46734"/>
                  </a:lnTo>
                  <a:lnTo>
                    <a:pt x="2102" y="46434"/>
                  </a:lnTo>
                  <a:lnTo>
                    <a:pt x="2569" y="46434"/>
                  </a:lnTo>
                  <a:lnTo>
                    <a:pt x="3103" y="46400"/>
                  </a:lnTo>
                  <a:lnTo>
                    <a:pt x="3670" y="46534"/>
                  </a:lnTo>
                  <a:lnTo>
                    <a:pt x="4170" y="46400"/>
                  </a:lnTo>
                  <a:lnTo>
                    <a:pt x="4704" y="46334"/>
                  </a:lnTo>
                  <a:lnTo>
                    <a:pt x="5238" y="46234"/>
                  </a:lnTo>
                  <a:lnTo>
                    <a:pt x="5771" y="46367"/>
                  </a:lnTo>
                  <a:lnTo>
                    <a:pt x="6272" y="46367"/>
                  </a:lnTo>
                  <a:lnTo>
                    <a:pt x="6805" y="46500"/>
                  </a:lnTo>
                  <a:lnTo>
                    <a:pt x="7306" y="46467"/>
                  </a:lnTo>
                  <a:lnTo>
                    <a:pt x="7773" y="46234"/>
                  </a:lnTo>
                  <a:lnTo>
                    <a:pt x="8273" y="46434"/>
                  </a:lnTo>
                  <a:lnTo>
                    <a:pt x="8773" y="46434"/>
                  </a:lnTo>
                  <a:lnTo>
                    <a:pt x="9240" y="46200"/>
                  </a:lnTo>
                  <a:lnTo>
                    <a:pt x="9741" y="46434"/>
                  </a:lnTo>
                  <a:lnTo>
                    <a:pt x="10241" y="46400"/>
                  </a:lnTo>
                  <a:lnTo>
                    <a:pt x="10675" y="46100"/>
                  </a:lnTo>
                  <a:lnTo>
                    <a:pt x="11175" y="46134"/>
                  </a:lnTo>
                  <a:lnTo>
                    <a:pt x="11642" y="45900"/>
                  </a:lnTo>
                  <a:lnTo>
                    <a:pt x="12142" y="45967"/>
                  </a:lnTo>
                  <a:lnTo>
                    <a:pt x="12609" y="45867"/>
                  </a:lnTo>
                  <a:lnTo>
                    <a:pt x="13110" y="46033"/>
                  </a:lnTo>
                  <a:lnTo>
                    <a:pt x="13610" y="45933"/>
                  </a:lnTo>
                  <a:lnTo>
                    <a:pt x="14111" y="46000"/>
                  </a:lnTo>
                  <a:lnTo>
                    <a:pt x="14578" y="45833"/>
                  </a:lnTo>
                  <a:lnTo>
                    <a:pt x="15078" y="45900"/>
                  </a:lnTo>
                  <a:lnTo>
                    <a:pt x="15578" y="45933"/>
                  </a:lnTo>
                  <a:lnTo>
                    <a:pt x="16045" y="45867"/>
                  </a:lnTo>
                  <a:lnTo>
                    <a:pt x="16512" y="45566"/>
                  </a:lnTo>
                  <a:lnTo>
                    <a:pt x="17013" y="45633"/>
                  </a:lnTo>
                  <a:lnTo>
                    <a:pt x="17480" y="45700"/>
                  </a:lnTo>
                  <a:lnTo>
                    <a:pt x="17980" y="45633"/>
                  </a:lnTo>
                  <a:lnTo>
                    <a:pt x="18447" y="45433"/>
                  </a:lnTo>
                  <a:lnTo>
                    <a:pt x="18914" y="45600"/>
                  </a:lnTo>
                  <a:lnTo>
                    <a:pt x="19448" y="45400"/>
                  </a:lnTo>
                  <a:lnTo>
                    <a:pt x="19881" y="45633"/>
                  </a:lnTo>
                  <a:lnTo>
                    <a:pt x="20382" y="45833"/>
                  </a:lnTo>
                  <a:lnTo>
                    <a:pt x="20849" y="45900"/>
                  </a:lnTo>
                  <a:lnTo>
                    <a:pt x="21382" y="45733"/>
                  </a:lnTo>
                  <a:lnTo>
                    <a:pt x="21849" y="46000"/>
                  </a:lnTo>
                  <a:lnTo>
                    <a:pt x="22316" y="46167"/>
                  </a:lnTo>
                  <a:lnTo>
                    <a:pt x="22817" y="46167"/>
                  </a:lnTo>
                  <a:lnTo>
                    <a:pt x="23284" y="46434"/>
                  </a:lnTo>
                  <a:lnTo>
                    <a:pt x="23684" y="46567"/>
                  </a:lnTo>
                  <a:lnTo>
                    <a:pt x="24118" y="46367"/>
                  </a:lnTo>
                  <a:lnTo>
                    <a:pt x="24551" y="46667"/>
                  </a:lnTo>
                  <a:lnTo>
                    <a:pt x="25018" y="46634"/>
                  </a:lnTo>
                  <a:lnTo>
                    <a:pt x="25452" y="46267"/>
                  </a:lnTo>
                  <a:lnTo>
                    <a:pt x="25952" y="46500"/>
                  </a:lnTo>
                  <a:lnTo>
                    <a:pt x="26453" y="46601"/>
                  </a:lnTo>
                  <a:lnTo>
                    <a:pt x="26920" y="46500"/>
                  </a:lnTo>
                  <a:lnTo>
                    <a:pt x="27353" y="46167"/>
                  </a:lnTo>
                  <a:lnTo>
                    <a:pt x="27887" y="46467"/>
                  </a:lnTo>
                  <a:lnTo>
                    <a:pt x="28387" y="46334"/>
                  </a:lnTo>
                  <a:lnTo>
                    <a:pt x="28888" y="46334"/>
                  </a:lnTo>
                  <a:lnTo>
                    <a:pt x="29355" y="46134"/>
                  </a:lnTo>
                  <a:lnTo>
                    <a:pt x="29855" y="46000"/>
                  </a:lnTo>
                  <a:lnTo>
                    <a:pt x="30322" y="46000"/>
                  </a:lnTo>
                  <a:lnTo>
                    <a:pt x="30856" y="46100"/>
                  </a:lnTo>
                  <a:lnTo>
                    <a:pt x="31323" y="45967"/>
                  </a:lnTo>
                  <a:lnTo>
                    <a:pt x="31823" y="45967"/>
                  </a:lnTo>
                  <a:lnTo>
                    <a:pt x="32324" y="46000"/>
                  </a:lnTo>
                  <a:lnTo>
                    <a:pt x="32824" y="46067"/>
                  </a:lnTo>
                  <a:lnTo>
                    <a:pt x="33324" y="46000"/>
                  </a:lnTo>
                  <a:lnTo>
                    <a:pt x="33791" y="45833"/>
                  </a:lnTo>
                  <a:lnTo>
                    <a:pt x="34292" y="45767"/>
                  </a:lnTo>
                  <a:lnTo>
                    <a:pt x="34792" y="45867"/>
                  </a:lnTo>
                  <a:lnTo>
                    <a:pt x="35292" y="45733"/>
                  </a:lnTo>
                  <a:lnTo>
                    <a:pt x="35793" y="45600"/>
                  </a:lnTo>
                  <a:lnTo>
                    <a:pt x="36260" y="45500"/>
                  </a:lnTo>
                  <a:lnTo>
                    <a:pt x="36760" y="45633"/>
                  </a:lnTo>
                  <a:lnTo>
                    <a:pt x="37227" y="45500"/>
                  </a:lnTo>
                  <a:lnTo>
                    <a:pt x="37727" y="45533"/>
                  </a:lnTo>
                  <a:lnTo>
                    <a:pt x="38194" y="45266"/>
                  </a:lnTo>
                  <a:lnTo>
                    <a:pt x="38661" y="45266"/>
                  </a:lnTo>
                  <a:lnTo>
                    <a:pt x="39162" y="45400"/>
                  </a:lnTo>
                  <a:lnTo>
                    <a:pt x="39662" y="45700"/>
                  </a:lnTo>
                  <a:lnTo>
                    <a:pt x="40196" y="45500"/>
                  </a:lnTo>
                  <a:lnTo>
                    <a:pt x="40730" y="45700"/>
                  </a:lnTo>
                  <a:lnTo>
                    <a:pt x="41230" y="45633"/>
                  </a:lnTo>
                  <a:lnTo>
                    <a:pt x="41764" y="45667"/>
                  </a:lnTo>
                  <a:lnTo>
                    <a:pt x="42297" y="45633"/>
                  </a:lnTo>
                  <a:lnTo>
                    <a:pt x="42798" y="45767"/>
                  </a:lnTo>
                  <a:lnTo>
                    <a:pt x="43265" y="45633"/>
                  </a:lnTo>
                  <a:lnTo>
                    <a:pt x="43732" y="45366"/>
                  </a:lnTo>
                  <a:lnTo>
                    <a:pt x="44232" y="45366"/>
                  </a:lnTo>
                  <a:lnTo>
                    <a:pt x="44732" y="45466"/>
                  </a:lnTo>
                  <a:lnTo>
                    <a:pt x="45199" y="45166"/>
                  </a:lnTo>
                  <a:lnTo>
                    <a:pt x="45733" y="45366"/>
                  </a:lnTo>
                  <a:lnTo>
                    <a:pt x="46300" y="45200"/>
                  </a:lnTo>
                  <a:lnTo>
                    <a:pt x="46734" y="45667"/>
                  </a:lnTo>
                  <a:lnTo>
                    <a:pt x="47301" y="45433"/>
                  </a:lnTo>
                  <a:lnTo>
                    <a:pt x="47801" y="45700"/>
                  </a:lnTo>
                  <a:lnTo>
                    <a:pt x="48368" y="45566"/>
                  </a:lnTo>
                  <a:lnTo>
                    <a:pt x="48869" y="45833"/>
                  </a:lnTo>
                  <a:lnTo>
                    <a:pt x="49402" y="46000"/>
                  </a:lnTo>
                  <a:lnTo>
                    <a:pt x="49969" y="45933"/>
                  </a:lnTo>
                  <a:lnTo>
                    <a:pt x="50436" y="46100"/>
                  </a:lnTo>
                  <a:lnTo>
                    <a:pt x="50970" y="45900"/>
                  </a:lnTo>
                  <a:lnTo>
                    <a:pt x="51471" y="46000"/>
                  </a:lnTo>
                  <a:lnTo>
                    <a:pt x="52004" y="46100"/>
                  </a:lnTo>
                  <a:lnTo>
                    <a:pt x="52471" y="45900"/>
                  </a:lnTo>
                  <a:lnTo>
                    <a:pt x="53038" y="46000"/>
                  </a:lnTo>
                  <a:lnTo>
                    <a:pt x="53539" y="45900"/>
                  </a:lnTo>
                  <a:lnTo>
                    <a:pt x="53906" y="45466"/>
                  </a:lnTo>
                  <a:lnTo>
                    <a:pt x="54439" y="45500"/>
                  </a:lnTo>
                  <a:lnTo>
                    <a:pt x="54873" y="45300"/>
                  </a:lnTo>
                  <a:lnTo>
                    <a:pt x="55373" y="45300"/>
                  </a:lnTo>
                  <a:lnTo>
                    <a:pt x="55840" y="45166"/>
                  </a:lnTo>
                  <a:lnTo>
                    <a:pt x="56274" y="44966"/>
                  </a:lnTo>
                  <a:lnTo>
                    <a:pt x="56808" y="45033"/>
                  </a:lnTo>
                  <a:lnTo>
                    <a:pt x="57208" y="44566"/>
                  </a:lnTo>
                  <a:lnTo>
                    <a:pt x="57708" y="44599"/>
                  </a:lnTo>
                  <a:lnTo>
                    <a:pt x="58209" y="44733"/>
                  </a:lnTo>
                  <a:lnTo>
                    <a:pt x="58642" y="44432"/>
                  </a:lnTo>
                  <a:lnTo>
                    <a:pt x="59143" y="44266"/>
                  </a:lnTo>
                  <a:lnTo>
                    <a:pt x="59643" y="44366"/>
                  </a:lnTo>
                  <a:lnTo>
                    <a:pt x="60143" y="44532"/>
                  </a:lnTo>
                  <a:lnTo>
                    <a:pt x="60610" y="44432"/>
                  </a:lnTo>
                  <a:lnTo>
                    <a:pt x="61077" y="44466"/>
                  </a:lnTo>
                  <a:lnTo>
                    <a:pt x="61611" y="44532"/>
                  </a:lnTo>
                  <a:lnTo>
                    <a:pt x="62178" y="44432"/>
                  </a:lnTo>
                  <a:lnTo>
                    <a:pt x="62745" y="44499"/>
                  </a:lnTo>
                  <a:lnTo>
                    <a:pt x="63179" y="44699"/>
                  </a:lnTo>
                  <a:lnTo>
                    <a:pt x="63646" y="44666"/>
                  </a:lnTo>
                  <a:lnTo>
                    <a:pt x="64080" y="44699"/>
                  </a:lnTo>
                  <a:lnTo>
                    <a:pt x="64547" y="44499"/>
                  </a:lnTo>
                  <a:lnTo>
                    <a:pt x="64980" y="44232"/>
                  </a:lnTo>
                  <a:lnTo>
                    <a:pt x="65447" y="44299"/>
                  </a:lnTo>
                  <a:lnTo>
                    <a:pt x="65847" y="44132"/>
                  </a:lnTo>
                  <a:lnTo>
                    <a:pt x="66381" y="44232"/>
                  </a:lnTo>
                  <a:lnTo>
                    <a:pt x="66882" y="44099"/>
                  </a:lnTo>
                  <a:lnTo>
                    <a:pt x="67215" y="43732"/>
                  </a:lnTo>
                  <a:lnTo>
                    <a:pt x="67715" y="43598"/>
                  </a:lnTo>
                  <a:lnTo>
                    <a:pt x="68116" y="43265"/>
                  </a:lnTo>
                  <a:lnTo>
                    <a:pt x="68616" y="43198"/>
                  </a:lnTo>
                  <a:lnTo>
                    <a:pt x="68950" y="42764"/>
                  </a:lnTo>
                  <a:lnTo>
                    <a:pt x="69483" y="42898"/>
                  </a:lnTo>
                  <a:lnTo>
                    <a:pt x="69917" y="42798"/>
                  </a:lnTo>
                  <a:lnTo>
                    <a:pt x="70384" y="42864"/>
                  </a:lnTo>
                  <a:lnTo>
                    <a:pt x="70884" y="42931"/>
                  </a:lnTo>
                  <a:lnTo>
                    <a:pt x="71351" y="42898"/>
                  </a:lnTo>
                  <a:lnTo>
                    <a:pt x="71718" y="42698"/>
                  </a:lnTo>
                  <a:lnTo>
                    <a:pt x="71718" y="934"/>
                  </a:lnTo>
                  <a:lnTo>
                    <a:pt x="71418" y="834"/>
                  </a:lnTo>
                  <a:lnTo>
                    <a:pt x="70918" y="934"/>
                  </a:lnTo>
                  <a:lnTo>
                    <a:pt x="70451" y="1168"/>
                  </a:lnTo>
                  <a:lnTo>
                    <a:pt x="69950" y="1168"/>
                  </a:lnTo>
                  <a:lnTo>
                    <a:pt x="69450" y="1035"/>
                  </a:lnTo>
                  <a:lnTo>
                    <a:pt x="68950" y="1301"/>
                  </a:lnTo>
                  <a:lnTo>
                    <a:pt x="68449" y="1068"/>
                  </a:lnTo>
                  <a:lnTo>
                    <a:pt x="67882" y="1201"/>
                  </a:lnTo>
                  <a:lnTo>
                    <a:pt x="67449" y="734"/>
                  </a:lnTo>
                  <a:lnTo>
                    <a:pt x="66882" y="901"/>
                  </a:lnTo>
                  <a:lnTo>
                    <a:pt x="66381" y="634"/>
                  </a:lnTo>
                  <a:lnTo>
                    <a:pt x="65814" y="734"/>
                  </a:lnTo>
                  <a:lnTo>
                    <a:pt x="65347" y="434"/>
                  </a:lnTo>
                  <a:lnTo>
                    <a:pt x="64847" y="234"/>
                  </a:lnTo>
                  <a:lnTo>
                    <a:pt x="64280" y="267"/>
                  </a:lnTo>
                  <a:lnTo>
                    <a:pt x="63779" y="67"/>
                  </a:lnTo>
                  <a:lnTo>
                    <a:pt x="63246" y="267"/>
                  </a:lnTo>
                  <a:lnTo>
                    <a:pt x="62745" y="134"/>
                  </a:lnTo>
                  <a:lnTo>
                    <a:pt x="62245" y="0"/>
                  </a:lnTo>
                  <a:lnTo>
                    <a:pt x="61745" y="201"/>
                  </a:lnTo>
                  <a:lnTo>
                    <a:pt x="61211" y="34"/>
                  </a:lnTo>
                  <a:lnTo>
                    <a:pt x="60677" y="101"/>
                  </a:lnTo>
                  <a:lnTo>
                    <a:pt x="60310" y="534"/>
                  </a:lnTo>
                  <a:lnTo>
                    <a:pt x="59776" y="467"/>
                  </a:lnTo>
                  <a:lnTo>
                    <a:pt x="59309" y="634"/>
                  </a:lnTo>
                  <a:lnTo>
                    <a:pt x="58809" y="601"/>
                  </a:lnTo>
                  <a:lnTo>
                    <a:pt x="58342" y="701"/>
                  </a:lnTo>
                  <a:lnTo>
                    <a:pt x="57908" y="901"/>
                  </a:lnTo>
                  <a:lnTo>
                    <a:pt x="57375" y="801"/>
                  </a:lnTo>
                  <a:lnTo>
                    <a:pt x="56974" y="1235"/>
                  </a:lnTo>
                  <a:lnTo>
                    <a:pt x="56474" y="1201"/>
                  </a:lnTo>
                  <a:lnTo>
                    <a:pt x="55974" y="1035"/>
                  </a:lnTo>
                  <a:lnTo>
                    <a:pt x="55507" y="1301"/>
                  </a:lnTo>
                  <a:lnTo>
                    <a:pt x="55006" y="1435"/>
                  </a:lnTo>
                  <a:lnTo>
                    <a:pt x="54539" y="1335"/>
                  </a:lnTo>
                  <a:lnTo>
                    <a:pt x="54039" y="1135"/>
                  </a:lnTo>
                  <a:lnTo>
                    <a:pt x="53572" y="1201"/>
                  </a:lnTo>
                  <a:lnTo>
                    <a:pt x="53072" y="1135"/>
                  </a:lnTo>
                  <a:lnTo>
                    <a:pt x="52571" y="1068"/>
                  </a:lnTo>
                  <a:lnTo>
                    <a:pt x="51971" y="1101"/>
                  </a:lnTo>
                  <a:lnTo>
                    <a:pt x="51437" y="1035"/>
                  </a:lnTo>
                  <a:lnTo>
                    <a:pt x="51004" y="801"/>
                  </a:lnTo>
                  <a:lnTo>
                    <a:pt x="50537" y="801"/>
                  </a:lnTo>
                  <a:lnTo>
                    <a:pt x="50103" y="734"/>
                  </a:lnTo>
                  <a:lnTo>
                    <a:pt x="49636" y="901"/>
                  </a:lnTo>
                  <a:lnTo>
                    <a:pt x="49202" y="1168"/>
                  </a:lnTo>
                  <a:lnTo>
                    <a:pt x="48735" y="1068"/>
                  </a:lnTo>
                  <a:lnTo>
                    <a:pt x="48302" y="1235"/>
                  </a:lnTo>
                  <a:lnTo>
                    <a:pt x="47768" y="1068"/>
                  </a:lnTo>
                  <a:lnTo>
                    <a:pt x="47268" y="1168"/>
                  </a:lnTo>
                  <a:lnTo>
                    <a:pt x="46901" y="1535"/>
                  </a:lnTo>
                  <a:lnTo>
                    <a:pt x="46400" y="1635"/>
                  </a:lnTo>
                  <a:lnTo>
                    <a:pt x="46000" y="1935"/>
                  </a:lnTo>
                  <a:lnTo>
                    <a:pt x="45500" y="1969"/>
                  </a:lnTo>
                  <a:lnTo>
                    <a:pt x="45133" y="2436"/>
                  </a:lnTo>
                  <a:lnTo>
                    <a:pt x="44632" y="2269"/>
                  </a:lnTo>
                  <a:lnTo>
                    <a:pt x="44165" y="2302"/>
                  </a:lnTo>
                  <a:lnTo>
                    <a:pt x="43698" y="2235"/>
                  </a:lnTo>
                  <a:lnTo>
                    <a:pt x="43231" y="2169"/>
                  </a:lnTo>
                  <a:lnTo>
                    <a:pt x="42764" y="2169"/>
                  </a:lnTo>
                  <a:lnTo>
                    <a:pt x="42264" y="2369"/>
                  </a:lnTo>
                  <a:lnTo>
                    <a:pt x="41730" y="2202"/>
                  </a:lnTo>
                  <a:lnTo>
                    <a:pt x="41230" y="2469"/>
                  </a:lnTo>
                  <a:lnTo>
                    <a:pt x="40730" y="2536"/>
                  </a:lnTo>
                  <a:lnTo>
                    <a:pt x="40229" y="2135"/>
                  </a:lnTo>
                  <a:lnTo>
                    <a:pt x="39729" y="2235"/>
                  </a:lnTo>
                  <a:lnTo>
                    <a:pt x="39228" y="2169"/>
                  </a:lnTo>
                  <a:lnTo>
                    <a:pt x="38695" y="2436"/>
                  </a:lnTo>
                  <a:lnTo>
                    <a:pt x="38194" y="2369"/>
                  </a:lnTo>
                  <a:lnTo>
                    <a:pt x="37694" y="2169"/>
                  </a:lnTo>
                  <a:lnTo>
                    <a:pt x="37194" y="2502"/>
                  </a:lnTo>
                  <a:lnTo>
                    <a:pt x="36693" y="2369"/>
                  </a:lnTo>
                  <a:lnTo>
                    <a:pt x="36160" y="2335"/>
                  </a:lnTo>
                  <a:lnTo>
                    <a:pt x="35659" y="2502"/>
                  </a:lnTo>
                  <a:lnTo>
                    <a:pt x="35159" y="2202"/>
                  </a:lnTo>
                  <a:lnTo>
                    <a:pt x="34625" y="2335"/>
                  </a:lnTo>
                  <a:lnTo>
                    <a:pt x="34125" y="2436"/>
                  </a:lnTo>
                  <a:lnTo>
                    <a:pt x="33591" y="2202"/>
                  </a:lnTo>
                  <a:lnTo>
                    <a:pt x="33091" y="2569"/>
                  </a:lnTo>
                  <a:lnTo>
                    <a:pt x="32590" y="2436"/>
                  </a:lnTo>
                  <a:lnTo>
                    <a:pt x="32057" y="2469"/>
                  </a:lnTo>
                  <a:lnTo>
                    <a:pt x="31556" y="2536"/>
                  </a:lnTo>
                  <a:lnTo>
                    <a:pt x="31056" y="2269"/>
                  </a:lnTo>
                  <a:lnTo>
                    <a:pt x="30522" y="2569"/>
                  </a:lnTo>
                  <a:lnTo>
                    <a:pt x="30022" y="2369"/>
                  </a:lnTo>
                  <a:lnTo>
                    <a:pt x="29522" y="2502"/>
                  </a:lnTo>
                  <a:lnTo>
                    <a:pt x="28988" y="2569"/>
                  </a:lnTo>
                  <a:lnTo>
                    <a:pt x="28487" y="2569"/>
                  </a:lnTo>
                  <a:lnTo>
                    <a:pt x="27987" y="2736"/>
                  </a:lnTo>
                  <a:lnTo>
                    <a:pt x="27487" y="2636"/>
                  </a:lnTo>
                  <a:lnTo>
                    <a:pt x="26986" y="2869"/>
                  </a:lnTo>
                  <a:lnTo>
                    <a:pt x="26453" y="2736"/>
                  </a:lnTo>
                  <a:lnTo>
                    <a:pt x="26019" y="3103"/>
                  </a:lnTo>
                  <a:lnTo>
                    <a:pt x="25452" y="3003"/>
                  </a:lnTo>
                  <a:lnTo>
                    <a:pt x="24952" y="3036"/>
                  </a:lnTo>
                  <a:lnTo>
                    <a:pt x="24418" y="3003"/>
                  </a:lnTo>
                  <a:lnTo>
                    <a:pt x="23984" y="3370"/>
                  </a:lnTo>
                  <a:lnTo>
                    <a:pt x="23417" y="3370"/>
                  </a:lnTo>
                  <a:lnTo>
                    <a:pt x="22850" y="3470"/>
                  </a:lnTo>
                  <a:lnTo>
                    <a:pt x="22350" y="3703"/>
                  </a:lnTo>
                  <a:lnTo>
                    <a:pt x="21849" y="3970"/>
                  </a:lnTo>
                  <a:lnTo>
                    <a:pt x="21349" y="3803"/>
                  </a:lnTo>
                  <a:lnTo>
                    <a:pt x="20882" y="4003"/>
                  </a:lnTo>
                  <a:lnTo>
                    <a:pt x="20415" y="3903"/>
                  </a:lnTo>
                  <a:lnTo>
                    <a:pt x="19948" y="3903"/>
                  </a:lnTo>
                  <a:lnTo>
                    <a:pt x="19414" y="3937"/>
                  </a:lnTo>
                  <a:lnTo>
                    <a:pt x="18914" y="3770"/>
                  </a:lnTo>
                  <a:lnTo>
                    <a:pt x="18414" y="3970"/>
                  </a:lnTo>
                  <a:lnTo>
                    <a:pt x="17913" y="3703"/>
                  </a:lnTo>
                  <a:lnTo>
                    <a:pt x="17413" y="3736"/>
                  </a:lnTo>
                  <a:lnTo>
                    <a:pt x="16879" y="3970"/>
                  </a:lnTo>
                  <a:lnTo>
                    <a:pt x="16412" y="3670"/>
                  </a:lnTo>
                  <a:lnTo>
                    <a:pt x="15878" y="3837"/>
                  </a:lnTo>
                  <a:lnTo>
                    <a:pt x="15411" y="3670"/>
                  </a:lnTo>
                  <a:lnTo>
                    <a:pt x="14878" y="3803"/>
                  </a:lnTo>
                  <a:lnTo>
                    <a:pt x="14411" y="3636"/>
                  </a:lnTo>
                  <a:lnTo>
                    <a:pt x="13910" y="3536"/>
                  </a:lnTo>
                  <a:lnTo>
                    <a:pt x="13510" y="3169"/>
                  </a:lnTo>
                  <a:lnTo>
                    <a:pt x="13010" y="3036"/>
                  </a:lnTo>
                  <a:lnTo>
                    <a:pt x="12476" y="3169"/>
                  </a:lnTo>
                  <a:lnTo>
                    <a:pt x="12009" y="2903"/>
                  </a:lnTo>
                  <a:lnTo>
                    <a:pt x="11475" y="2836"/>
                  </a:lnTo>
                  <a:lnTo>
                    <a:pt x="10908" y="3069"/>
                  </a:lnTo>
                  <a:lnTo>
                    <a:pt x="10441" y="2702"/>
                  </a:lnTo>
                  <a:lnTo>
                    <a:pt x="9941" y="2702"/>
                  </a:lnTo>
                  <a:lnTo>
                    <a:pt x="9374" y="2736"/>
                  </a:lnTo>
                  <a:lnTo>
                    <a:pt x="8840" y="2702"/>
                  </a:lnTo>
                  <a:lnTo>
                    <a:pt x="8273" y="2669"/>
                  </a:lnTo>
                  <a:lnTo>
                    <a:pt x="7773" y="2369"/>
                  </a:lnTo>
                  <a:lnTo>
                    <a:pt x="7239" y="2736"/>
                  </a:lnTo>
                  <a:lnTo>
                    <a:pt x="6739" y="2736"/>
                  </a:lnTo>
                  <a:lnTo>
                    <a:pt x="6205" y="2436"/>
                  </a:lnTo>
                  <a:lnTo>
                    <a:pt x="5738" y="2802"/>
                  </a:lnTo>
                  <a:lnTo>
                    <a:pt x="5137" y="2602"/>
                  </a:lnTo>
                  <a:lnTo>
                    <a:pt x="4804" y="3136"/>
                  </a:lnTo>
                  <a:lnTo>
                    <a:pt x="4270" y="3069"/>
                  </a:lnTo>
                  <a:lnTo>
                    <a:pt x="3870" y="3370"/>
                  </a:lnTo>
                  <a:lnTo>
                    <a:pt x="3403" y="3536"/>
                  </a:lnTo>
                  <a:lnTo>
                    <a:pt x="2936" y="3636"/>
                  </a:lnTo>
                  <a:lnTo>
                    <a:pt x="2469" y="3770"/>
                  </a:lnTo>
                  <a:lnTo>
                    <a:pt x="1935" y="3670"/>
                  </a:lnTo>
                  <a:lnTo>
                    <a:pt x="1535" y="4103"/>
                  </a:lnTo>
                  <a:lnTo>
                    <a:pt x="1001" y="3903"/>
                  </a:lnTo>
                  <a:lnTo>
                    <a:pt x="568" y="4137"/>
                  </a:lnTo>
                  <a:lnTo>
                    <a:pt x="67" y="4137"/>
                  </a:lnTo>
                  <a:lnTo>
                    <a:pt x="0" y="4170"/>
                  </a:lnTo>
                  <a:lnTo>
                    <a:pt x="0" y="46967"/>
                  </a:lnTo>
                  <a:lnTo>
                    <a:pt x="201" y="46867"/>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32"/>
            <p:cNvSpPr/>
            <p:nvPr/>
          </p:nvSpPr>
          <p:spPr>
            <a:xfrm>
              <a:off x="6268229" y="2761728"/>
              <a:ext cx="2821246" cy="212619"/>
            </a:xfrm>
            <a:custGeom>
              <a:avLst/>
              <a:gdLst/>
              <a:ahLst/>
              <a:cxnLst/>
              <a:rect l="l" t="t" r="r" b="b"/>
              <a:pathLst>
                <a:path w="71719" h="5405" extrusionOk="0">
                  <a:moveTo>
                    <a:pt x="2102" y="4871"/>
                  </a:moveTo>
                  <a:lnTo>
                    <a:pt x="2569" y="4871"/>
                  </a:lnTo>
                  <a:lnTo>
                    <a:pt x="3103" y="4837"/>
                  </a:lnTo>
                  <a:lnTo>
                    <a:pt x="3670" y="4971"/>
                  </a:lnTo>
                  <a:lnTo>
                    <a:pt x="4170" y="4837"/>
                  </a:lnTo>
                  <a:lnTo>
                    <a:pt x="4704" y="4771"/>
                  </a:lnTo>
                  <a:lnTo>
                    <a:pt x="5238" y="4671"/>
                  </a:lnTo>
                  <a:lnTo>
                    <a:pt x="5771" y="4804"/>
                  </a:lnTo>
                  <a:lnTo>
                    <a:pt x="6272" y="4804"/>
                  </a:lnTo>
                  <a:lnTo>
                    <a:pt x="6805" y="4937"/>
                  </a:lnTo>
                  <a:lnTo>
                    <a:pt x="7306" y="4904"/>
                  </a:lnTo>
                  <a:lnTo>
                    <a:pt x="7773" y="4671"/>
                  </a:lnTo>
                  <a:lnTo>
                    <a:pt x="8273" y="4871"/>
                  </a:lnTo>
                  <a:lnTo>
                    <a:pt x="8773" y="4871"/>
                  </a:lnTo>
                  <a:lnTo>
                    <a:pt x="9240" y="4637"/>
                  </a:lnTo>
                  <a:lnTo>
                    <a:pt x="9741" y="4871"/>
                  </a:lnTo>
                  <a:lnTo>
                    <a:pt x="10241" y="4837"/>
                  </a:lnTo>
                  <a:lnTo>
                    <a:pt x="10675" y="4537"/>
                  </a:lnTo>
                  <a:lnTo>
                    <a:pt x="11175" y="4571"/>
                  </a:lnTo>
                  <a:lnTo>
                    <a:pt x="11642" y="4337"/>
                  </a:lnTo>
                  <a:lnTo>
                    <a:pt x="12142" y="4404"/>
                  </a:lnTo>
                  <a:lnTo>
                    <a:pt x="12609" y="4304"/>
                  </a:lnTo>
                  <a:lnTo>
                    <a:pt x="13110" y="4470"/>
                  </a:lnTo>
                  <a:lnTo>
                    <a:pt x="13610" y="4370"/>
                  </a:lnTo>
                  <a:lnTo>
                    <a:pt x="14111" y="4437"/>
                  </a:lnTo>
                  <a:lnTo>
                    <a:pt x="14578" y="4270"/>
                  </a:lnTo>
                  <a:lnTo>
                    <a:pt x="15078" y="4337"/>
                  </a:lnTo>
                  <a:lnTo>
                    <a:pt x="15578" y="4370"/>
                  </a:lnTo>
                  <a:lnTo>
                    <a:pt x="16045" y="4304"/>
                  </a:lnTo>
                  <a:lnTo>
                    <a:pt x="16512" y="4003"/>
                  </a:lnTo>
                  <a:lnTo>
                    <a:pt x="17013" y="4070"/>
                  </a:lnTo>
                  <a:lnTo>
                    <a:pt x="17480" y="4137"/>
                  </a:lnTo>
                  <a:lnTo>
                    <a:pt x="17980" y="4070"/>
                  </a:lnTo>
                  <a:lnTo>
                    <a:pt x="18447" y="3870"/>
                  </a:lnTo>
                  <a:lnTo>
                    <a:pt x="18914" y="4037"/>
                  </a:lnTo>
                  <a:lnTo>
                    <a:pt x="19448" y="3837"/>
                  </a:lnTo>
                  <a:lnTo>
                    <a:pt x="19881" y="4070"/>
                  </a:lnTo>
                  <a:lnTo>
                    <a:pt x="20382" y="4270"/>
                  </a:lnTo>
                  <a:lnTo>
                    <a:pt x="20849" y="4337"/>
                  </a:lnTo>
                  <a:lnTo>
                    <a:pt x="21382" y="4170"/>
                  </a:lnTo>
                  <a:lnTo>
                    <a:pt x="21849" y="4437"/>
                  </a:lnTo>
                  <a:lnTo>
                    <a:pt x="22316" y="4604"/>
                  </a:lnTo>
                  <a:lnTo>
                    <a:pt x="22817" y="4604"/>
                  </a:lnTo>
                  <a:lnTo>
                    <a:pt x="23284" y="4871"/>
                  </a:lnTo>
                  <a:lnTo>
                    <a:pt x="23684" y="5004"/>
                  </a:lnTo>
                  <a:lnTo>
                    <a:pt x="24118" y="4804"/>
                  </a:lnTo>
                  <a:lnTo>
                    <a:pt x="24551" y="5104"/>
                  </a:lnTo>
                  <a:lnTo>
                    <a:pt x="25018" y="5071"/>
                  </a:lnTo>
                  <a:lnTo>
                    <a:pt x="25452" y="4704"/>
                  </a:lnTo>
                  <a:lnTo>
                    <a:pt x="25952" y="4937"/>
                  </a:lnTo>
                  <a:lnTo>
                    <a:pt x="26453" y="5038"/>
                  </a:lnTo>
                  <a:lnTo>
                    <a:pt x="26920" y="4937"/>
                  </a:lnTo>
                  <a:lnTo>
                    <a:pt x="27353" y="4604"/>
                  </a:lnTo>
                  <a:lnTo>
                    <a:pt x="27887" y="4904"/>
                  </a:lnTo>
                  <a:lnTo>
                    <a:pt x="28387" y="4771"/>
                  </a:lnTo>
                  <a:lnTo>
                    <a:pt x="28888" y="4771"/>
                  </a:lnTo>
                  <a:lnTo>
                    <a:pt x="29355" y="4571"/>
                  </a:lnTo>
                  <a:lnTo>
                    <a:pt x="29855" y="4437"/>
                  </a:lnTo>
                  <a:lnTo>
                    <a:pt x="30322" y="4437"/>
                  </a:lnTo>
                  <a:lnTo>
                    <a:pt x="30856" y="4537"/>
                  </a:lnTo>
                  <a:lnTo>
                    <a:pt x="31323" y="4404"/>
                  </a:lnTo>
                  <a:lnTo>
                    <a:pt x="31823" y="4404"/>
                  </a:lnTo>
                  <a:lnTo>
                    <a:pt x="32324" y="4437"/>
                  </a:lnTo>
                  <a:lnTo>
                    <a:pt x="32824" y="4504"/>
                  </a:lnTo>
                  <a:lnTo>
                    <a:pt x="33324" y="4437"/>
                  </a:lnTo>
                  <a:lnTo>
                    <a:pt x="33791" y="4270"/>
                  </a:lnTo>
                  <a:lnTo>
                    <a:pt x="34292" y="4204"/>
                  </a:lnTo>
                  <a:lnTo>
                    <a:pt x="34792" y="4304"/>
                  </a:lnTo>
                  <a:lnTo>
                    <a:pt x="35292" y="4170"/>
                  </a:lnTo>
                  <a:lnTo>
                    <a:pt x="35793" y="4037"/>
                  </a:lnTo>
                  <a:lnTo>
                    <a:pt x="36260" y="3937"/>
                  </a:lnTo>
                  <a:lnTo>
                    <a:pt x="36760" y="4070"/>
                  </a:lnTo>
                  <a:lnTo>
                    <a:pt x="37227" y="3937"/>
                  </a:lnTo>
                  <a:lnTo>
                    <a:pt x="37727" y="3970"/>
                  </a:lnTo>
                  <a:lnTo>
                    <a:pt x="38194" y="3703"/>
                  </a:lnTo>
                  <a:lnTo>
                    <a:pt x="38661" y="3703"/>
                  </a:lnTo>
                  <a:lnTo>
                    <a:pt x="39162" y="3837"/>
                  </a:lnTo>
                  <a:lnTo>
                    <a:pt x="39662" y="4137"/>
                  </a:lnTo>
                  <a:lnTo>
                    <a:pt x="40196" y="3937"/>
                  </a:lnTo>
                  <a:lnTo>
                    <a:pt x="40730" y="4137"/>
                  </a:lnTo>
                  <a:lnTo>
                    <a:pt x="41230" y="4070"/>
                  </a:lnTo>
                  <a:lnTo>
                    <a:pt x="41764" y="4104"/>
                  </a:lnTo>
                  <a:lnTo>
                    <a:pt x="42297" y="4070"/>
                  </a:lnTo>
                  <a:lnTo>
                    <a:pt x="42798" y="4204"/>
                  </a:lnTo>
                  <a:lnTo>
                    <a:pt x="43265" y="4070"/>
                  </a:lnTo>
                  <a:lnTo>
                    <a:pt x="43732" y="3803"/>
                  </a:lnTo>
                  <a:lnTo>
                    <a:pt x="44232" y="3803"/>
                  </a:lnTo>
                  <a:lnTo>
                    <a:pt x="44732" y="3903"/>
                  </a:lnTo>
                  <a:lnTo>
                    <a:pt x="45199" y="3603"/>
                  </a:lnTo>
                  <a:lnTo>
                    <a:pt x="45733" y="3803"/>
                  </a:lnTo>
                  <a:lnTo>
                    <a:pt x="46300" y="3637"/>
                  </a:lnTo>
                  <a:lnTo>
                    <a:pt x="46734" y="4104"/>
                  </a:lnTo>
                  <a:lnTo>
                    <a:pt x="47301" y="3870"/>
                  </a:lnTo>
                  <a:lnTo>
                    <a:pt x="47801" y="4137"/>
                  </a:lnTo>
                  <a:lnTo>
                    <a:pt x="48368" y="4003"/>
                  </a:lnTo>
                  <a:lnTo>
                    <a:pt x="48869" y="4270"/>
                  </a:lnTo>
                  <a:lnTo>
                    <a:pt x="49402" y="4437"/>
                  </a:lnTo>
                  <a:lnTo>
                    <a:pt x="49969" y="4370"/>
                  </a:lnTo>
                  <a:lnTo>
                    <a:pt x="50436" y="4537"/>
                  </a:lnTo>
                  <a:lnTo>
                    <a:pt x="50970" y="4337"/>
                  </a:lnTo>
                  <a:lnTo>
                    <a:pt x="51471" y="4437"/>
                  </a:lnTo>
                  <a:lnTo>
                    <a:pt x="52004" y="4537"/>
                  </a:lnTo>
                  <a:lnTo>
                    <a:pt x="52471" y="4337"/>
                  </a:lnTo>
                  <a:lnTo>
                    <a:pt x="53038" y="4437"/>
                  </a:lnTo>
                  <a:lnTo>
                    <a:pt x="53539" y="4337"/>
                  </a:lnTo>
                  <a:lnTo>
                    <a:pt x="53906" y="3903"/>
                  </a:lnTo>
                  <a:lnTo>
                    <a:pt x="54439" y="3937"/>
                  </a:lnTo>
                  <a:lnTo>
                    <a:pt x="54873" y="3737"/>
                  </a:lnTo>
                  <a:lnTo>
                    <a:pt x="55373" y="3737"/>
                  </a:lnTo>
                  <a:lnTo>
                    <a:pt x="55840" y="3603"/>
                  </a:lnTo>
                  <a:lnTo>
                    <a:pt x="56274" y="3403"/>
                  </a:lnTo>
                  <a:lnTo>
                    <a:pt x="56808" y="3470"/>
                  </a:lnTo>
                  <a:lnTo>
                    <a:pt x="57208" y="3003"/>
                  </a:lnTo>
                  <a:lnTo>
                    <a:pt x="57708" y="3036"/>
                  </a:lnTo>
                  <a:lnTo>
                    <a:pt x="58209" y="3170"/>
                  </a:lnTo>
                  <a:lnTo>
                    <a:pt x="58642" y="2869"/>
                  </a:lnTo>
                  <a:lnTo>
                    <a:pt x="59143" y="2703"/>
                  </a:lnTo>
                  <a:lnTo>
                    <a:pt x="59643" y="2803"/>
                  </a:lnTo>
                  <a:lnTo>
                    <a:pt x="60143" y="2969"/>
                  </a:lnTo>
                  <a:lnTo>
                    <a:pt x="60610" y="2869"/>
                  </a:lnTo>
                  <a:lnTo>
                    <a:pt x="61077" y="2903"/>
                  </a:lnTo>
                  <a:lnTo>
                    <a:pt x="61611" y="2969"/>
                  </a:lnTo>
                  <a:lnTo>
                    <a:pt x="62178" y="2869"/>
                  </a:lnTo>
                  <a:lnTo>
                    <a:pt x="62745" y="2936"/>
                  </a:lnTo>
                  <a:lnTo>
                    <a:pt x="63179" y="3136"/>
                  </a:lnTo>
                  <a:lnTo>
                    <a:pt x="63646" y="3103"/>
                  </a:lnTo>
                  <a:lnTo>
                    <a:pt x="64080" y="3136"/>
                  </a:lnTo>
                  <a:lnTo>
                    <a:pt x="64547" y="2936"/>
                  </a:lnTo>
                  <a:lnTo>
                    <a:pt x="64980" y="2669"/>
                  </a:lnTo>
                  <a:lnTo>
                    <a:pt x="65447" y="2736"/>
                  </a:lnTo>
                  <a:lnTo>
                    <a:pt x="65847" y="2569"/>
                  </a:lnTo>
                  <a:lnTo>
                    <a:pt x="66381" y="2669"/>
                  </a:lnTo>
                  <a:lnTo>
                    <a:pt x="66882" y="2536"/>
                  </a:lnTo>
                  <a:lnTo>
                    <a:pt x="67215" y="2169"/>
                  </a:lnTo>
                  <a:lnTo>
                    <a:pt x="67715" y="2035"/>
                  </a:lnTo>
                  <a:lnTo>
                    <a:pt x="68116" y="1702"/>
                  </a:lnTo>
                  <a:lnTo>
                    <a:pt x="68616" y="1635"/>
                  </a:lnTo>
                  <a:lnTo>
                    <a:pt x="68950" y="1201"/>
                  </a:lnTo>
                  <a:lnTo>
                    <a:pt x="69483" y="1335"/>
                  </a:lnTo>
                  <a:lnTo>
                    <a:pt x="69917" y="1235"/>
                  </a:lnTo>
                  <a:lnTo>
                    <a:pt x="70384" y="1301"/>
                  </a:lnTo>
                  <a:lnTo>
                    <a:pt x="70884" y="1368"/>
                  </a:lnTo>
                  <a:lnTo>
                    <a:pt x="71351" y="1335"/>
                  </a:lnTo>
                  <a:lnTo>
                    <a:pt x="71718" y="1135"/>
                  </a:lnTo>
                  <a:lnTo>
                    <a:pt x="71718" y="167"/>
                  </a:lnTo>
                  <a:lnTo>
                    <a:pt x="71718" y="167"/>
                  </a:lnTo>
                  <a:lnTo>
                    <a:pt x="71218" y="101"/>
                  </a:lnTo>
                  <a:lnTo>
                    <a:pt x="70751" y="67"/>
                  </a:lnTo>
                  <a:lnTo>
                    <a:pt x="70317" y="134"/>
                  </a:lnTo>
                  <a:lnTo>
                    <a:pt x="69784" y="1"/>
                  </a:lnTo>
                  <a:lnTo>
                    <a:pt x="69450" y="468"/>
                  </a:lnTo>
                  <a:lnTo>
                    <a:pt x="68950" y="534"/>
                  </a:lnTo>
                  <a:lnTo>
                    <a:pt x="68549" y="834"/>
                  </a:lnTo>
                  <a:lnTo>
                    <a:pt x="68049" y="968"/>
                  </a:lnTo>
                  <a:lnTo>
                    <a:pt x="67715" y="1368"/>
                  </a:lnTo>
                  <a:lnTo>
                    <a:pt x="67215" y="1502"/>
                  </a:lnTo>
                  <a:lnTo>
                    <a:pt x="66681" y="1368"/>
                  </a:lnTo>
                  <a:lnTo>
                    <a:pt x="66281" y="1535"/>
                  </a:lnTo>
                  <a:lnTo>
                    <a:pt x="65814" y="1502"/>
                  </a:lnTo>
                  <a:lnTo>
                    <a:pt x="65380" y="1768"/>
                  </a:lnTo>
                  <a:lnTo>
                    <a:pt x="64913" y="1969"/>
                  </a:lnTo>
                  <a:lnTo>
                    <a:pt x="64480" y="1935"/>
                  </a:lnTo>
                  <a:lnTo>
                    <a:pt x="64013" y="1969"/>
                  </a:lnTo>
                  <a:lnTo>
                    <a:pt x="63579" y="1768"/>
                  </a:lnTo>
                  <a:lnTo>
                    <a:pt x="63012" y="1735"/>
                  </a:lnTo>
                  <a:lnTo>
                    <a:pt x="62445" y="1802"/>
                  </a:lnTo>
                  <a:lnTo>
                    <a:pt x="61945" y="1735"/>
                  </a:lnTo>
                  <a:lnTo>
                    <a:pt x="61444" y="1702"/>
                  </a:lnTo>
                  <a:lnTo>
                    <a:pt x="60977" y="1802"/>
                  </a:lnTo>
                  <a:lnTo>
                    <a:pt x="60477" y="1635"/>
                  </a:lnTo>
                  <a:lnTo>
                    <a:pt x="59977" y="1568"/>
                  </a:lnTo>
                  <a:lnTo>
                    <a:pt x="59510" y="1702"/>
                  </a:lnTo>
                  <a:lnTo>
                    <a:pt x="59043" y="2002"/>
                  </a:lnTo>
                  <a:lnTo>
                    <a:pt x="58542" y="1869"/>
                  </a:lnTo>
                  <a:lnTo>
                    <a:pt x="58042" y="1869"/>
                  </a:lnTo>
                  <a:lnTo>
                    <a:pt x="57642" y="2336"/>
                  </a:lnTo>
                  <a:lnTo>
                    <a:pt x="57141" y="2269"/>
                  </a:lnTo>
                  <a:lnTo>
                    <a:pt x="56674" y="2469"/>
                  </a:lnTo>
                  <a:lnTo>
                    <a:pt x="56241" y="2602"/>
                  </a:lnTo>
                  <a:lnTo>
                    <a:pt x="55707" y="2602"/>
                  </a:lnTo>
                  <a:lnTo>
                    <a:pt x="55273" y="2803"/>
                  </a:lnTo>
                  <a:lnTo>
                    <a:pt x="54740" y="2803"/>
                  </a:lnTo>
                  <a:lnTo>
                    <a:pt x="54406" y="3203"/>
                  </a:lnTo>
                  <a:lnTo>
                    <a:pt x="53872" y="3303"/>
                  </a:lnTo>
                  <a:lnTo>
                    <a:pt x="53339" y="3203"/>
                  </a:lnTo>
                  <a:lnTo>
                    <a:pt x="52838" y="3436"/>
                  </a:lnTo>
                  <a:lnTo>
                    <a:pt x="52338" y="3303"/>
                  </a:lnTo>
                  <a:lnTo>
                    <a:pt x="51837" y="3236"/>
                  </a:lnTo>
                  <a:lnTo>
                    <a:pt x="51304" y="3436"/>
                  </a:lnTo>
                  <a:lnTo>
                    <a:pt x="50803" y="3270"/>
                  </a:lnTo>
                  <a:lnTo>
                    <a:pt x="50236" y="3336"/>
                  </a:lnTo>
                  <a:lnTo>
                    <a:pt x="49736" y="3170"/>
                  </a:lnTo>
                  <a:lnTo>
                    <a:pt x="49236" y="2869"/>
                  </a:lnTo>
                  <a:lnTo>
                    <a:pt x="48669" y="3036"/>
                  </a:lnTo>
                  <a:lnTo>
                    <a:pt x="48135" y="2769"/>
                  </a:lnTo>
                  <a:lnTo>
                    <a:pt x="47601" y="3003"/>
                  </a:lnTo>
                  <a:lnTo>
                    <a:pt x="47134" y="2569"/>
                  </a:lnTo>
                  <a:lnTo>
                    <a:pt x="46600" y="2703"/>
                  </a:lnTo>
                  <a:lnTo>
                    <a:pt x="46067" y="2502"/>
                  </a:lnTo>
                  <a:lnTo>
                    <a:pt x="45566" y="2803"/>
                  </a:lnTo>
                  <a:lnTo>
                    <a:pt x="45066" y="2703"/>
                  </a:lnTo>
                  <a:lnTo>
                    <a:pt x="44599" y="2736"/>
                  </a:lnTo>
                  <a:lnTo>
                    <a:pt x="44132" y="2969"/>
                  </a:lnTo>
                  <a:lnTo>
                    <a:pt x="43632" y="3136"/>
                  </a:lnTo>
                  <a:lnTo>
                    <a:pt x="43131" y="3003"/>
                  </a:lnTo>
                  <a:lnTo>
                    <a:pt x="42598" y="3036"/>
                  </a:lnTo>
                  <a:lnTo>
                    <a:pt x="42097" y="3003"/>
                  </a:lnTo>
                  <a:lnTo>
                    <a:pt x="41563" y="3036"/>
                  </a:lnTo>
                  <a:lnTo>
                    <a:pt x="41030" y="2869"/>
                  </a:lnTo>
                  <a:lnTo>
                    <a:pt x="40496" y="3069"/>
                  </a:lnTo>
                  <a:lnTo>
                    <a:pt x="39996" y="2769"/>
                  </a:lnTo>
                  <a:lnTo>
                    <a:pt x="39529" y="2636"/>
                  </a:lnTo>
                  <a:lnTo>
                    <a:pt x="39028" y="2636"/>
                  </a:lnTo>
                  <a:lnTo>
                    <a:pt x="38561" y="2903"/>
                  </a:lnTo>
                  <a:lnTo>
                    <a:pt x="38061" y="2903"/>
                  </a:lnTo>
                  <a:lnTo>
                    <a:pt x="37594" y="3003"/>
                  </a:lnTo>
                  <a:lnTo>
                    <a:pt x="37094" y="2903"/>
                  </a:lnTo>
                  <a:lnTo>
                    <a:pt x="36627" y="3003"/>
                  </a:lnTo>
                  <a:lnTo>
                    <a:pt x="36126" y="3136"/>
                  </a:lnTo>
                  <a:lnTo>
                    <a:pt x="35659" y="3236"/>
                  </a:lnTo>
                  <a:lnTo>
                    <a:pt x="35159" y="3136"/>
                  </a:lnTo>
                  <a:lnTo>
                    <a:pt x="34659" y="3203"/>
                  </a:lnTo>
                  <a:lnTo>
                    <a:pt x="34158" y="3403"/>
                  </a:lnTo>
                  <a:lnTo>
                    <a:pt x="33691" y="3436"/>
                  </a:lnTo>
                  <a:lnTo>
                    <a:pt x="33157" y="3403"/>
                  </a:lnTo>
                  <a:lnTo>
                    <a:pt x="32657" y="3370"/>
                  </a:lnTo>
                  <a:lnTo>
                    <a:pt x="32190" y="3370"/>
                  </a:lnTo>
                  <a:lnTo>
                    <a:pt x="31690" y="3503"/>
                  </a:lnTo>
                  <a:lnTo>
                    <a:pt x="31189" y="3403"/>
                  </a:lnTo>
                  <a:lnTo>
                    <a:pt x="30689" y="3403"/>
                  </a:lnTo>
                  <a:lnTo>
                    <a:pt x="30189" y="3536"/>
                  </a:lnTo>
                  <a:lnTo>
                    <a:pt x="29722" y="3737"/>
                  </a:lnTo>
                  <a:lnTo>
                    <a:pt x="29221" y="3770"/>
                  </a:lnTo>
                  <a:lnTo>
                    <a:pt x="28754" y="3903"/>
                  </a:lnTo>
                  <a:lnTo>
                    <a:pt x="28221" y="3603"/>
                  </a:lnTo>
                  <a:lnTo>
                    <a:pt x="27754" y="3903"/>
                  </a:lnTo>
                  <a:lnTo>
                    <a:pt x="27287" y="4003"/>
                  </a:lnTo>
                  <a:lnTo>
                    <a:pt x="26820" y="3937"/>
                  </a:lnTo>
                  <a:lnTo>
                    <a:pt x="26319" y="3703"/>
                  </a:lnTo>
                  <a:lnTo>
                    <a:pt x="25852" y="4070"/>
                  </a:lnTo>
                  <a:lnTo>
                    <a:pt x="25385" y="4104"/>
                  </a:lnTo>
                  <a:lnTo>
                    <a:pt x="24985" y="3803"/>
                  </a:lnTo>
                  <a:lnTo>
                    <a:pt x="24518" y="4003"/>
                  </a:lnTo>
                  <a:lnTo>
                    <a:pt x="24118" y="3870"/>
                  </a:lnTo>
                  <a:lnTo>
                    <a:pt x="23684" y="3603"/>
                  </a:lnTo>
                  <a:lnTo>
                    <a:pt x="23150" y="3603"/>
                  </a:lnTo>
                  <a:lnTo>
                    <a:pt x="22683" y="3436"/>
                  </a:lnTo>
                  <a:lnTo>
                    <a:pt x="22250" y="3170"/>
                  </a:lnTo>
                  <a:lnTo>
                    <a:pt x="21716" y="3336"/>
                  </a:lnTo>
                  <a:lnTo>
                    <a:pt x="21216" y="3270"/>
                  </a:lnTo>
                  <a:lnTo>
                    <a:pt x="20749" y="3069"/>
                  </a:lnTo>
                  <a:lnTo>
                    <a:pt x="20282" y="2869"/>
                  </a:lnTo>
                  <a:lnTo>
                    <a:pt x="19781" y="3036"/>
                  </a:lnTo>
                  <a:lnTo>
                    <a:pt x="19281" y="2869"/>
                  </a:lnTo>
                  <a:lnTo>
                    <a:pt x="18814" y="3103"/>
                  </a:lnTo>
                  <a:lnTo>
                    <a:pt x="18347" y="3170"/>
                  </a:lnTo>
                  <a:lnTo>
                    <a:pt x="17847" y="3069"/>
                  </a:lnTo>
                  <a:lnTo>
                    <a:pt x="17346" y="3036"/>
                  </a:lnTo>
                  <a:lnTo>
                    <a:pt x="16913" y="3336"/>
                  </a:lnTo>
                  <a:lnTo>
                    <a:pt x="16412" y="3403"/>
                  </a:lnTo>
                  <a:lnTo>
                    <a:pt x="15912" y="3370"/>
                  </a:lnTo>
                  <a:lnTo>
                    <a:pt x="15411" y="3303"/>
                  </a:lnTo>
                  <a:lnTo>
                    <a:pt x="14944" y="3470"/>
                  </a:lnTo>
                  <a:lnTo>
                    <a:pt x="14444" y="3403"/>
                  </a:lnTo>
                  <a:lnTo>
                    <a:pt x="13977" y="3503"/>
                  </a:lnTo>
                  <a:lnTo>
                    <a:pt x="13477" y="3336"/>
                  </a:lnTo>
                  <a:lnTo>
                    <a:pt x="12976" y="3436"/>
                  </a:lnTo>
                  <a:lnTo>
                    <a:pt x="12476" y="3370"/>
                  </a:lnTo>
                  <a:lnTo>
                    <a:pt x="12009" y="3603"/>
                  </a:lnTo>
                  <a:lnTo>
                    <a:pt x="11542" y="3570"/>
                  </a:lnTo>
                  <a:lnTo>
                    <a:pt x="11075" y="3903"/>
                  </a:lnTo>
                  <a:lnTo>
                    <a:pt x="10575" y="3903"/>
                  </a:lnTo>
                  <a:lnTo>
                    <a:pt x="10074" y="3703"/>
                  </a:lnTo>
                  <a:lnTo>
                    <a:pt x="9607" y="3903"/>
                  </a:lnTo>
                  <a:lnTo>
                    <a:pt x="9140" y="3903"/>
                  </a:lnTo>
                  <a:lnTo>
                    <a:pt x="8640" y="3703"/>
                  </a:lnTo>
                  <a:lnTo>
                    <a:pt x="8140" y="3970"/>
                  </a:lnTo>
                  <a:lnTo>
                    <a:pt x="7639" y="4003"/>
                  </a:lnTo>
                  <a:lnTo>
                    <a:pt x="7139" y="3870"/>
                  </a:lnTo>
                  <a:lnTo>
                    <a:pt x="6639" y="3870"/>
                  </a:lnTo>
                  <a:lnTo>
                    <a:pt x="6105" y="3737"/>
                  </a:lnTo>
                  <a:lnTo>
                    <a:pt x="5571" y="3870"/>
                  </a:lnTo>
                  <a:lnTo>
                    <a:pt x="5037" y="3903"/>
                  </a:lnTo>
                  <a:lnTo>
                    <a:pt x="4504" y="4037"/>
                  </a:lnTo>
                  <a:lnTo>
                    <a:pt x="3970" y="3937"/>
                  </a:lnTo>
                  <a:lnTo>
                    <a:pt x="3403" y="3937"/>
                  </a:lnTo>
                  <a:lnTo>
                    <a:pt x="2936" y="3970"/>
                  </a:lnTo>
                  <a:lnTo>
                    <a:pt x="2469" y="4270"/>
                  </a:lnTo>
                  <a:lnTo>
                    <a:pt x="2002" y="4337"/>
                  </a:lnTo>
                  <a:lnTo>
                    <a:pt x="1502" y="4170"/>
                  </a:lnTo>
                  <a:lnTo>
                    <a:pt x="1068" y="4404"/>
                  </a:lnTo>
                  <a:lnTo>
                    <a:pt x="601" y="4604"/>
                  </a:lnTo>
                  <a:lnTo>
                    <a:pt x="134" y="4871"/>
                  </a:lnTo>
                  <a:lnTo>
                    <a:pt x="0" y="4871"/>
                  </a:lnTo>
                  <a:lnTo>
                    <a:pt x="0" y="5404"/>
                  </a:lnTo>
                  <a:lnTo>
                    <a:pt x="201" y="5304"/>
                  </a:lnTo>
                  <a:lnTo>
                    <a:pt x="634" y="5071"/>
                  </a:lnTo>
                  <a:lnTo>
                    <a:pt x="1168" y="5271"/>
                  </a:lnTo>
                  <a:lnTo>
                    <a:pt x="1635" y="517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32"/>
            <p:cNvSpPr/>
            <p:nvPr/>
          </p:nvSpPr>
          <p:spPr>
            <a:xfrm>
              <a:off x="6268229" y="1126723"/>
              <a:ext cx="2821246" cy="187679"/>
            </a:xfrm>
            <a:custGeom>
              <a:avLst/>
              <a:gdLst/>
              <a:ahLst/>
              <a:cxnLst/>
              <a:rect l="l" t="t" r="r" b="b"/>
              <a:pathLst>
                <a:path w="71719" h="4771" extrusionOk="0">
                  <a:moveTo>
                    <a:pt x="70918" y="934"/>
                  </a:moveTo>
                  <a:lnTo>
                    <a:pt x="70451" y="1168"/>
                  </a:lnTo>
                  <a:lnTo>
                    <a:pt x="69950" y="1168"/>
                  </a:lnTo>
                  <a:lnTo>
                    <a:pt x="69450" y="1035"/>
                  </a:lnTo>
                  <a:lnTo>
                    <a:pt x="68950" y="1301"/>
                  </a:lnTo>
                  <a:lnTo>
                    <a:pt x="68449" y="1068"/>
                  </a:lnTo>
                  <a:lnTo>
                    <a:pt x="67882" y="1201"/>
                  </a:lnTo>
                  <a:lnTo>
                    <a:pt x="67449" y="734"/>
                  </a:lnTo>
                  <a:lnTo>
                    <a:pt x="66882" y="901"/>
                  </a:lnTo>
                  <a:lnTo>
                    <a:pt x="66381" y="634"/>
                  </a:lnTo>
                  <a:lnTo>
                    <a:pt x="65814" y="734"/>
                  </a:lnTo>
                  <a:lnTo>
                    <a:pt x="65347" y="434"/>
                  </a:lnTo>
                  <a:lnTo>
                    <a:pt x="64847" y="234"/>
                  </a:lnTo>
                  <a:lnTo>
                    <a:pt x="64280" y="267"/>
                  </a:lnTo>
                  <a:lnTo>
                    <a:pt x="63779" y="67"/>
                  </a:lnTo>
                  <a:lnTo>
                    <a:pt x="63246" y="267"/>
                  </a:lnTo>
                  <a:lnTo>
                    <a:pt x="62745" y="134"/>
                  </a:lnTo>
                  <a:lnTo>
                    <a:pt x="62245" y="0"/>
                  </a:lnTo>
                  <a:lnTo>
                    <a:pt x="61745" y="201"/>
                  </a:lnTo>
                  <a:lnTo>
                    <a:pt x="61211" y="34"/>
                  </a:lnTo>
                  <a:lnTo>
                    <a:pt x="60677" y="101"/>
                  </a:lnTo>
                  <a:lnTo>
                    <a:pt x="60310" y="534"/>
                  </a:lnTo>
                  <a:lnTo>
                    <a:pt x="59776" y="467"/>
                  </a:lnTo>
                  <a:lnTo>
                    <a:pt x="59309" y="634"/>
                  </a:lnTo>
                  <a:lnTo>
                    <a:pt x="58809" y="601"/>
                  </a:lnTo>
                  <a:lnTo>
                    <a:pt x="58342" y="701"/>
                  </a:lnTo>
                  <a:lnTo>
                    <a:pt x="57908" y="901"/>
                  </a:lnTo>
                  <a:lnTo>
                    <a:pt x="57375" y="801"/>
                  </a:lnTo>
                  <a:lnTo>
                    <a:pt x="56974" y="1235"/>
                  </a:lnTo>
                  <a:lnTo>
                    <a:pt x="56474" y="1201"/>
                  </a:lnTo>
                  <a:lnTo>
                    <a:pt x="55974" y="1035"/>
                  </a:lnTo>
                  <a:lnTo>
                    <a:pt x="55507" y="1301"/>
                  </a:lnTo>
                  <a:lnTo>
                    <a:pt x="55006" y="1435"/>
                  </a:lnTo>
                  <a:lnTo>
                    <a:pt x="54539" y="1335"/>
                  </a:lnTo>
                  <a:lnTo>
                    <a:pt x="54039" y="1135"/>
                  </a:lnTo>
                  <a:lnTo>
                    <a:pt x="53572" y="1201"/>
                  </a:lnTo>
                  <a:lnTo>
                    <a:pt x="53072" y="1135"/>
                  </a:lnTo>
                  <a:lnTo>
                    <a:pt x="52571" y="1068"/>
                  </a:lnTo>
                  <a:lnTo>
                    <a:pt x="51971" y="1101"/>
                  </a:lnTo>
                  <a:lnTo>
                    <a:pt x="51437" y="1035"/>
                  </a:lnTo>
                  <a:lnTo>
                    <a:pt x="51004" y="801"/>
                  </a:lnTo>
                  <a:lnTo>
                    <a:pt x="50537" y="801"/>
                  </a:lnTo>
                  <a:lnTo>
                    <a:pt x="50103" y="734"/>
                  </a:lnTo>
                  <a:lnTo>
                    <a:pt x="49636" y="901"/>
                  </a:lnTo>
                  <a:lnTo>
                    <a:pt x="49202" y="1168"/>
                  </a:lnTo>
                  <a:lnTo>
                    <a:pt x="48735" y="1068"/>
                  </a:lnTo>
                  <a:lnTo>
                    <a:pt x="48302" y="1235"/>
                  </a:lnTo>
                  <a:lnTo>
                    <a:pt x="47768" y="1068"/>
                  </a:lnTo>
                  <a:lnTo>
                    <a:pt x="47268" y="1168"/>
                  </a:lnTo>
                  <a:lnTo>
                    <a:pt x="46901" y="1535"/>
                  </a:lnTo>
                  <a:lnTo>
                    <a:pt x="46400" y="1635"/>
                  </a:lnTo>
                  <a:lnTo>
                    <a:pt x="46000" y="1935"/>
                  </a:lnTo>
                  <a:lnTo>
                    <a:pt x="45500" y="1969"/>
                  </a:lnTo>
                  <a:lnTo>
                    <a:pt x="45133" y="2436"/>
                  </a:lnTo>
                  <a:lnTo>
                    <a:pt x="44632" y="2269"/>
                  </a:lnTo>
                  <a:lnTo>
                    <a:pt x="44165" y="2302"/>
                  </a:lnTo>
                  <a:lnTo>
                    <a:pt x="43698" y="2235"/>
                  </a:lnTo>
                  <a:lnTo>
                    <a:pt x="43231" y="2169"/>
                  </a:lnTo>
                  <a:lnTo>
                    <a:pt x="42764" y="2169"/>
                  </a:lnTo>
                  <a:lnTo>
                    <a:pt x="42264" y="2369"/>
                  </a:lnTo>
                  <a:lnTo>
                    <a:pt x="41730" y="2202"/>
                  </a:lnTo>
                  <a:lnTo>
                    <a:pt x="41230" y="2469"/>
                  </a:lnTo>
                  <a:lnTo>
                    <a:pt x="40730" y="2536"/>
                  </a:lnTo>
                  <a:lnTo>
                    <a:pt x="40229" y="2135"/>
                  </a:lnTo>
                  <a:lnTo>
                    <a:pt x="39729" y="2235"/>
                  </a:lnTo>
                  <a:lnTo>
                    <a:pt x="39228" y="2169"/>
                  </a:lnTo>
                  <a:lnTo>
                    <a:pt x="38695" y="2436"/>
                  </a:lnTo>
                  <a:lnTo>
                    <a:pt x="38194" y="2369"/>
                  </a:lnTo>
                  <a:lnTo>
                    <a:pt x="37694" y="2169"/>
                  </a:lnTo>
                  <a:lnTo>
                    <a:pt x="37194" y="2502"/>
                  </a:lnTo>
                  <a:lnTo>
                    <a:pt x="36693" y="2369"/>
                  </a:lnTo>
                  <a:lnTo>
                    <a:pt x="36160" y="2335"/>
                  </a:lnTo>
                  <a:lnTo>
                    <a:pt x="35659" y="2502"/>
                  </a:lnTo>
                  <a:lnTo>
                    <a:pt x="35159" y="2202"/>
                  </a:lnTo>
                  <a:lnTo>
                    <a:pt x="34625" y="2335"/>
                  </a:lnTo>
                  <a:lnTo>
                    <a:pt x="34125" y="2436"/>
                  </a:lnTo>
                  <a:lnTo>
                    <a:pt x="33591" y="2202"/>
                  </a:lnTo>
                  <a:lnTo>
                    <a:pt x="33091" y="2569"/>
                  </a:lnTo>
                  <a:lnTo>
                    <a:pt x="32590" y="2436"/>
                  </a:lnTo>
                  <a:lnTo>
                    <a:pt x="32057" y="2469"/>
                  </a:lnTo>
                  <a:lnTo>
                    <a:pt x="31556" y="2536"/>
                  </a:lnTo>
                  <a:lnTo>
                    <a:pt x="31056" y="2269"/>
                  </a:lnTo>
                  <a:lnTo>
                    <a:pt x="30522" y="2569"/>
                  </a:lnTo>
                  <a:lnTo>
                    <a:pt x="30022" y="2369"/>
                  </a:lnTo>
                  <a:lnTo>
                    <a:pt x="29522" y="2502"/>
                  </a:lnTo>
                  <a:lnTo>
                    <a:pt x="28988" y="2569"/>
                  </a:lnTo>
                  <a:lnTo>
                    <a:pt x="28487" y="2569"/>
                  </a:lnTo>
                  <a:lnTo>
                    <a:pt x="27987" y="2736"/>
                  </a:lnTo>
                  <a:lnTo>
                    <a:pt x="27487" y="2636"/>
                  </a:lnTo>
                  <a:lnTo>
                    <a:pt x="26986" y="2869"/>
                  </a:lnTo>
                  <a:lnTo>
                    <a:pt x="26453" y="2736"/>
                  </a:lnTo>
                  <a:lnTo>
                    <a:pt x="26019" y="3103"/>
                  </a:lnTo>
                  <a:lnTo>
                    <a:pt x="25452" y="3003"/>
                  </a:lnTo>
                  <a:lnTo>
                    <a:pt x="24952" y="3036"/>
                  </a:lnTo>
                  <a:lnTo>
                    <a:pt x="24418" y="3003"/>
                  </a:lnTo>
                  <a:lnTo>
                    <a:pt x="23984" y="3370"/>
                  </a:lnTo>
                  <a:lnTo>
                    <a:pt x="23417" y="3370"/>
                  </a:lnTo>
                  <a:lnTo>
                    <a:pt x="22850" y="3470"/>
                  </a:lnTo>
                  <a:lnTo>
                    <a:pt x="22350" y="3703"/>
                  </a:lnTo>
                  <a:lnTo>
                    <a:pt x="21849" y="3970"/>
                  </a:lnTo>
                  <a:lnTo>
                    <a:pt x="21349" y="3803"/>
                  </a:lnTo>
                  <a:lnTo>
                    <a:pt x="20882" y="4003"/>
                  </a:lnTo>
                  <a:lnTo>
                    <a:pt x="20415" y="3903"/>
                  </a:lnTo>
                  <a:lnTo>
                    <a:pt x="19948" y="3903"/>
                  </a:lnTo>
                  <a:lnTo>
                    <a:pt x="19414" y="3937"/>
                  </a:lnTo>
                  <a:lnTo>
                    <a:pt x="18914" y="3770"/>
                  </a:lnTo>
                  <a:lnTo>
                    <a:pt x="18414" y="3970"/>
                  </a:lnTo>
                  <a:lnTo>
                    <a:pt x="17913" y="3703"/>
                  </a:lnTo>
                  <a:lnTo>
                    <a:pt x="17413" y="3736"/>
                  </a:lnTo>
                  <a:lnTo>
                    <a:pt x="16879" y="3970"/>
                  </a:lnTo>
                  <a:lnTo>
                    <a:pt x="16412" y="3670"/>
                  </a:lnTo>
                  <a:lnTo>
                    <a:pt x="15878" y="3837"/>
                  </a:lnTo>
                  <a:lnTo>
                    <a:pt x="15411" y="3670"/>
                  </a:lnTo>
                  <a:lnTo>
                    <a:pt x="14878" y="3803"/>
                  </a:lnTo>
                  <a:lnTo>
                    <a:pt x="14411" y="3636"/>
                  </a:lnTo>
                  <a:lnTo>
                    <a:pt x="13910" y="3536"/>
                  </a:lnTo>
                  <a:lnTo>
                    <a:pt x="13510" y="3169"/>
                  </a:lnTo>
                  <a:lnTo>
                    <a:pt x="13010" y="3036"/>
                  </a:lnTo>
                  <a:lnTo>
                    <a:pt x="12476" y="3169"/>
                  </a:lnTo>
                  <a:lnTo>
                    <a:pt x="12009" y="2903"/>
                  </a:lnTo>
                  <a:lnTo>
                    <a:pt x="11475" y="2836"/>
                  </a:lnTo>
                  <a:lnTo>
                    <a:pt x="10908" y="3069"/>
                  </a:lnTo>
                  <a:lnTo>
                    <a:pt x="10441" y="2702"/>
                  </a:lnTo>
                  <a:lnTo>
                    <a:pt x="9941" y="2702"/>
                  </a:lnTo>
                  <a:lnTo>
                    <a:pt x="9374" y="2736"/>
                  </a:lnTo>
                  <a:lnTo>
                    <a:pt x="8840" y="2702"/>
                  </a:lnTo>
                  <a:lnTo>
                    <a:pt x="8273" y="2669"/>
                  </a:lnTo>
                  <a:lnTo>
                    <a:pt x="7773" y="2369"/>
                  </a:lnTo>
                  <a:lnTo>
                    <a:pt x="7239" y="2736"/>
                  </a:lnTo>
                  <a:lnTo>
                    <a:pt x="6739" y="2736"/>
                  </a:lnTo>
                  <a:lnTo>
                    <a:pt x="6205" y="2436"/>
                  </a:lnTo>
                  <a:lnTo>
                    <a:pt x="5738" y="2802"/>
                  </a:lnTo>
                  <a:lnTo>
                    <a:pt x="5137" y="2602"/>
                  </a:lnTo>
                  <a:lnTo>
                    <a:pt x="4804" y="3136"/>
                  </a:lnTo>
                  <a:lnTo>
                    <a:pt x="4270" y="3069"/>
                  </a:lnTo>
                  <a:lnTo>
                    <a:pt x="3870" y="3370"/>
                  </a:lnTo>
                  <a:lnTo>
                    <a:pt x="3403" y="3536"/>
                  </a:lnTo>
                  <a:lnTo>
                    <a:pt x="2936" y="3636"/>
                  </a:lnTo>
                  <a:lnTo>
                    <a:pt x="2469" y="3770"/>
                  </a:lnTo>
                  <a:lnTo>
                    <a:pt x="1935" y="3670"/>
                  </a:lnTo>
                  <a:lnTo>
                    <a:pt x="1535" y="4103"/>
                  </a:lnTo>
                  <a:lnTo>
                    <a:pt x="1001" y="3903"/>
                  </a:lnTo>
                  <a:lnTo>
                    <a:pt x="568" y="4137"/>
                  </a:lnTo>
                  <a:lnTo>
                    <a:pt x="67" y="4137"/>
                  </a:lnTo>
                  <a:lnTo>
                    <a:pt x="0" y="4170"/>
                  </a:lnTo>
                  <a:lnTo>
                    <a:pt x="0" y="4771"/>
                  </a:lnTo>
                  <a:lnTo>
                    <a:pt x="367" y="4537"/>
                  </a:lnTo>
                  <a:lnTo>
                    <a:pt x="868" y="4570"/>
                  </a:lnTo>
                  <a:lnTo>
                    <a:pt x="1301" y="4337"/>
                  </a:lnTo>
                  <a:lnTo>
                    <a:pt x="1835" y="4537"/>
                  </a:lnTo>
                  <a:lnTo>
                    <a:pt x="2235" y="4103"/>
                  </a:lnTo>
                  <a:lnTo>
                    <a:pt x="2769" y="4203"/>
                  </a:lnTo>
                  <a:lnTo>
                    <a:pt x="3236" y="4070"/>
                  </a:lnTo>
                  <a:lnTo>
                    <a:pt x="3736" y="4003"/>
                  </a:lnTo>
                  <a:lnTo>
                    <a:pt x="4170" y="3837"/>
                  </a:lnTo>
                  <a:lnTo>
                    <a:pt x="4604" y="3536"/>
                  </a:lnTo>
                  <a:lnTo>
                    <a:pt x="5137" y="3603"/>
                  </a:lnTo>
                  <a:lnTo>
                    <a:pt x="5471" y="3103"/>
                  </a:lnTo>
                  <a:lnTo>
                    <a:pt x="6071" y="3269"/>
                  </a:lnTo>
                  <a:lnTo>
                    <a:pt x="6538" y="2936"/>
                  </a:lnTo>
                  <a:lnTo>
                    <a:pt x="7072" y="3236"/>
                  </a:lnTo>
                  <a:lnTo>
                    <a:pt x="7573" y="3236"/>
                  </a:lnTo>
                  <a:lnTo>
                    <a:pt x="8106" y="2869"/>
                  </a:lnTo>
                  <a:lnTo>
                    <a:pt x="8607" y="3169"/>
                  </a:lnTo>
                  <a:lnTo>
                    <a:pt x="9174" y="3203"/>
                  </a:lnTo>
                  <a:lnTo>
                    <a:pt x="9707" y="3236"/>
                  </a:lnTo>
                  <a:lnTo>
                    <a:pt x="10241" y="3203"/>
                  </a:lnTo>
                  <a:lnTo>
                    <a:pt x="10775" y="3203"/>
                  </a:lnTo>
                  <a:lnTo>
                    <a:pt x="11242" y="3570"/>
                  </a:lnTo>
                  <a:lnTo>
                    <a:pt x="11809" y="3370"/>
                  </a:lnTo>
                  <a:lnTo>
                    <a:pt x="12309" y="3436"/>
                  </a:lnTo>
                  <a:lnTo>
                    <a:pt x="12810" y="3736"/>
                  </a:lnTo>
                  <a:lnTo>
                    <a:pt x="13343" y="3570"/>
                  </a:lnTo>
                  <a:lnTo>
                    <a:pt x="13810" y="3703"/>
                  </a:lnTo>
                  <a:lnTo>
                    <a:pt x="14244" y="4103"/>
                  </a:lnTo>
                  <a:lnTo>
                    <a:pt x="14711" y="4203"/>
                  </a:lnTo>
                  <a:lnTo>
                    <a:pt x="15211" y="4337"/>
                  </a:lnTo>
                  <a:lnTo>
                    <a:pt x="15712" y="4237"/>
                  </a:lnTo>
                  <a:lnTo>
                    <a:pt x="16212" y="4404"/>
                  </a:lnTo>
                  <a:lnTo>
                    <a:pt x="16712" y="4237"/>
                  </a:lnTo>
                  <a:lnTo>
                    <a:pt x="17213" y="4537"/>
                  </a:lnTo>
                  <a:lnTo>
                    <a:pt x="17713" y="4337"/>
                  </a:lnTo>
                  <a:lnTo>
                    <a:pt x="18247" y="4304"/>
                  </a:lnTo>
                  <a:lnTo>
                    <a:pt x="18714" y="4570"/>
                  </a:lnTo>
                  <a:lnTo>
                    <a:pt x="19248" y="4370"/>
                  </a:lnTo>
                  <a:lnTo>
                    <a:pt x="19748" y="4537"/>
                  </a:lnTo>
                  <a:lnTo>
                    <a:pt x="20248" y="4504"/>
                  </a:lnTo>
                  <a:lnTo>
                    <a:pt x="20715" y="4504"/>
                  </a:lnTo>
                  <a:lnTo>
                    <a:pt x="21182" y="4604"/>
                  </a:lnTo>
                  <a:lnTo>
                    <a:pt x="21683" y="4437"/>
                  </a:lnTo>
                  <a:lnTo>
                    <a:pt x="22150" y="4604"/>
                  </a:lnTo>
                  <a:lnTo>
                    <a:pt x="22650" y="4337"/>
                  </a:lnTo>
                  <a:lnTo>
                    <a:pt x="23184" y="4103"/>
                  </a:lnTo>
                  <a:lnTo>
                    <a:pt x="23717" y="4003"/>
                  </a:lnTo>
                  <a:lnTo>
                    <a:pt x="24284" y="4003"/>
                  </a:lnTo>
                  <a:lnTo>
                    <a:pt x="24751" y="3670"/>
                  </a:lnTo>
                  <a:lnTo>
                    <a:pt x="25285" y="3703"/>
                  </a:lnTo>
                  <a:lnTo>
                    <a:pt x="25786" y="3636"/>
                  </a:lnTo>
                  <a:lnTo>
                    <a:pt x="26319" y="3770"/>
                  </a:lnTo>
                  <a:lnTo>
                    <a:pt x="26786" y="3403"/>
                  </a:lnTo>
                  <a:lnTo>
                    <a:pt x="27320" y="3536"/>
                  </a:lnTo>
                  <a:lnTo>
                    <a:pt x="27787" y="3303"/>
                  </a:lnTo>
                  <a:lnTo>
                    <a:pt x="28321" y="3403"/>
                  </a:lnTo>
                  <a:lnTo>
                    <a:pt x="28821" y="3269"/>
                  </a:lnTo>
                  <a:lnTo>
                    <a:pt x="29321" y="3269"/>
                  </a:lnTo>
                  <a:lnTo>
                    <a:pt x="29822" y="3203"/>
                  </a:lnTo>
                  <a:lnTo>
                    <a:pt x="30355" y="3069"/>
                  </a:lnTo>
                  <a:lnTo>
                    <a:pt x="30856" y="3269"/>
                  </a:lnTo>
                  <a:lnTo>
                    <a:pt x="31356" y="2969"/>
                  </a:lnTo>
                  <a:lnTo>
                    <a:pt x="31890" y="3236"/>
                  </a:lnTo>
                  <a:lnTo>
                    <a:pt x="32390" y="3169"/>
                  </a:lnTo>
                  <a:lnTo>
                    <a:pt x="32924" y="3169"/>
                  </a:lnTo>
                  <a:lnTo>
                    <a:pt x="33424" y="3303"/>
                  </a:lnTo>
                  <a:lnTo>
                    <a:pt x="33925" y="2936"/>
                  </a:lnTo>
                  <a:lnTo>
                    <a:pt x="34458" y="3169"/>
                  </a:lnTo>
                  <a:lnTo>
                    <a:pt x="34959" y="3069"/>
                  </a:lnTo>
                  <a:lnTo>
                    <a:pt x="35459" y="2969"/>
                  </a:lnTo>
                  <a:lnTo>
                    <a:pt x="35993" y="3269"/>
                  </a:lnTo>
                  <a:lnTo>
                    <a:pt x="36493" y="3103"/>
                  </a:lnTo>
                  <a:lnTo>
                    <a:pt x="36994" y="3136"/>
                  </a:lnTo>
                  <a:lnTo>
                    <a:pt x="37527" y="3269"/>
                  </a:lnTo>
                  <a:lnTo>
                    <a:pt x="38028" y="2936"/>
                  </a:lnTo>
                  <a:lnTo>
                    <a:pt x="38528" y="3169"/>
                  </a:lnTo>
                  <a:lnTo>
                    <a:pt x="39028" y="3236"/>
                  </a:lnTo>
                  <a:lnTo>
                    <a:pt x="39562" y="2969"/>
                  </a:lnTo>
                  <a:lnTo>
                    <a:pt x="40062" y="3036"/>
                  </a:lnTo>
                  <a:lnTo>
                    <a:pt x="40563" y="2936"/>
                  </a:lnTo>
                  <a:lnTo>
                    <a:pt x="41063" y="3370"/>
                  </a:lnTo>
                  <a:lnTo>
                    <a:pt x="41563" y="3269"/>
                  </a:lnTo>
                  <a:lnTo>
                    <a:pt x="42064" y="3003"/>
                  </a:lnTo>
                  <a:lnTo>
                    <a:pt x="42564" y="3203"/>
                  </a:lnTo>
                  <a:lnTo>
                    <a:pt x="43065" y="2969"/>
                  </a:lnTo>
                  <a:lnTo>
                    <a:pt x="43565" y="2969"/>
                  </a:lnTo>
                  <a:lnTo>
                    <a:pt x="43999" y="3069"/>
                  </a:lnTo>
                  <a:lnTo>
                    <a:pt x="44466" y="3136"/>
                  </a:lnTo>
                  <a:lnTo>
                    <a:pt x="44933" y="3103"/>
                  </a:lnTo>
                  <a:lnTo>
                    <a:pt x="45433" y="3269"/>
                  </a:lnTo>
                  <a:lnTo>
                    <a:pt x="45833" y="2836"/>
                  </a:lnTo>
                  <a:lnTo>
                    <a:pt x="46334" y="2802"/>
                  </a:lnTo>
                  <a:lnTo>
                    <a:pt x="46734" y="2502"/>
                  </a:lnTo>
                  <a:lnTo>
                    <a:pt x="47234" y="2402"/>
                  </a:lnTo>
                  <a:lnTo>
                    <a:pt x="47601" y="2035"/>
                  </a:lnTo>
                  <a:lnTo>
                    <a:pt x="48101" y="1935"/>
                  </a:lnTo>
                  <a:lnTo>
                    <a:pt x="48635" y="2102"/>
                  </a:lnTo>
                  <a:lnTo>
                    <a:pt x="49069" y="1969"/>
                  </a:lnTo>
                  <a:lnTo>
                    <a:pt x="49536" y="2035"/>
                  </a:lnTo>
                  <a:lnTo>
                    <a:pt x="49969" y="1802"/>
                  </a:lnTo>
                  <a:lnTo>
                    <a:pt x="50436" y="1635"/>
                  </a:lnTo>
                  <a:lnTo>
                    <a:pt x="50870" y="1702"/>
                  </a:lnTo>
                  <a:lnTo>
                    <a:pt x="51337" y="1702"/>
                  </a:lnTo>
                  <a:lnTo>
                    <a:pt x="51771" y="1935"/>
                  </a:lnTo>
                  <a:lnTo>
                    <a:pt x="52304" y="2002"/>
                  </a:lnTo>
                  <a:lnTo>
                    <a:pt x="52905" y="1969"/>
                  </a:lnTo>
                  <a:lnTo>
                    <a:pt x="53405" y="2069"/>
                  </a:lnTo>
                  <a:lnTo>
                    <a:pt x="53872" y="2135"/>
                  </a:lnTo>
                  <a:lnTo>
                    <a:pt x="54373" y="2069"/>
                  </a:lnTo>
                  <a:lnTo>
                    <a:pt x="54840" y="2269"/>
                  </a:lnTo>
                  <a:lnTo>
                    <a:pt x="55340" y="2369"/>
                  </a:lnTo>
                  <a:lnTo>
                    <a:pt x="55840" y="2269"/>
                  </a:lnTo>
                  <a:lnTo>
                    <a:pt x="56307" y="2002"/>
                  </a:lnTo>
                  <a:lnTo>
                    <a:pt x="56808" y="2169"/>
                  </a:lnTo>
                  <a:lnTo>
                    <a:pt x="57308" y="2202"/>
                  </a:lnTo>
                  <a:lnTo>
                    <a:pt x="57708" y="1768"/>
                  </a:lnTo>
                  <a:lnTo>
                    <a:pt x="58242" y="1868"/>
                  </a:lnTo>
                  <a:lnTo>
                    <a:pt x="58676" y="1702"/>
                  </a:lnTo>
                  <a:lnTo>
                    <a:pt x="59176" y="1602"/>
                  </a:lnTo>
                  <a:lnTo>
                    <a:pt x="59676" y="1635"/>
                  </a:lnTo>
                  <a:lnTo>
                    <a:pt x="60110" y="1468"/>
                  </a:lnTo>
                  <a:lnTo>
                    <a:pt x="60644" y="1502"/>
                  </a:lnTo>
                  <a:lnTo>
                    <a:pt x="61044" y="1101"/>
                  </a:lnTo>
                  <a:lnTo>
                    <a:pt x="61544" y="1035"/>
                  </a:lnTo>
                  <a:lnTo>
                    <a:pt x="62078" y="1201"/>
                  </a:lnTo>
                  <a:lnTo>
                    <a:pt x="62578" y="1001"/>
                  </a:lnTo>
                  <a:lnTo>
                    <a:pt x="63079" y="1135"/>
                  </a:lnTo>
                  <a:lnTo>
                    <a:pt x="63579" y="1268"/>
                  </a:lnTo>
                  <a:lnTo>
                    <a:pt x="64146" y="1101"/>
                  </a:lnTo>
                  <a:lnTo>
                    <a:pt x="64613" y="1301"/>
                  </a:lnTo>
                  <a:lnTo>
                    <a:pt x="65180" y="1268"/>
                  </a:lnTo>
                  <a:lnTo>
                    <a:pt x="65681" y="1468"/>
                  </a:lnTo>
                  <a:lnTo>
                    <a:pt x="66148" y="1802"/>
                  </a:lnTo>
                  <a:lnTo>
                    <a:pt x="66748" y="1668"/>
                  </a:lnTo>
                  <a:lnTo>
                    <a:pt x="67215" y="1969"/>
                  </a:lnTo>
                  <a:lnTo>
                    <a:pt x="67816" y="1802"/>
                  </a:lnTo>
                  <a:lnTo>
                    <a:pt x="68216" y="2269"/>
                  </a:lnTo>
                  <a:lnTo>
                    <a:pt x="68783" y="2135"/>
                  </a:lnTo>
                  <a:lnTo>
                    <a:pt x="69283" y="2402"/>
                  </a:lnTo>
                  <a:lnTo>
                    <a:pt x="69784" y="2102"/>
                  </a:lnTo>
                  <a:lnTo>
                    <a:pt x="70284" y="2235"/>
                  </a:lnTo>
                  <a:lnTo>
                    <a:pt x="70784" y="2269"/>
                  </a:lnTo>
                  <a:lnTo>
                    <a:pt x="71251" y="2035"/>
                  </a:lnTo>
                  <a:lnTo>
                    <a:pt x="71718" y="1935"/>
                  </a:lnTo>
                  <a:lnTo>
                    <a:pt x="71718" y="934"/>
                  </a:lnTo>
                  <a:lnTo>
                    <a:pt x="71418" y="834"/>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45" name="Google Shape;845;p32"/>
          <p:cNvGrpSpPr/>
          <p:nvPr/>
        </p:nvGrpSpPr>
        <p:grpSpPr>
          <a:xfrm>
            <a:off x="752478" y="1908604"/>
            <a:ext cx="984333" cy="750875"/>
            <a:chOff x="6268229" y="1126723"/>
            <a:chExt cx="2821246" cy="1847625"/>
          </a:xfrm>
        </p:grpSpPr>
        <p:sp>
          <p:nvSpPr>
            <p:cNvPr id="846" name="Google Shape;846;p32"/>
            <p:cNvSpPr/>
            <p:nvPr/>
          </p:nvSpPr>
          <p:spPr>
            <a:xfrm>
              <a:off x="6268229" y="1126723"/>
              <a:ext cx="2821246" cy="1847604"/>
            </a:xfrm>
            <a:custGeom>
              <a:avLst/>
              <a:gdLst/>
              <a:ahLst/>
              <a:cxnLst/>
              <a:rect l="l" t="t" r="r" b="b"/>
              <a:pathLst>
                <a:path w="71719" h="46968" extrusionOk="0">
                  <a:moveTo>
                    <a:pt x="634" y="46634"/>
                  </a:moveTo>
                  <a:lnTo>
                    <a:pt x="1168" y="46834"/>
                  </a:lnTo>
                  <a:lnTo>
                    <a:pt x="1635" y="46734"/>
                  </a:lnTo>
                  <a:lnTo>
                    <a:pt x="2102" y="46434"/>
                  </a:lnTo>
                  <a:lnTo>
                    <a:pt x="2569" y="46434"/>
                  </a:lnTo>
                  <a:lnTo>
                    <a:pt x="3103" y="46400"/>
                  </a:lnTo>
                  <a:lnTo>
                    <a:pt x="3670" y="46534"/>
                  </a:lnTo>
                  <a:lnTo>
                    <a:pt x="4170" y="46400"/>
                  </a:lnTo>
                  <a:lnTo>
                    <a:pt x="4704" y="46334"/>
                  </a:lnTo>
                  <a:lnTo>
                    <a:pt x="5238" y="46234"/>
                  </a:lnTo>
                  <a:lnTo>
                    <a:pt x="5771" y="46367"/>
                  </a:lnTo>
                  <a:lnTo>
                    <a:pt x="6272" y="46367"/>
                  </a:lnTo>
                  <a:lnTo>
                    <a:pt x="6805" y="46500"/>
                  </a:lnTo>
                  <a:lnTo>
                    <a:pt x="7306" y="46467"/>
                  </a:lnTo>
                  <a:lnTo>
                    <a:pt x="7773" y="46234"/>
                  </a:lnTo>
                  <a:lnTo>
                    <a:pt x="8273" y="46434"/>
                  </a:lnTo>
                  <a:lnTo>
                    <a:pt x="8773" y="46434"/>
                  </a:lnTo>
                  <a:lnTo>
                    <a:pt x="9240" y="46200"/>
                  </a:lnTo>
                  <a:lnTo>
                    <a:pt x="9741" y="46434"/>
                  </a:lnTo>
                  <a:lnTo>
                    <a:pt x="10241" y="46400"/>
                  </a:lnTo>
                  <a:lnTo>
                    <a:pt x="10675" y="46100"/>
                  </a:lnTo>
                  <a:lnTo>
                    <a:pt x="11175" y="46134"/>
                  </a:lnTo>
                  <a:lnTo>
                    <a:pt x="11642" y="45900"/>
                  </a:lnTo>
                  <a:lnTo>
                    <a:pt x="12142" y="45967"/>
                  </a:lnTo>
                  <a:lnTo>
                    <a:pt x="12609" y="45867"/>
                  </a:lnTo>
                  <a:lnTo>
                    <a:pt x="13110" y="46033"/>
                  </a:lnTo>
                  <a:lnTo>
                    <a:pt x="13610" y="45933"/>
                  </a:lnTo>
                  <a:lnTo>
                    <a:pt x="14111" y="46000"/>
                  </a:lnTo>
                  <a:lnTo>
                    <a:pt x="14578" y="45833"/>
                  </a:lnTo>
                  <a:lnTo>
                    <a:pt x="15078" y="45900"/>
                  </a:lnTo>
                  <a:lnTo>
                    <a:pt x="15578" y="45933"/>
                  </a:lnTo>
                  <a:lnTo>
                    <a:pt x="16045" y="45867"/>
                  </a:lnTo>
                  <a:lnTo>
                    <a:pt x="16512" y="45566"/>
                  </a:lnTo>
                  <a:lnTo>
                    <a:pt x="17013" y="45633"/>
                  </a:lnTo>
                  <a:lnTo>
                    <a:pt x="17480" y="45700"/>
                  </a:lnTo>
                  <a:lnTo>
                    <a:pt x="17980" y="45633"/>
                  </a:lnTo>
                  <a:lnTo>
                    <a:pt x="18447" y="45433"/>
                  </a:lnTo>
                  <a:lnTo>
                    <a:pt x="18914" y="45600"/>
                  </a:lnTo>
                  <a:lnTo>
                    <a:pt x="19448" y="45400"/>
                  </a:lnTo>
                  <a:lnTo>
                    <a:pt x="19881" y="45633"/>
                  </a:lnTo>
                  <a:lnTo>
                    <a:pt x="20382" y="45833"/>
                  </a:lnTo>
                  <a:lnTo>
                    <a:pt x="20849" y="45900"/>
                  </a:lnTo>
                  <a:lnTo>
                    <a:pt x="21382" y="45733"/>
                  </a:lnTo>
                  <a:lnTo>
                    <a:pt x="21849" y="46000"/>
                  </a:lnTo>
                  <a:lnTo>
                    <a:pt x="22316" y="46167"/>
                  </a:lnTo>
                  <a:lnTo>
                    <a:pt x="22817" y="46167"/>
                  </a:lnTo>
                  <a:lnTo>
                    <a:pt x="23284" y="46434"/>
                  </a:lnTo>
                  <a:lnTo>
                    <a:pt x="23684" y="46567"/>
                  </a:lnTo>
                  <a:lnTo>
                    <a:pt x="24118" y="46367"/>
                  </a:lnTo>
                  <a:lnTo>
                    <a:pt x="24551" y="46667"/>
                  </a:lnTo>
                  <a:lnTo>
                    <a:pt x="25018" y="46634"/>
                  </a:lnTo>
                  <a:lnTo>
                    <a:pt x="25452" y="46267"/>
                  </a:lnTo>
                  <a:lnTo>
                    <a:pt x="25952" y="46500"/>
                  </a:lnTo>
                  <a:lnTo>
                    <a:pt x="26453" y="46601"/>
                  </a:lnTo>
                  <a:lnTo>
                    <a:pt x="26920" y="46500"/>
                  </a:lnTo>
                  <a:lnTo>
                    <a:pt x="27353" y="46167"/>
                  </a:lnTo>
                  <a:lnTo>
                    <a:pt x="27887" y="46467"/>
                  </a:lnTo>
                  <a:lnTo>
                    <a:pt x="28387" y="46334"/>
                  </a:lnTo>
                  <a:lnTo>
                    <a:pt x="28888" y="46334"/>
                  </a:lnTo>
                  <a:lnTo>
                    <a:pt x="29355" y="46134"/>
                  </a:lnTo>
                  <a:lnTo>
                    <a:pt x="29855" y="46000"/>
                  </a:lnTo>
                  <a:lnTo>
                    <a:pt x="30322" y="46000"/>
                  </a:lnTo>
                  <a:lnTo>
                    <a:pt x="30856" y="46100"/>
                  </a:lnTo>
                  <a:lnTo>
                    <a:pt x="31323" y="45967"/>
                  </a:lnTo>
                  <a:lnTo>
                    <a:pt x="31823" y="45967"/>
                  </a:lnTo>
                  <a:lnTo>
                    <a:pt x="32324" y="46000"/>
                  </a:lnTo>
                  <a:lnTo>
                    <a:pt x="32824" y="46067"/>
                  </a:lnTo>
                  <a:lnTo>
                    <a:pt x="33324" y="46000"/>
                  </a:lnTo>
                  <a:lnTo>
                    <a:pt x="33791" y="45833"/>
                  </a:lnTo>
                  <a:lnTo>
                    <a:pt x="34292" y="45767"/>
                  </a:lnTo>
                  <a:lnTo>
                    <a:pt x="34792" y="45867"/>
                  </a:lnTo>
                  <a:lnTo>
                    <a:pt x="35292" y="45733"/>
                  </a:lnTo>
                  <a:lnTo>
                    <a:pt x="35793" y="45600"/>
                  </a:lnTo>
                  <a:lnTo>
                    <a:pt x="36260" y="45500"/>
                  </a:lnTo>
                  <a:lnTo>
                    <a:pt x="36760" y="45633"/>
                  </a:lnTo>
                  <a:lnTo>
                    <a:pt x="37227" y="45500"/>
                  </a:lnTo>
                  <a:lnTo>
                    <a:pt x="37727" y="45533"/>
                  </a:lnTo>
                  <a:lnTo>
                    <a:pt x="38194" y="45266"/>
                  </a:lnTo>
                  <a:lnTo>
                    <a:pt x="38661" y="45266"/>
                  </a:lnTo>
                  <a:lnTo>
                    <a:pt x="39162" y="45400"/>
                  </a:lnTo>
                  <a:lnTo>
                    <a:pt x="39662" y="45700"/>
                  </a:lnTo>
                  <a:lnTo>
                    <a:pt x="40196" y="45500"/>
                  </a:lnTo>
                  <a:lnTo>
                    <a:pt x="40730" y="45700"/>
                  </a:lnTo>
                  <a:lnTo>
                    <a:pt x="41230" y="45633"/>
                  </a:lnTo>
                  <a:lnTo>
                    <a:pt x="41764" y="45667"/>
                  </a:lnTo>
                  <a:lnTo>
                    <a:pt x="42297" y="45633"/>
                  </a:lnTo>
                  <a:lnTo>
                    <a:pt x="42798" y="45767"/>
                  </a:lnTo>
                  <a:lnTo>
                    <a:pt x="43265" y="45633"/>
                  </a:lnTo>
                  <a:lnTo>
                    <a:pt x="43732" y="45366"/>
                  </a:lnTo>
                  <a:lnTo>
                    <a:pt x="44232" y="45366"/>
                  </a:lnTo>
                  <a:lnTo>
                    <a:pt x="44732" y="45466"/>
                  </a:lnTo>
                  <a:lnTo>
                    <a:pt x="45199" y="45166"/>
                  </a:lnTo>
                  <a:lnTo>
                    <a:pt x="45733" y="45366"/>
                  </a:lnTo>
                  <a:lnTo>
                    <a:pt x="46300" y="45200"/>
                  </a:lnTo>
                  <a:lnTo>
                    <a:pt x="46734" y="45667"/>
                  </a:lnTo>
                  <a:lnTo>
                    <a:pt x="47301" y="45433"/>
                  </a:lnTo>
                  <a:lnTo>
                    <a:pt x="47801" y="45700"/>
                  </a:lnTo>
                  <a:lnTo>
                    <a:pt x="48368" y="45566"/>
                  </a:lnTo>
                  <a:lnTo>
                    <a:pt x="48869" y="45833"/>
                  </a:lnTo>
                  <a:lnTo>
                    <a:pt x="49402" y="46000"/>
                  </a:lnTo>
                  <a:lnTo>
                    <a:pt x="49969" y="45933"/>
                  </a:lnTo>
                  <a:lnTo>
                    <a:pt x="50436" y="46100"/>
                  </a:lnTo>
                  <a:lnTo>
                    <a:pt x="50970" y="45900"/>
                  </a:lnTo>
                  <a:lnTo>
                    <a:pt x="51471" y="46000"/>
                  </a:lnTo>
                  <a:lnTo>
                    <a:pt x="52004" y="46100"/>
                  </a:lnTo>
                  <a:lnTo>
                    <a:pt x="52471" y="45900"/>
                  </a:lnTo>
                  <a:lnTo>
                    <a:pt x="53038" y="46000"/>
                  </a:lnTo>
                  <a:lnTo>
                    <a:pt x="53539" y="45900"/>
                  </a:lnTo>
                  <a:lnTo>
                    <a:pt x="53906" y="45466"/>
                  </a:lnTo>
                  <a:lnTo>
                    <a:pt x="54439" y="45500"/>
                  </a:lnTo>
                  <a:lnTo>
                    <a:pt x="54873" y="45300"/>
                  </a:lnTo>
                  <a:lnTo>
                    <a:pt x="55373" y="45300"/>
                  </a:lnTo>
                  <a:lnTo>
                    <a:pt x="55840" y="45166"/>
                  </a:lnTo>
                  <a:lnTo>
                    <a:pt x="56274" y="44966"/>
                  </a:lnTo>
                  <a:lnTo>
                    <a:pt x="56808" y="45033"/>
                  </a:lnTo>
                  <a:lnTo>
                    <a:pt x="57208" y="44566"/>
                  </a:lnTo>
                  <a:lnTo>
                    <a:pt x="57708" y="44599"/>
                  </a:lnTo>
                  <a:lnTo>
                    <a:pt x="58209" y="44733"/>
                  </a:lnTo>
                  <a:lnTo>
                    <a:pt x="58642" y="44432"/>
                  </a:lnTo>
                  <a:lnTo>
                    <a:pt x="59143" y="44266"/>
                  </a:lnTo>
                  <a:lnTo>
                    <a:pt x="59643" y="44366"/>
                  </a:lnTo>
                  <a:lnTo>
                    <a:pt x="60143" y="44532"/>
                  </a:lnTo>
                  <a:lnTo>
                    <a:pt x="60610" y="44432"/>
                  </a:lnTo>
                  <a:lnTo>
                    <a:pt x="61077" y="44466"/>
                  </a:lnTo>
                  <a:lnTo>
                    <a:pt x="61611" y="44532"/>
                  </a:lnTo>
                  <a:lnTo>
                    <a:pt x="62178" y="44432"/>
                  </a:lnTo>
                  <a:lnTo>
                    <a:pt x="62745" y="44499"/>
                  </a:lnTo>
                  <a:lnTo>
                    <a:pt x="63179" y="44699"/>
                  </a:lnTo>
                  <a:lnTo>
                    <a:pt x="63646" y="44666"/>
                  </a:lnTo>
                  <a:lnTo>
                    <a:pt x="64080" y="44699"/>
                  </a:lnTo>
                  <a:lnTo>
                    <a:pt x="64547" y="44499"/>
                  </a:lnTo>
                  <a:lnTo>
                    <a:pt x="64980" y="44232"/>
                  </a:lnTo>
                  <a:lnTo>
                    <a:pt x="65447" y="44299"/>
                  </a:lnTo>
                  <a:lnTo>
                    <a:pt x="65847" y="44132"/>
                  </a:lnTo>
                  <a:lnTo>
                    <a:pt x="66381" y="44232"/>
                  </a:lnTo>
                  <a:lnTo>
                    <a:pt x="66882" y="44099"/>
                  </a:lnTo>
                  <a:lnTo>
                    <a:pt x="67215" y="43732"/>
                  </a:lnTo>
                  <a:lnTo>
                    <a:pt x="67715" y="43598"/>
                  </a:lnTo>
                  <a:lnTo>
                    <a:pt x="68116" y="43265"/>
                  </a:lnTo>
                  <a:lnTo>
                    <a:pt x="68616" y="43198"/>
                  </a:lnTo>
                  <a:lnTo>
                    <a:pt x="68950" y="42764"/>
                  </a:lnTo>
                  <a:lnTo>
                    <a:pt x="69483" y="42898"/>
                  </a:lnTo>
                  <a:lnTo>
                    <a:pt x="69917" y="42798"/>
                  </a:lnTo>
                  <a:lnTo>
                    <a:pt x="70384" y="42864"/>
                  </a:lnTo>
                  <a:lnTo>
                    <a:pt x="70884" y="42931"/>
                  </a:lnTo>
                  <a:lnTo>
                    <a:pt x="71351" y="42898"/>
                  </a:lnTo>
                  <a:lnTo>
                    <a:pt x="71718" y="42698"/>
                  </a:lnTo>
                  <a:lnTo>
                    <a:pt x="71718" y="934"/>
                  </a:lnTo>
                  <a:lnTo>
                    <a:pt x="71418" y="834"/>
                  </a:lnTo>
                  <a:lnTo>
                    <a:pt x="70918" y="934"/>
                  </a:lnTo>
                  <a:lnTo>
                    <a:pt x="70451" y="1168"/>
                  </a:lnTo>
                  <a:lnTo>
                    <a:pt x="69950" y="1168"/>
                  </a:lnTo>
                  <a:lnTo>
                    <a:pt x="69450" y="1035"/>
                  </a:lnTo>
                  <a:lnTo>
                    <a:pt x="68950" y="1301"/>
                  </a:lnTo>
                  <a:lnTo>
                    <a:pt x="68449" y="1068"/>
                  </a:lnTo>
                  <a:lnTo>
                    <a:pt x="67882" y="1201"/>
                  </a:lnTo>
                  <a:lnTo>
                    <a:pt x="67449" y="734"/>
                  </a:lnTo>
                  <a:lnTo>
                    <a:pt x="66882" y="901"/>
                  </a:lnTo>
                  <a:lnTo>
                    <a:pt x="66381" y="634"/>
                  </a:lnTo>
                  <a:lnTo>
                    <a:pt x="65814" y="734"/>
                  </a:lnTo>
                  <a:lnTo>
                    <a:pt x="65347" y="434"/>
                  </a:lnTo>
                  <a:lnTo>
                    <a:pt x="64847" y="234"/>
                  </a:lnTo>
                  <a:lnTo>
                    <a:pt x="64280" y="267"/>
                  </a:lnTo>
                  <a:lnTo>
                    <a:pt x="63779" y="67"/>
                  </a:lnTo>
                  <a:lnTo>
                    <a:pt x="63246" y="267"/>
                  </a:lnTo>
                  <a:lnTo>
                    <a:pt x="62745" y="134"/>
                  </a:lnTo>
                  <a:lnTo>
                    <a:pt x="62245" y="0"/>
                  </a:lnTo>
                  <a:lnTo>
                    <a:pt x="61745" y="201"/>
                  </a:lnTo>
                  <a:lnTo>
                    <a:pt x="61211" y="34"/>
                  </a:lnTo>
                  <a:lnTo>
                    <a:pt x="60677" y="101"/>
                  </a:lnTo>
                  <a:lnTo>
                    <a:pt x="60310" y="534"/>
                  </a:lnTo>
                  <a:lnTo>
                    <a:pt x="59776" y="467"/>
                  </a:lnTo>
                  <a:lnTo>
                    <a:pt x="59309" y="634"/>
                  </a:lnTo>
                  <a:lnTo>
                    <a:pt x="58809" y="601"/>
                  </a:lnTo>
                  <a:lnTo>
                    <a:pt x="58342" y="701"/>
                  </a:lnTo>
                  <a:lnTo>
                    <a:pt x="57908" y="901"/>
                  </a:lnTo>
                  <a:lnTo>
                    <a:pt x="57375" y="801"/>
                  </a:lnTo>
                  <a:lnTo>
                    <a:pt x="56974" y="1235"/>
                  </a:lnTo>
                  <a:lnTo>
                    <a:pt x="56474" y="1201"/>
                  </a:lnTo>
                  <a:lnTo>
                    <a:pt x="55974" y="1035"/>
                  </a:lnTo>
                  <a:lnTo>
                    <a:pt x="55507" y="1301"/>
                  </a:lnTo>
                  <a:lnTo>
                    <a:pt x="55006" y="1435"/>
                  </a:lnTo>
                  <a:lnTo>
                    <a:pt x="54539" y="1335"/>
                  </a:lnTo>
                  <a:lnTo>
                    <a:pt x="54039" y="1135"/>
                  </a:lnTo>
                  <a:lnTo>
                    <a:pt x="53572" y="1201"/>
                  </a:lnTo>
                  <a:lnTo>
                    <a:pt x="53072" y="1135"/>
                  </a:lnTo>
                  <a:lnTo>
                    <a:pt x="52571" y="1068"/>
                  </a:lnTo>
                  <a:lnTo>
                    <a:pt x="51971" y="1101"/>
                  </a:lnTo>
                  <a:lnTo>
                    <a:pt x="51437" y="1035"/>
                  </a:lnTo>
                  <a:lnTo>
                    <a:pt x="51004" y="801"/>
                  </a:lnTo>
                  <a:lnTo>
                    <a:pt x="50537" y="801"/>
                  </a:lnTo>
                  <a:lnTo>
                    <a:pt x="50103" y="734"/>
                  </a:lnTo>
                  <a:lnTo>
                    <a:pt x="49636" y="901"/>
                  </a:lnTo>
                  <a:lnTo>
                    <a:pt x="49202" y="1168"/>
                  </a:lnTo>
                  <a:lnTo>
                    <a:pt x="48735" y="1068"/>
                  </a:lnTo>
                  <a:lnTo>
                    <a:pt x="48302" y="1235"/>
                  </a:lnTo>
                  <a:lnTo>
                    <a:pt x="47768" y="1068"/>
                  </a:lnTo>
                  <a:lnTo>
                    <a:pt x="47268" y="1168"/>
                  </a:lnTo>
                  <a:lnTo>
                    <a:pt x="46901" y="1535"/>
                  </a:lnTo>
                  <a:lnTo>
                    <a:pt x="46400" y="1635"/>
                  </a:lnTo>
                  <a:lnTo>
                    <a:pt x="46000" y="1935"/>
                  </a:lnTo>
                  <a:lnTo>
                    <a:pt x="45500" y="1969"/>
                  </a:lnTo>
                  <a:lnTo>
                    <a:pt x="45133" y="2436"/>
                  </a:lnTo>
                  <a:lnTo>
                    <a:pt x="44632" y="2269"/>
                  </a:lnTo>
                  <a:lnTo>
                    <a:pt x="44165" y="2302"/>
                  </a:lnTo>
                  <a:lnTo>
                    <a:pt x="43698" y="2235"/>
                  </a:lnTo>
                  <a:lnTo>
                    <a:pt x="43231" y="2169"/>
                  </a:lnTo>
                  <a:lnTo>
                    <a:pt x="42764" y="2169"/>
                  </a:lnTo>
                  <a:lnTo>
                    <a:pt x="42264" y="2369"/>
                  </a:lnTo>
                  <a:lnTo>
                    <a:pt x="41730" y="2202"/>
                  </a:lnTo>
                  <a:lnTo>
                    <a:pt x="41230" y="2469"/>
                  </a:lnTo>
                  <a:lnTo>
                    <a:pt x="40730" y="2536"/>
                  </a:lnTo>
                  <a:lnTo>
                    <a:pt x="40229" y="2135"/>
                  </a:lnTo>
                  <a:lnTo>
                    <a:pt x="39729" y="2235"/>
                  </a:lnTo>
                  <a:lnTo>
                    <a:pt x="39228" y="2169"/>
                  </a:lnTo>
                  <a:lnTo>
                    <a:pt x="38695" y="2436"/>
                  </a:lnTo>
                  <a:lnTo>
                    <a:pt x="38194" y="2369"/>
                  </a:lnTo>
                  <a:lnTo>
                    <a:pt x="37694" y="2169"/>
                  </a:lnTo>
                  <a:lnTo>
                    <a:pt x="37194" y="2502"/>
                  </a:lnTo>
                  <a:lnTo>
                    <a:pt x="36693" y="2369"/>
                  </a:lnTo>
                  <a:lnTo>
                    <a:pt x="36160" y="2335"/>
                  </a:lnTo>
                  <a:lnTo>
                    <a:pt x="35659" y="2502"/>
                  </a:lnTo>
                  <a:lnTo>
                    <a:pt x="35159" y="2202"/>
                  </a:lnTo>
                  <a:lnTo>
                    <a:pt x="34625" y="2335"/>
                  </a:lnTo>
                  <a:lnTo>
                    <a:pt x="34125" y="2436"/>
                  </a:lnTo>
                  <a:lnTo>
                    <a:pt x="33591" y="2202"/>
                  </a:lnTo>
                  <a:lnTo>
                    <a:pt x="33091" y="2569"/>
                  </a:lnTo>
                  <a:lnTo>
                    <a:pt x="32590" y="2436"/>
                  </a:lnTo>
                  <a:lnTo>
                    <a:pt x="32057" y="2469"/>
                  </a:lnTo>
                  <a:lnTo>
                    <a:pt x="31556" y="2536"/>
                  </a:lnTo>
                  <a:lnTo>
                    <a:pt x="31056" y="2269"/>
                  </a:lnTo>
                  <a:lnTo>
                    <a:pt x="30522" y="2569"/>
                  </a:lnTo>
                  <a:lnTo>
                    <a:pt x="30022" y="2369"/>
                  </a:lnTo>
                  <a:lnTo>
                    <a:pt x="29522" y="2502"/>
                  </a:lnTo>
                  <a:lnTo>
                    <a:pt x="28988" y="2569"/>
                  </a:lnTo>
                  <a:lnTo>
                    <a:pt x="28487" y="2569"/>
                  </a:lnTo>
                  <a:lnTo>
                    <a:pt x="27987" y="2736"/>
                  </a:lnTo>
                  <a:lnTo>
                    <a:pt x="27487" y="2636"/>
                  </a:lnTo>
                  <a:lnTo>
                    <a:pt x="26986" y="2869"/>
                  </a:lnTo>
                  <a:lnTo>
                    <a:pt x="26453" y="2736"/>
                  </a:lnTo>
                  <a:lnTo>
                    <a:pt x="26019" y="3103"/>
                  </a:lnTo>
                  <a:lnTo>
                    <a:pt x="25452" y="3003"/>
                  </a:lnTo>
                  <a:lnTo>
                    <a:pt x="24952" y="3036"/>
                  </a:lnTo>
                  <a:lnTo>
                    <a:pt x="24418" y="3003"/>
                  </a:lnTo>
                  <a:lnTo>
                    <a:pt x="23984" y="3370"/>
                  </a:lnTo>
                  <a:lnTo>
                    <a:pt x="23417" y="3370"/>
                  </a:lnTo>
                  <a:lnTo>
                    <a:pt x="22850" y="3470"/>
                  </a:lnTo>
                  <a:lnTo>
                    <a:pt x="22350" y="3703"/>
                  </a:lnTo>
                  <a:lnTo>
                    <a:pt x="21849" y="3970"/>
                  </a:lnTo>
                  <a:lnTo>
                    <a:pt x="21349" y="3803"/>
                  </a:lnTo>
                  <a:lnTo>
                    <a:pt x="20882" y="4003"/>
                  </a:lnTo>
                  <a:lnTo>
                    <a:pt x="20415" y="3903"/>
                  </a:lnTo>
                  <a:lnTo>
                    <a:pt x="19948" y="3903"/>
                  </a:lnTo>
                  <a:lnTo>
                    <a:pt x="19414" y="3937"/>
                  </a:lnTo>
                  <a:lnTo>
                    <a:pt x="18914" y="3770"/>
                  </a:lnTo>
                  <a:lnTo>
                    <a:pt x="18414" y="3970"/>
                  </a:lnTo>
                  <a:lnTo>
                    <a:pt x="17913" y="3703"/>
                  </a:lnTo>
                  <a:lnTo>
                    <a:pt x="17413" y="3736"/>
                  </a:lnTo>
                  <a:lnTo>
                    <a:pt x="16879" y="3970"/>
                  </a:lnTo>
                  <a:lnTo>
                    <a:pt x="16412" y="3670"/>
                  </a:lnTo>
                  <a:lnTo>
                    <a:pt x="15878" y="3837"/>
                  </a:lnTo>
                  <a:lnTo>
                    <a:pt x="15411" y="3670"/>
                  </a:lnTo>
                  <a:lnTo>
                    <a:pt x="14878" y="3803"/>
                  </a:lnTo>
                  <a:lnTo>
                    <a:pt x="14411" y="3636"/>
                  </a:lnTo>
                  <a:lnTo>
                    <a:pt x="13910" y="3536"/>
                  </a:lnTo>
                  <a:lnTo>
                    <a:pt x="13510" y="3169"/>
                  </a:lnTo>
                  <a:lnTo>
                    <a:pt x="13010" y="3036"/>
                  </a:lnTo>
                  <a:lnTo>
                    <a:pt x="12476" y="3169"/>
                  </a:lnTo>
                  <a:lnTo>
                    <a:pt x="12009" y="2903"/>
                  </a:lnTo>
                  <a:lnTo>
                    <a:pt x="11475" y="2836"/>
                  </a:lnTo>
                  <a:lnTo>
                    <a:pt x="10908" y="3069"/>
                  </a:lnTo>
                  <a:lnTo>
                    <a:pt x="10441" y="2702"/>
                  </a:lnTo>
                  <a:lnTo>
                    <a:pt x="9941" y="2702"/>
                  </a:lnTo>
                  <a:lnTo>
                    <a:pt x="9374" y="2736"/>
                  </a:lnTo>
                  <a:lnTo>
                    <a:pt x="8840" y="2702"/>
                  </a:lnTo>
                  <a:lnTo>
                    <a:pt x="8273" y="2669"/>
                  </a:lnTo>
                  <a:lnTo>
                    <a:pt x="7773" y="2369"/>
                  </a:lnTo>
                  <a:lnTo>
                    <a:pt x="7239" y="2736"/>
                  </a:lnTo>
                  <a:lnTo>
                    <a:pt x="6739" y="2736"/>
                  </a:lnTo>
                  <a:lnTo>
                    <a:pt x="6205" y="2436"/>
                  </a:lnTo>
                  <a:lnTo>
                    <a:pt x="5738" y="2802"/>
                  </a:lnTo>
                  <a:lnTo>
                    <a:pt x="5137" y="2602"/>
                  </a:lnTo>
                  <a:lnTo>
                    <a:pt x="4804" y="3136"/>
                  </a:lnTo>
                  <a:lnTo>
                    <a:pt x="4270" y="3069"/>
                  </a:lnTo>
                  <a:lnTo>
                    <a:pt x="3870" y="3370"/>
                  </a:lnTo>
                  <a:lnTo>
                    <a:pt x="3403" y="3536"/>
                  </a:lnTo>
                  <a:lnTo>
                    <a:pt x="2936" y="3636"/>
                  </a:lnTo>
                  <a:lnTo>
                    <a:pt x="2469" y="3770"/>
                  </a:lnTo>
                  <a:lnTo>
                    <a:pt x="1935" y="3670"/>
                  </a:lnTo>
                  <a:lnTo>
                    <a:pt x="1535" y="4103"/>
                  </a:lnTo>
                  <a:lnTo>
                    <a:pt x="1001" y="3903"/>
                  </a:lnTo>
                  <a:lnTo>
                    <a:pt x="568" y="4137"/>
                  </a:lnTo>
                  <a:lnTo>
                    <a:pt x="67" y="4137"/>
                  </a:lnTo>
                  <a:lnTo>
                    <a:pt x="0" y="4170"/>
                  </a:lnTo>
                  <a:lnTo>
                    <a:pt x="0" y="46967"/>
                  </a:lnTo>
                  <a:lnTo>
                    <a:pt x="201" y="46867"/>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 name="Google Shape;847;p32"/>
            <p:cNvSpPr/>
            <p:nvPr/>
          </p:nvSpPr>
          <p:spPr>
            <a:xfrm>
              <a:off x="6268229" y="2761728"/>
              <a:ext cx="2821246" cy="212619"/>
            </a:xfrm>
            <a:custGeom>
              <a:avLst/>
              <a:gdLst/>
              <a:ahLst/>
              <a:cxnLst/>
              <a:rect l="l" t="t" r="r" b="b"/>
              <a:pathLst>
                <a:path w="71719" h="5405" extrusionOk="0">
                  <a:moveTo>
                    <a:pt x="2102" y="4871"/>
                  </a:moveTo>
                  <a:lnTo>
                    <a:pt x="2569" y="4871"/>
                  </a:lnTo>
                  <a:lnTo>
                    <a:pt x="3103" y="4837"/>
                  </a:lnTo>
                  <a:lnTo>
                    <a:pt x="3670" y="4971"/>
                  </a:lnTo>
                  <a:lnTo>
                    <a:pt x="4170" y="4837"/>
                  </a:lnTo>
                  <a:lnTo>
                    <a:pt x="4704" y="4771"/>
                  </a:lnTo>
                  <a:lnTo>
                    <a:pt x="5238" y="4671"/>
                  </a:lnTo>
                  <a:lnTo>
                    <a:pt x="5771" y="4804"/>
                  </a:lnTo>
                  <a:lnTo>
                    <a:pt x="6272" y="4804"/>
                  </a:lnTo>
                  <a:lnTo>
                    <a:pt x="6805" y="4937"/>
                  </a:lnTo>
                  <a:lnTo>
                    <a:pt x="7306" y="4904"/>
                  </a:lnTo>
                  <a:lnTo>
                    <a:pt x="7773" y="4671"/>
                  </a:lnTo>
                  <a:lnTo>
                    <a:pt x="8273" y="4871"/>
                  </a:lnTo>
                  <a:lnTo>
                    <a:pt x="8773" y="4871"/>
                  </a:lnTo>
                  <a:lnTo>
                    <a:pt x="9240" y="4637"/>
                  </a:lnTo>
                  <a:lnTo>
                    <a:pt x="9741" y="4871"/>
                  </a:lnTo>
                  <a:lnTo>
                    <a:pt x="10241" y="4837"/>
                  </a:lnTo>
                  <a:lnTo>
                    <a:pt x="10675" y="4537"/>
                  </a:lnTo>
                  <a:lnTo>
                    <a:pt x="11175" y="4571"/>
                  </a:lnTo>
                  <a:lnTo>
                    <a:pt x="11642" y="4337"/>
                  </a:lnTo>
                  <a:lnTo>
                    <a:pt x="12142" y="4404"/>
                  </a:lnTo>
                  <a:lnTo>
                    <a:pt x="12609" y="4304"/>
                  </a:lnTo>
                  <a:lnTo>
                    <a:pt x="13110" y="4470"/>
                  </a:lnTo>
                  <a:lnTo>
                    <a:pt x="13610" y="4370"/>
                  </a:lnTo>
                  <a:lnTo>
                    <a:pt x="14111" y="4437"/>
                  </a:lnTo>
                  <a:lnTo>
                    <a:pt x="14578" y="4270"/>
                  </a:lnTo>
                  <a:lnTo>
                    <a:pt x="15078" y="4337"/>
                  </a:lnTo>
                  <a:lnTo>
                    <a:pt x="15578" y="4370"/>
                  </a:lnTo>
                  <a:lnTo>
                    <a:pt x="16045" y="4304"/>
                  </a:lnTo>
                  <a:lnTo>
                    <a:pt x="16512" y="4003"/>
                  </a:lnTo>
                  <a:lnTo>
                    <a:pt x="17013" y="4070"/>
                  </a:lnTo>
                  <a:lnTo>
                    <a:pt x="17480" y="4137"/>
                  </a:lnTo>
                  <a:lnTo>
                    <a:pt x="17980" y="4070"/>
                  </a:lnTo>
                  <a:lnTo>
                    <a:pt x="18447" y="3870"/>
                  </a:lnTo>
                  <a:lnTo>
                    <a:pt x="18914" y="4037"/>
                  </a:lnTo>
                  <a:lnTo>
                    <a:pt x="19448" y="3837"/>
                  </a:lnTo>
                  <a:lnTo>
                    <a:pt x="19881" y="4070"/>
                  </a:lnTo>
                  <a:lnTo>
                    <a:pt x="20382" y="4270"/>
                  </a:lnTo>
                  <a:lnTo>
                    <a:pt x="20849" y="4337"/>
                  </a:lnTo>
                  <a:lnTo>
                    <a:pt x="21382" y="4170"/>
                  </a:lnTo>
                  <a:lnTo>
                    <a:pt x="21849" y="4437"/>
                  </a:lnTo>
                  <a:lnTo>
                    <a:pt x="22316" y="4604"/>
                  </a:lnTo>
                  <a:lnTo>
                    <a:pt x="22817" y="4604"/>
                  </a:lnTo>
                  <a:lnTo>
                    <a:pt x="23284" y="4871"/>
                  </a:lnTo>
                  <a:lnTo>
                    <a:pt x="23684" y="5004"/>
                  </a:lnTo>
                  <a:lnTo>
                    <a:pt x="24118" y="4804"/>
                  </a:lnTo>
                  <a:lnTo>
                    <a:pt x="24551" y="5104"/>
                  </a:lnTo>
                  <a:lnTo>
                    <a:pt x="25018" y="5071"/>
                  </a:lnTo>
                  <a:lnTo>
                    <a:pt x="25452" y="4704"/>
                  </a:lnTo>
                  <a:lnTo>
                    <a:pt x="25952" y="4937"/>
                  </a:lnTo>
                  <a:lnTo>
                    <a:pt x="26453" y="5038"/>
                  </a:lnTo>
                  <a:lnTo>
                    <a:pt x="26920" y="4937"/>
                  </a:lnTo>
                  <a:lnTo>
                    <a:pt x="27353" y="4604"/>
                  </a:lnTo>
                  <a:lnTo>
                    <a:pt x="27887" y="4904"/>
                  </a:lnTo>
                  <a:lnTo>
                    <a:pt x="28387" y="4771"/>
                  </a:lnTo>
                  <a:lnTo>
                    <a:pt x="28888" y="4771"/>
                  </a:lnTo>
                  <a:lnTo>
                    <a:pt x="29355" y="4571"/>
                  </a:lnTo>
                  <a:lnTo>
                    <a:pt x="29855" y="4437"/>
                  </a:lnTo>
                  <a:lnTo>
                    <a:pt x="30322" y="4437"/>
                  </a:lnTo>
                  <a:lnTo>
                    <a:pt x="30856" y="4537"/>
                  </a:lnTo>
                  <a:lnTo>
                    <a:pt x="31323" y="4404"/>
                  </a:lnTo>
                  <a:lnTo>
                    <a:pt x="31823" y="4404"/>
                  </a:lnTo>
                  <a:lnTo>
                    <a:pt x="32324" y="4437"/>
                  </a:lnTo>
                  <a:lnTo>
                    <a:pt x="32824" y="4504"/>
                  </a:lnTo>
                  <a:lnTo>
                    <a:pt x="33324" y="4437"/>
                  </a:lnTo>
                  <a:lnTo>
                    <a:pt x="33791" y="4270"/>
                  </a:lnTo>
                  <a:lnTo>
                    <a:pt x="34292" y="4204"/>
                  </a:lnTo>
                  <a:lnTo>
                    <a:pt x="34792" y="4304"/>
                  </a:lnTo>
                  <a:lnTo>
                    <a:pt x="35292" y="4170"/>
                  </a:lnTo>
                  <a:lnTo>
                    <a:pt x="35793" y="4037"/>
                  </a:lnTo>
                  <a:lnTo>
                    <a:pt x="36260" y="3937"/>
                  </a:lnTo>
                  <a:lnTo>
                    <a:pt x="36760" y="4070"/>
                  </a:lnTo>
                  <a:lnTo>
                    <a:pt x="37227" y="3937"/>
                  </a:lnTo>
                  <a:lnTo>
                    <a:pt x="37727" y="3970"/>
                  </a:lnTo>
                  <a:lnTo>
                    <a:pt x="38194" y="3703"/>
                  </a:lnTo>
                  <a:lnTo>
                    <a:pt x="38661" y="3703"/>
                  </a:lnTo>
                  <a:lnTo>
                    <a:pt x="39162" y="3837"/>
                  </a:lnTo>
                  <a:lnTo>
                    <a:pt x="39662" y="4137"/>
                  </a:lnTo>
                  <a:lnTo>
                    <a:pt x="40196" y="3937"/>
                  </a:lnTo>
                  <a:lnTo>
                    <a:pt x="40730" y="4137"/>
                  </a:lnTo>
                  <a:lnTo>
                    <a:pt x="41230" y="4070"/>
                  </a:lnTo>
                  <a:lnTo>
                    <a:pt x="41764" y="4104"/>
                  </a:lnTo>
                  <a:lnTo>
                    <a:pt x="42297" y="4070"/>
                  </a:lnTo>
                  <a:lnTo>
                    <a:pt x="42798" y="4204"/>
                  </a:lnTo>
                  <a:lnTo>
                    <a:pt x="43265" y="4070"/>
                  </a:lnTo>
                  <a:lnTo>
                    <a:pt x="43732" y="3803"/>
                  </a:lnTo>
                  <a:lnTo>
                    <a:pt x="44232" y="3803"/>
                  </a:lnTo>
                  <a:lnTo>
                    <a:pt x="44732" y="3903"/>
                  </a:lnTo>
                  <a:lnTo>
                    <a:pt x="45199" y="3603"/>
                  </a:lnTo>
                  <a:lnTo>
                    <a:pt x="45733" y="3803"/>
                  </a:lnTo>
                  <a:lnTo>
                    <a:pt x="46300" y="3637"/>
                  </a:lnTo>
                  <a:lnTo>
                    <a:pt x="46734" y="4104"/>
                  </a:lnTo>
                  <a:lnTo>
                    <a:pt x="47301" y="3870"/>
                  </a:lnTo>
                  <a:lnTo>
                    <a:pt x="47801" y="4137"/>
                  </a:lnTo>
                  <a:lnTo>
                    <a:pt x="48368" y="4003"/>
                  </a:lnTo>
                  <a:lnTo>
                    <a:pt x="48869" y="4270"/>
                  </a:lnTo>
                  <a:lnTo>
                    <a:pt x="49402" y="4437"/>
                  </a:lnTo>
                  <a:lnTo>
                    <a:pt x="49969" y="4370"/>
                  </a:lnTo>
                  <a:lnTo>
                    <a:pt x="50436" y="4537"/>
                  </a:lnTo>
                  <a:lnTo>
                    <a:pt x="50970" y="4337"/>
                  </a:lnTo>
                  <a:lnTo>
                    <a:pt x="51471" y="4437"/>
                  </a:lnTo>
                  <a:lnTo>
                    <a:pt x="52004" y="4537"/>
                  </a:lnTo>
                  <a:lnTo>
                    <a:pt x="52471" y="4337"/>
                  </a:lnTo>
                  <a:lnTo>
                    <a:pt x="53038" y="4437"/>
                  </a:lnTo>
                  <a:lnTo>
                    <a:pt x="53539" y="4337"/>
                  </a:lnTo>
                  <a:lnTo>
                    <a:pt x="53906" y="3903"/>
                  </a:lnTo>
                  <a:lnTo>
                    <a:pt x="54439" y="3937"/>
                  </a:lnTo>
                  <a:lnTo>
                    <a:pt x="54873" y="3737"/>
                  </a:lnTo>
                  <a:lnTo>
                    <a:pt x="55373" y="3737"/>
                  </a:lnTo>
                  <a:lnTo>
                    <a:pt x="55840" y="3603"/>
                  </a:lnTo>
                  <a:lnTo>
                    <a:pt x="56274" y="3403"/>
                  </a:lnTo>
                  <a:lnTo>
                    <a:pt x="56808" y="3470"/>
                  </a:lnTo>
                  <a:lnTo>
                    <a:pt x="57208" y="3003"/>
                  </a:lnTo>
                  <a:lnTo>
                    <a:pt x="57708" y="3036"/>
                  </a:lnTo>
                  <a:lnTo>
                    <a:pt x="58209" y="3170"/>
                  </a:lnTo>
                  <a:lnTo>
                    <a:pt x="58642" y="2869"/>
                  </a:lnTo>
                  <a:lnTo>
                    <a:pt x="59143" y="2703"/>
                  </a:lnTo>
                  <a:lnTo>
                    <a:pt x="59643" y="2803"/>
                  </a:lnTo>
                  <a:lnTo>
                    <a:pt x="60143" y="2969"/>
                  </a:lnTo>
                  <a:lnTo>
                    <a:pt x="60610" y="2869"/>
                  </a:lnTo>
                  <a:lnTo>
                    <a:pt x="61077" y="2903"/>
                  </a:lnTo>
                  <a:lnTo>
                    <a:pt x="61611" y="2969"/>
                  </a:lnTo>
                  <a:lnTo>
                    <a:pt x="62178" y="2869"/>
                  </a:lnTo>
                  <a:lnTo>
                    <a:pt x="62745" y="2936"/>
                  </a:lnTo>
                  <a:lnTo>
                    <a:pt x="63179" y="3136"/>
                  </a:lnTo>
                  <a:lnTo>
                    <a:pt x="63646" y="3103"/>
                  </a:lnTo>
                  <a:lnTo>
                    <a:pt x="64080" y="3136"/>
                  </a:lnTo>
                  <a:lnTo>
                    <a:pt x="64547" y="2936"/>
                  </a:lnTo>
                  <a:lnTo>
                    <a:pt x="64980" y="2669"/>
                  </a:lnTo>
                  <a:lnTo>
                    <a:pt x="65447" y="2736"/>
                  </a:lnTo>
                  <a:lnTo>
                    <a:pt x="65847" y="2569"/>
                  </a:lnTo>
                  <a:lnTo>
                    <a:pt x="66381" y="2669"/>
                  </a:lnTo>
                  <a:lnTo>
                    <a:pt x="66882" y="2536"/>
                  </a:lnTo>
                  <a:lnTo>
                    <a:pt x="67215" y="2169"/>
                  </a:lnTo>
                  <a:lnTo>
                    <a:pt x="67715" y="2035"/>
                  </a:lnTo>
                  <a:lnTo>
                    <a:pt x="68116" y="1702"/>
                  </a:lnTo>
                  <a:lnTo>
                    <a:pt x="68616" y="1635"/>
                  </a:lnTo>
                  <a:lnTo>
                    <a:pt x="68950" y="1201"/>
                  </a:lnTo>
                  <a:lnTo>
                    <a:pt x="69483" y="1335"/>
                  </a:lnTo>
                  <a:lnTo>
                    <a:pt x="69917" y="1235"/>
                  </a:lnTo>
                  <a:lnTo>
                    <a:pt x="70384" y="1301"/>
                  </a:lnTo>
                  <a:lnTo>
                    <a:pt x="70884" y="1368"/>
                  </a:lnTo>
                  <a:lnTo>
                    <a:pt x="71351" y="1335"/>
                  </a:lnTo>
                  <a:lnTo>
                    <a:pt x="71718" y="1135"/>
                  </a:lnTo>
                  <a:lnTo>
                    <a:pt x="71718" y="167"/>
                  </a:lnTo>
                  <a:lnTo>
                    <a:pt x="71718" y="167"/>
                  </a:lnTo>
                  <a:lnTo>
                    <a:pt x="71218" y="101"/>
                  </a:lnTo>
                  <a:lnTo>
                    <a:pt x="70751" y="67"/>
                  </a:lnTo>
                  <a:lnTo>
                    <a:pt x="70317" y="134"/>
                  </a:lnTo>
                  <a:lnTo>
                    <a:pt x="69784" y="1"/>
                  </a:lnTo>
                  <a:lnTo>
                    <a:pt x="69450" y="468"/>
                  </a:lnTo>
                  <a:lnTo>
                    <a:pt x="68950" y="534"/>
                  </a:lnTo>
                  <a:lnTo>
                    <a:pt x="68549" y="834"/>
                  </a:lnTo>
                  <a:lnTo>
                    <a:pt x="68049" y="968"/>
                  </a:lnTo>
                  <a:lnTo>
                    <a:pt x="67715" y="1368"/>
                  </a:lnTo>
                  <a:lnTo>
                    <a:pt x="67215" y="1502"/>
                  </a:lnTo>
                  <a:lnTo>
                    <a:pt x="66681" y="1368"/>
                  </a:lnTo>
                  <a:lnTo>
                    <a:pt x="66281" y="1535"/>
                  </a:lnTo>
                  <a:lnTo>
                    <a:pt x="65814" y="1502"/>
                  </a:lnTo>
                  <a:lnTo>
                    <a:pt x="65380" y="1768"/>
                  </a:lnTo>
                  <a:lnTo>
                    <a:pt x="64913" y="1969"/>
                  </a:lnTo>
                  <a:lnTo>
                    <a:pt x="64480" y="1935"/>
                  </a:lnTo>
                  <a:lnTo>
                    <a:pt x="64013" y="1969"/>
                  </a:lnTo>
                  <a:lnTo>
                    <a:pt x="63579" y="1768"/>
                  </a:lnTo>
                  <a:lnTo>
                    <a:pt x="63012" y="1735"/>
                  </a:lnTo>
                  <a:lnTo>
                    <a:pt x="62445" y="1802"/>
                  </a:lnTo>
                  <a:lnTo>
                    <a:pt x="61945" y="1735"/>
                  </a:lnTo>
                  <a:lnTo>
                    <a:pt x="61444" y="1702"/>
                  </a:lnTo>
                  <a:lnTo>
                    <a:pt x="60977" y="1802"/>
                  </a:lnTo>
                  <a:lnTo>
                    <a:pt x="60477" y="1635"/>
                  </a:lnTo>
                  <a:lnTo>
                    <a:pt x="59977" y="1568"/>
                  </a:lnTo>
                  <a:lnTo>
                    <a:pt x="59510" y="1702"/>
                  </a:lnTo>
                  <a:lnTo>
                    <a:pt x="59043" y="2002"/>
                  </a:lnTo>
                  <a:lnTo>
                    <a:pt x="58542" y="1869"/>
                  </a:lnTo>
                  <a:lnTo>
                    <a:pt x="58042" y="1869"/>
                  </a:lnTo>
                  <a:lnTo>
                    <a:pt x="57642" y="2336"/>
                  </a:lnTo>
                  <a:lnTo>
                    <a:pt x="57141" y="2269"/>
                  </a:lnTo>
                  <a:lnTo>
                    <a:pt x="56674" y="2469"/>
                  </a:lnTo>
                  <a:lnTo>
                    <a:pt x="56241" y="2602"/>
                  </a:lnTo>
                  <a:lnTo>
                    <a:pt x="55707" y="2602"/>
                  </a:lnTo>
                  <a:lnTo>
                    <a:pt x="55273" y="2803"/>
                  </a:lnTo>
                  <a:lnTo>
                    <a:pt x="54740" y="2803"/>
                  </a:lnTo>
                  <a:lnTo>
                    <a:pt x="54406" y="3203"/>
                  </a:lnTo>
                  <a:lnTo>
                    <a:pt x="53872" y="3303"/>
                  </a:lnTo>
                  <a:lnTo>
                    <a:pt x="53339" y="3203"/>
                  </a:lnTo>
                  <a:lnTo>
                    <a:pt x="52838" y="3436"/>
                  </a:lnTo>
                  <a:lnTo>
                    <a:pt x="52338" y="3303"/>
                  </a:lnTo>
                  <a:lnTo>
                    <a:pt x="51837" y="3236"/>
                  </a:lnTo>
                  <a:lnTo>
                    <a:pt x="51304" y="3436"/>
                  </a:lnTo>
                  <a:lnTo>
                    <a:pt x="50803" y="3270"/>
                  </a:lnTo>
                  <a:lnTo>
                    <a:pt x="50236" y="3336"/>
                  </a:lnTo>
                  <a:lnTo>
                    <a:pt x="49736" y="3170"/>
                  </a:lnTo>
                  <a:lnTo>
                    <a:pt x="49236" y="2869"/>
                  </a:lnTo>
                  <a:lnTo>
                    <a:pt x="48669" y="3036"/>
                  </a:lnTo>
                  <a:lnTo>
                    <a:pt x="48135" y="2769"/>
                  </a:lnTo>
                  <a:lnTo>
                    <a:pt x="47601" y="3003"/>
                  </a:lnTo>
                  <a:lnTo>
                    <a:pt x="47134" y="2569"/>
                  </a:lnTo>
                  <a:lnTo>
                    <a:pt x="46600" y="2703"/>
                  </a:lnTo>
                  <a:lnTo>
                    <a:pt x="46067" y="2502"/>
                  </a:lnTo>
                  <a:lnTo>
                    <a:pt x="45566" y="2803"/>
                  </a:lnTo>
                  <a:lnTo>
                    <a:pt x="45066" y="2703"/>
                  </a:lnTo>
                  <a:lnTo>
                    <a:pt x="44599" y="2736"/>
                  </a:lnTo>
                  <a:lnTo>
                    <a:pt x="44132" y="2969"/>
                  </a:lnTo>
                  <a:lnTo>
                    <a:pt x="43632" y="3136"/>
                  </a:lnTo>
                  <a:lnTo>
                    <a:pt x="43131" y="3003"/>
                  </a:lnTo>
                  <a:lnTo>
                    <a:pt x="42598" y="3036"/>
                  </a:lnTo>
                  <a:lnTo>
                    <a:pt x="42097" y="3003"/>
                  </a:lnTo>
                  <a:lnTo>
                    <a:pt x="41563" y="3036"/>
                  </a:lnTo>
                  <a:lnTo>
                    <a:pt x="41030" y="2869"/>
                  </a:lnTo>
                  <a:lnTo>
                    <a:pt x="40496" y="3069"/>
                  </a:lnTo>
                  <a:lnTo>
                    <a:pt x="39996" y="2769"/>
                  </a:lnTo>
                  <a:lnTo>
                    <a:pt x="39529" y="2636"/>
                  </a:lnTo>
                  <a:lnTo>
                    <a:pt x="39028" y="2636"/>
                  </a:lnTo>
                  <a:lnTo>
                    <a:pt x="38561" y="2903"/>
                  </a:lnTo>
                  <a:lnTo>
                    <a:pt x="38061" y="2903"/>
                  </a:lnTo>
                  <a:lnTo>
                    <a:pt x="37594" y="3003"/>
                  </a:lnTo>
                  <a:lnTo>
                    <a:pt x="37094" y="2903"/>
                  </a:lnTo>
                  <a:lnTo>
                    <a:pt x="36627" y="3003"/>
                  </a:lnTo>
                  <a:lnTo>
                    <a:pt x="36126" y="3136"/>
                  </a:lnTo>
                  <a:lnTo>
                    <a:pt x="35659" y="3236"/>
                  </a:lnTo>
                  <a:lnTo>
                    <a:pt x="35159" y="3136"/>
                  </a:lnTo>
                  <a:lnTo>
                    <a:pt x="34659" y="3203"/>
                  </a:lnTo>
                  <a:lnTo>
                    <a:pt x="34158" y="3403"/>
                  </a:lnTo>
                  <a:lnTo>
                    <a:pt x="33691" y="3436"/>
                  </a:lnTo>
                  <a:lnTo>
                    <a:pt x="33157" y="3403"/>
                  </a:lnTo>
                  <a:lnTo>
                    <a:pt x="32657" y="3370"/>
                  </a:lnTo>
                  <a:lnTo>
                    <a:pt x="32190" y="3370"/>
                  </a:lnTo>
                  <a:lnTo>
                    <a:pt x="31690" y="3503"/>
                  </a:lnTo>
                  <a:lnTo>
                    <a:pt x="31189" y="3403"/>
                  </a:lnTo>
                  <a:lnTo>
                    <a:pt x="30689" y="3403"/>
                  </a:lnTo>
                  <a:lnTo>
                    <a:pt x="30189" y="3536"/>
                  </a:lnTo>
                  <a:lnTo>
                    <a:pt x="29722" y="3737"/>
                  </a:lnTo>
                  <a:lnTo>
                    <a:pt x="29221" y="3770"/>
                  </a:lnTo>
                  <a:lnTo>
                    <a:pt x="28754" y="3903"/>
                  </a:lnTo>
                  <a:lnTo>
                    <a:pt x="28221" y="3603"/>
                  </a:lnTo>
                  <a:lnTo>
                    <a:pt x="27754" y="3903"/>
                  </a:lnTo>
                  <a:lnTo>
                    <a:pt x="27287" y="4003"/>
                  </a:lnTo>
                  <a:lnTo>
                    <a:pt x="26820" y="3937"/>
                  </a:lnTo>
                  <a:lnTo>
                    <a:pt x="26319" y="3703"/>
                  </a:lnTo>
                  <a:lnTo>
                    <a:pt x="25852" y="4070"/>
                  </a:lnTo>
                  <a:lnTo>
                    <a:pt x="25385" y="4104"/>
                  </a:lnTo>
                  <a:lnTo>
                    <a:pt x="24985" y="3803"/>
                  </a:lnTo>
                  <a:lnTo>
                    <a:pt x="24518" y="4003"/>
                  </a:lnTo>
                  <a:lnTo>
                    <a:pt x="24118" y="3870"/>
                  </a:lnTo>
                  <a:lnTo>
                    <a:pt x="23684" y="3603"/>
                  </a:lnTo>
                  <a:lnTo>
                    <a:pt x="23150" y="3603"/>
                  </a:lnTo>
                  <a:lnTo>
                    <a:pt x="22683" y="3436"/>
                  </a:lnTo>
                  <a:lnTo>
                    <a:pt x="22250" y="3170"/>
                  </a:lnTo>
                  <a:lnTo>
                    <a:pt x="21716" y="3336"/>
                  </a:lnTo>
                  <a:lnTo>
                    <a:pt x="21216" y="3270"/>
                  </a:lnTo>
                  <a:lnTo>
                    <a:pt x="20749" y="3069"/>
                  </a:lnTo>
                  <a:lnTo>
                    <a:pt x="20282" y="2869"/>
                  </a:lnTo>
                  <a:lnTo>
                    <a:pt x="19781" y="3036"/>
                  </a:lnTo>
                  <a:lnTo>
                    <a:pt x="19281" y="2869"/>
                  </a:lnTo>
                  <a:lnTo>
                    <a:pt x="18814" y="3103"/>
                  </a:lnTo>
                  <a:lnTo>
                    <a:pt x="18347" y="3170"/>
                  </a:lnTo>
                  <a:lnTo>
                    <a:pt x="17847" y="3069"/>
                  </a:lnTo>
                  <a:lnTo>
                    <a:pt x="17346" y="3036"/>
                  </a:lnTo>
                  <a:lnTo>
                    <a:pt x="16913" y="3336"/>
                  </a:lnTo>
                  <a:lnTo>
                    <a:pt x="16412" y="3403"/>
                  </a:lnTo>
                  <a:lnTo>
                    <a:pt x="15912" y="3370"/>
                  </a:lnTo>
                  <a:lnTo>
                    <a:pt x="15411" y="3303"/>
                  </a:lnTo>
                  <a:lnTo>
                    <a:pt x="14944" y="3470"/>
                  </a:lnTo>
                  <a:lnTo>
                    <a:pt x="14444" y="3403"/>
                  </a:lnTo>
                  <a:lnTo>
                    <a:pt x="13977" y="3503"/>
                  </a:lnTo>
                  <a:lnTo>
                    <a:pt x="13477" y="3336"/>
                  </a:lnTo>
                  <a:lnTo>
                    <a:pt x="12976" y="3436"/>
                  </a:lnTo>
                  <a:lnTo>
                    <a:pt x="12476" y="3370"/>
                  </a:lnTo>
                  <a:lnTo>
                    <a:pt x="12009" y="3603"/>
                  </a:lnTo>
                  <a:lnTo>
                    <a:pt x="11542" y="3570"/>
                  </a:lnTo>
                  <a:lnTo>
                    <a:pt x="11075" y="3903"/>
                  </a:lnTo>
                  <a:lnTo>
                    <a:pt x="10575" y="3903"/>
                  </a:lnTo>
                  <a:lnTo>
                    <a:pt x="10074" y="3703"/>
                  </a:lnTo>
                  <a:lnTo>
                    <a:pt x="9607" y="3903"/>
                  </a:lnTo>
                  <a:lnTo>
                    <a:pt x="9140" y="3903"/>
                  </a:lnTo>
                  <a:lnTo>
                    <a:pt x="8640" y="3703"/>
                  </a:lnTo>
                  <a:lnTo>
                    <a:pt x="8140" y="3970"/>
                  </a:lnTo>
                  <a:lnTo>
                    <a:pt x="7639" y="4003"/>
                  </a:lnTo>
                  <a:lnTo>
                    <a:pt x="7139" y="3870"/>
                  </a:lnTo>
                  <a:lnTo>
                    <a:pt x="6639" y="3870"/>
                  </a:lnTo>
                  <a:lnTo>
                    <a:pt x="6105" y="3737"/>
                  </a:lnTo>
                  <a:lnTo>
                    <a:pt x="5571" y="3870"/>
                  </a:lnTo>
                  <a:lnTo>
                    <a:pt x="5037" y="3903"/>
                  </a:lnTo>
                  <a:lnTo>
                    <a:pt x="4504" y="4037"/>
                  </a:lnTo>
                  <a:lnTo>
                    <a:pt x="3970" y="3937"/>
                  </a:lnTo>
                  <a:lnTo>
                    <a:pt x="3403" y="3937"/>
                  </a:lnTo>
                  <a:lnTo>
                    <a:pt x="2936" y="3970"/>
                  </a:lnTo>
                  <a:lnTo>
                    <a:pt x="2469" y="4270"/>
                  </a:lnTo>
                  <a:lnTo>
                    <a:pt x="2002" y="4337"/>
                  </a:lnTo>
                  <a:lnTo>
                    <a:pt x="1502" y="4170"/>
                  </a:lnTo>
                  <a:lnTo>
                    <a:pt x="1068" y="4404"/>
                  </a:lnTo>
                  <a:lnTo>
                    <a:pt x="601" y="4604"/>
                  </a:lnTo>
                  <a:lnTo>
                    <a:pt x="134" y="4871"/>
                  </a:lnTo>
                  <a:lnTo>
                    <a:pt x="0" y="4871"/>
                  </a:lnTo>
                  <a:lnTo>
                    <a:pt x="0" y="5404"/>
                  </a:lnTo>
                  <a:lnTo>
                    <a:pt x="201" y="5304"/>
                  </a:lnTo>
                  <a:lnTo>
                    <a:pt x="634" y="5071"/>
                  </a:lnTo>
                  <a:lnTo>
                    <a:pt x="1168" y="5271"/>
                  </a:lnTo>
                  <a:lnTo>
                    <a:pt x="1635" y="517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32"/>
            <p:cNvSpPr/>
            <p:nvPr/>
          </p:nvSpPr>
          <p:spPr>
            <a:xfrm>
              <a:off x="6268229" y="1126723"/>
              <a:ext cx="2821246" cy="187679"/>
            </a:xfrm>
            <a:custGeom>
              <a:avLst/>
              <a:gdLst/>
              <a:ahLst/>
              <a:cxnLst/>
              <a:rect l="l" t="t" r="r" b="b"/>
              <a:pathLst>
                <a:path w="71719" h="4771" extrusionOk="0">
                  <a:moveTo>
                    <a:pt x="70918" y="934"/>
                  </a:moveTo>
                  <a:lnTo>
                    <a:pt x="70451" y="1168"/>
                  </a:lnTo>
                  <a:lnTo>
                    <a:pt x="69950" y="1168"/>
                  </a:lnTo>
                  <a:lnTo>
                    <a:pt x="69450" y="1035"/>
                  </a:lnTo>
                  <a:lnTo>
                    <a:pt x="68950" y="1301"/>
                  </a:lnTo>
                  <a:lnTo>
                    <a:pt x="68449" y="1068"/>
                  </a:lnTo>
                  <a:lnTo>
                    <a:pt x="67882" y="1201"/>
                  </a:lnTo>
                  <a:lnTo>
                    <a:pt x="67449" y="734"/>
                  </a:lnTo>
                  <a:lnTo>
                    <a:pt x="66882" y="901"/>
                  </a:lnTo>
                  <a:lnTo>
                    <a:pt x="66381" y="634"/>
                  </a:lnTo>
                  <a:lnTo>
                    <a:pt x="65814" y="734"/>
                  </a:lnTo>
                  <a:lnTo>
                    <a:pt x="65347" y="434"/>
                  </a:lnTo>
                  <a:lnTo>
                    <a:pt x="64847" y="234"/>
                  </a:lnTo>
                  <a:lnTo>
                    <a:pt x="64280" y="267"/>
                  </a:lnTo>
                  <a:lnTo>
                    <a:pt x="63779" y="67"/>
                  </a:lnTo>
                  <a:lnTo>
                    <a:pt x="63246" y="267"/>
                  </a:lnTo>
                  <a:lnTo>
                    <a:pt x="62745" y="134"/>
                  </a:lnTo>
                  <a:lnTo>
                    <a:pt x="62245" y="0"/>
                  </a:lnTo>
                  <a:lnTo>
                    <a:pt x="61745" y="201"/>
                  </a:lnTo>
                  <a:lnTo>
                    <a:pt x="61211" y="34"/>
                  </a:lnTo>
                  <a:lnTo>
                    <a:pt x="60677" y="101"/>
                  </a:lnTo>
                  <a:lnTo>
                    <a:pt x="60310" y="534"/>
                  </a:lnTo>
                  <a:lnTo>
                    <a:pt x="59776" y="467"/>
                  </a:lnTo>
                  <a:lnTo>
                    <a:pt x="59309" y="634"/>
                  </a:lnTo>
                  <a:lnTo>
                    <a:pt x="58809" y="601"/>
                  </a:lnTo>
                  <a:lnTo>
                    <a:pt x="58342" y="701"/>
                  </a:lnTo>
                  <a:lnTo>
                    <a:pt x="57908" y="901"/>
                  </a:lnTo>
                  <a:lnTo>
                    <a:pt x="57375" y="801"/>
                  </a:lnTo>
                  <a:lnTo>
                    <a:pt x="56974" y="1235"/>
                  </a:lnTo>
                  <a:lnTo>
                    <a:pt x="56474" y="1201"/>
                  </a:lnTo>
                  <a:lnTo>
                    <a:pt x="55974" y="1035"/>
                  </a:lnTo>
                  <a:lnTo>
                    <a:pt x="55507" y="1301"/>
                  </a:lnTo>
                  <a:lnTo>
                    <a:pt x="55006" y="1435"/>
                  </a:lnTo>
                  <a:lnTo>
                    <a:pt x="54539" y="1335"/>
                  </a:lnTo>
                  <a:lnTo>
                    <a:pt x="54039" y="1135"/>
                  </a:lnTo>
                  <a:lnTo>
                    <a:pt x="53572" y="1201"/>
                  </a:lnTo>
                  <a:lnTo>
                    <a:pt x="53072" y="1135"/>
                  </a:lnTo>
                  <a:lnTo>
                    <a:pt x="52571" y="1068"/>
                  </a:lnTo>
                  <a:lnTo>
                    <a:pt x="51971" y="1101"/>
                  </a:lnTo>
                  <a:lnTo>
                    <a:pt x="51437" y="1035"/>
                  </a:lnTo>
                  <a:lnTo>
                    <a:pt x="51004" y="801"/>
                  </a:lnTo>
                  <a:lnTo>
                    <a:pt x="50537" y="801"/>
                  </a:lnTo>
                  <a:lnTo>
                    <a:pt x="50103" y="734"/>
                  </a:lnTo>
                  <a:lnTo>
                    <a:pt x="49636" y="901"/>
                  </a:lnTo>
                  <a:lnTo>
                    <a:pt x="49202" y="1168"/>
                  </a:lnTo>
                  <a:lnTo>
                    <a:pt x="48735" y="1068"/>
                  </a:lnTo>
                  <a:lnTo>
                    <a:pt x="48302" y="1235"/>
                  </a:lnTo>
                  <a:lnTo>
                    <a:pt x="47768" y="1068"/>
                  </a:lnTo>
                  <a:lnTo>
                    <a:pt x="47268" y="1168"/>
                  </a:lnTo>
                  <a:lnTo>
                    <a:pt x="46901" y="1535"/>
                  </a:lnTo>
                  <a:lnTo>
                    <a:pt x="46400" y="1635"/>
                  </a:lnTo>
                  <a:lnTo>
                    <a:pt x="46000" y="1935"/>
                  </a:lnTo>
                  <a:lnTo>
                    <a:pt x="45500" y="1969"/>
                  </a:lnTo>
                  <a:lnTo>
                    <a:pt x="45133" y="2436"/>
                  </a:lnTo>
                  <a:lnTo>
                    <a:pt x="44632" y="2269"/>
                  </a:lnTo>
                  <a:lnTo>
                    <a:pt x="44165" y="2302"/>
                  </a:lnTo>
                  <a:lnTo>
                    <a:pt x="43698" y="2235"/>
                  </a:lnTo>
                  <a:lnTo>
                    <a:pt x="43231" y="2169"/>
                  </a:lnTo>
                  <a:lnTo>
                    <a:pt x="42764" y="2169"/>
                  </a:lnTo>
                  <a:lnTo>
                    <a:pt x="42264" y="2369"/>
                  </a:lnTo>
                  <a:lnTo>
                    <a:pt x="41730" y="2202"/>
                  </a:lnTo>
                  <a:lnTo>
                    <a:pt x="41230" y="2469"/>
                  </a:lnTo>
                  <a:lnTo>
                    <a:pt x="40730" y="2536"/>
                  </a:lnTo>
                  <a:lnTo>
                    <a:pt x="40229" y="2135"/>
                  </a:lnTo>
                  <a:lnTo>
                    <a:pt x="39729" y="2235"/>
                  </a:lnTo>
                  <a:lnTo>
                    <a:pt x="39228" y="2169"/>
                  </a:lnTo>
                  <a:lnTo>
                    <a:pt x="38695" y="2436"/>
                  </a:lnTo>
                  <a:lnTo>
                    <a:pt x="38194" y="2369"/>
                  </a:lnTo>
                  <a:lnTo>
                    <a:pt x="37694" y="2169"/>
                  </a:lnTo>
                  <a:lnTo>
                    <a:pt x="37194" y="2502"/>
                  </a:lnTo>
                  <a:lnTo>
                    <a:pt x="36693" y="2369"/>
                  </a:lnTo>
                  <a:lnTo>
                    <a:pt x="36160" y="2335"/>
                  </a:lnTo>
                  <a:lnTo>
                    <a:pt x="35659" y="2502"/>
                  </a:lnTo>
                  <a:lnTo>
                    <a:pt x="35159" y="2202"/>
                  </a:lnTo>
                  <a:lnTo>
                    <a:pt x="34625" y="2335"/>
                  </a:lnTo>
                  <a:lnTo>
                    <a:pt x="34125" y="2436"/>
                  </a:lnTo>
                  <a:lnTo>
                    <a:pt x="33591" y="2202"/>
                  </a:lnTo>
                  <a:lnTo>
                    <a:pt x="33091" y="2569"/>
                  </a:lnTo>
                  <a:lnTo>
                    <a:pt x="32590" y="2436"/>
                  </a:lnTo>
                  <a:lnTo>
                    <a:pt x="32057" y="2469"/>
                  </a:lnTo>
                  <a:lnTo>
                    <a:pt x="31556" y="2536"/>
                  </a:lnTo>
                  <a:lnTo>
                    <a:pt x="31056" y="2269"/>
                  </a:lnTo>
                  <a:lnTo>
                    <a:pt x="30522" y="2569"/>
                  </a:lnTo>
                  <a:lnTo>
                    <a:pt x="30022" y="2369"/>
                  </a:lnTo>
                  <a:lnTo>
                    <a:pt x="29522" y="2502"/>
                  </a:lnTo>
                  <a:lnTo>
                    <a:pt x="28988" y="2569"/>
                  </a:lnTo>
                  <a:lnTo>
                    <a:pt x="28487" y="2569"/>
                  </a:lnTo>
                  <a:lnTo>
                    <a:pt x="27987" y="2736"/>
                  </a:lnTo>
                  <a:lnTo>
                    <a:pt x="27487" y="2636"/>
                  </a:lnTo>
                  <a:lnTo>
                    <a:pt x="26986" y="2869"/>
                  </a:lnTo>
                  <a:lnTo>
                    <a:pt x="26453" y="2736"/>
                  </a:lnTo>
                  <a:lnTo>
                    <a:pt x="26019" y="3103"/>
                  </a:lnTo>
                  <a:lnTo>
                    <a:pt x="25452" y="3003"/>
                  </a:lnTo>
                  <a:lnTo>
                    <a:pt x="24952" y="3036"/>
                  </a:lnTo>
                  <a:lnTo>
                    <a:pt x="24418" y="3003"/>
                  </a:lnTo>
                  <a:lnTo>
                    <a:pt x="23984" y="3370"/>
                  </a:lnTo>
                  <a:lnTo>
                    <a:pt x="23417" y="3370"/>
                  </a:lnTo>
                  <a:lnTo>
                    <a:pt x="22850" y="3470"/>
                  </a:lnTo>
                  <a:lnTo>
                    <a:pt x="22350" y="3703"/>
                  </a:lnTo>
                  <a:lnTo>
                    <a:pt x="21849" y="3970"/>
                  </a:lnTo>
                  <a:lnTo>
                    <a:pt x="21349" y="3803"/>
                  </a:lnTo>
                  <a:lnTo>
                    <a:pt x="20882" y="4003"/>
                  </a:lnTo>
                  <a:lnTo>
                    <a:pt x="20415" y="3903"/>
                  </a:lnTo>
                  <a:lnTo>
                    <a:pt x="19948" y="3903"/>
                  </a:lnTo>
                  <a:lnTo>
                    <a:pt x="19414" y="3937"/>
                  </a:lnTo>
                  <a:lnTo>
                    <a:pt x="18914" y="3770"/>
                  </a:lnTo>
                  <a:lnTo>
                    <a:pt x="18414" y="3970"/>
                  </a:lnTo>
                  <a:lnTo>
                    <a:pt x="17913" y="3703"/>
                  </a:lnTo>
                  <a:lnTo>
                    <a:pt x="17413" y="3736"/>
                  </a:lnTo>
                  <a:lnTo>
                    <a:pt x="16879" y="3970"/>
                  </a:lnTo>
                  <a:lnTo>
                    <a:pt x="16412" y="3670"/>
                  </a:lnTo>
                  <a:lnTo>
                    <a:pt x="15878" y="3837"/>
                  </a:lnTo>
                  <a:lnTo>
                    <a:pt x="15411" y="3670"/>
                  </a:lnTo>
                  <a:lnTo>
                    <a:pt x="14878" y="3803"/>
                  </a:lnTo>
                  <a:lnTo>
                    <a:pt x="14411" y="3636"/>
                  </a:lnTo>
                  <a:lnTo>
                    <a:pt x="13910" y="3536"/>
                  </a:lnTo>
                  <a:lnTo>
                    <a:pt x="13510" y="3169"/>
                  </a:lnTo>
                  <a:lnTo>
                    <a:pt x="13010" y="3036"/>
                  </a:lnTo>
                  <a:lnTo>
                    <a:pt x="12476" y="3169"/>
                  </a:lnTo>
                  <a:lnTo>
                    <a:pt x="12009" y="2903"/>
                  </a:lnTo>
                  <a:lnTo>
                    <a:pt x="11475" y="2836"/>
                  </a:lnTo>
                  <a:lnTo>
                    <a:pt x="10908" y="3069"/>
                  </a:lnTo>
                  <a:lnTo>
                    <a:pt x="10441" y="2702"/>
                  </a:lnTo>
                  <a:lnTo>
                    <a:pt x="9941" y="2702"/>
                  </a:lnTo>
                  <a:lnTo>
                    <a:pt x="9374" y="2736"/>
                  </a:lnTo>
                  <a:lnTo>
                    <a:pt x="8840" y="2702"/>
                  </a:lnTo>
                  <a:lnTo>
                    <a:pt x="8273" y="2669"/>
                  </a:lnTo>
                  <a:lnTo>
                    <a:pt x="7773" y="2369"/>
                  </a:lnTo>
                  <a:lnTo>
                    <a:pt x="7239" y="2736"/>
                  </a:lnTo>
                  <a:lnTo>
                    <a:pt x="6739" y="2736"/>
                  </a:lnTo>
                  <a:lnTo>
                    <a:pt x="6205" y="2436"/>
                  </a:lnTo>
                  <a:lnTo>
                    <a:pt x="5738" y="2802"/>
                  </a:lnTo>
                  <a:lnTo>
                    <a:pt x="5137" y="2602"/>
                  </a:lnTo>
                  <a:lnTo>
                    <a:pt x="4804" y="3136"/>
                  </a:lnTo>
                  <a:lnTo>
                    <a:pt x="4270" y="3069"/>
                  </a:lnTo>
                  <a:lnTo>
                    <a:pt x="3870" y="3370"/>
                  </a:lnTo>
                  <a:lnTo>
                    <a:pt x="3403" y="3536"/>
                  </a:lnTo>
                  <a:lnTo>
                    <a:pt x="2936" y="3636"/>
                  </a:lnTo>
                  <a:lnTo>
                    <a:pt x="2469" y="3770"/>
                  </a:lnTo>
                  <a:lnTo>
                    <a:pt x="1935" y="3670"/>
                  </a:lnTo>
                  <a:lnTo>
                    <a:pt x="1535" y="4103"/>
                  </a:lnTo>
                  <a:lnTo>
                    <a:pt x="1001" y="3903"/>
                  </a:lnTo>
                  <a:lnTo>
                    <a:pt x="568" y="4137"/>
                  </a:lnTo>
                  <a:lnTo>
                    <a:pt x="67" y="4137"/>
                  </a:lnTo>
                  <a:lnTo>
                    <a:pt x="0" y="4170"/>
                  </a:lnTo>
                  <a:lnTo>
                    <a:pt x="0" y="4771"/>
                  </a:lnTo>
                  <a:lnTo>
                    <a:pt x="367" y="4537"/>
                  </a:lnTo>
                  <a:lnTo>
                    <a:pt x="868" y="4570"/>
                  </a:lnTo>
                  <a:lnTo>
                    <a:pt x="1301" y="4337"/>
                  </a:lnTo>
                  <a:lnTo>
                    <a:pt x="1835" y="4537"/>
                  </a:lnTo>
                  <a:lnTo>
                    <a:pt x="2235" y="4103"/>
                  </a:lnTo>
                  <a:lnTo>
                    <a:pt x="2769" y="4203"/>
                  </a:lnTo>
                  <a:lnTo>
                    <a:pt x="3236" y="4070"/>
                  </a:lnTo>
                  <a:lnTo>
                    <a:pt x="3736" y="4003"/>
                  </a:lnTo>
                  <a:lnTo>
                    <a:pt x="4170" y="3837"/>
                  </a:lnTo>
                  <a:lnTo>
                    <a:pt x="4604" y="3536"/>
                  </a:lnTo>
                  <a:lnTo>
                    <a:pt x="5137" y="3603"/>
                  </a:lnTo>
                  <a:lnTo>
                    <a:pt x="5471" y="3103"/>
                  </a:lnTo>
                  <a:lnTo>
                    <a:pt x="6071" y="3269"/>
                  </a:lnTo>
                  <a:lnTo>
                    <a:pt x="6538" y="2936"/>
                  </a:lnTo>
                  <a:lnTo>
                    <a:pt x="7072" y="3236"/>
                  </a:lnTo>
                  <a:lnTo>
                    <a:pt x="7573" y="3236"/>
                  </a:lnTo>
                  <a:lnTo>
                    <a:pt x="8106" y="2869"/>
                  </a:lnTo>
                  <a:lnTo>
                    <a:pt x="8607" y="3169"/>
                  </a:lnTo>
                  <a:lnTo>
                    <a:pt x="9174" y="3203"/>
                  </a:lnTo>
                  <a:lnTo>
                    <a:pt x="9707" y="3236"/>
                  </a:lnTo>
                  <a:lnTo>
                    <a:pt x="10241" y="3203"/>
                  </a:lnTo>
                  <a:lnTo>
                    <a:pt x="10775" y="3203"/>
                  </a:lnTo>
                  <a:lnTo>
                    <a:pt x="11242" y="3570"/>
                  </a:lnTo>
                  <a:lnTo>
                    <a:pt x="11809" y="3370"/>
                  </a:lnTo>
                  <a:lnTo>
                    <a:pt x="12309" y="3436"/>
                  </a:lnTo>
                  <a:lnTo>
                    <a:pt x="12810" y="3736"/>
                  </a:lnTo>
                  <a:lnTo>
                    <a:pt x="13343" y="3570"/>
                  </a:lnTo>
                  <a:lnTo>
                    <a:pt x="13810" y="3703"/>
                  </a:lnTo>
                  <a:lnTo>
                    <a:pt x="14244" y="4103"/>
                  </a:lnTo>
                  <a:lnTo>
                    <a:pt x="14711" y="4203"/>
                  </a:lnTo>
                  <a:lnTo>
                    <a:pt x="15211" y="4337"/>
                  </a:lnTo>
                  <a:lnTo>
                    <a:pt x="15712" y="4237"/>
                  </a:lnTo>
                  <a:lnTo>
                    <a:pt x="16212" y="4404"/>
                  </a:lnTo>
                  <a:lnTo>
                    <a:pt x="16712" y="4237"/>
                  </a:lnTo>
                  <a:lnTo>
                    <a:pt x="17213" y="4537"/>
                  </a:lnTo>
                  <a:lnTo>
                    <a:pt x="17713" y="4337"/>
                  </a:lnTo>
                  <a:lnTo>
                    <a:pt x="18247" y="4304"/>
                  </a:lnTo>
                  <a:lnTo>
                    <a:pt x="18714" y="4570"/>
                  </a:lnTo>
                  <a:lnTo>
                    <a:pt x="19248" y="4370"/>
                  </a:lnTo>
                  <a:lnTo>
                    <a:pt x="19748" y="4537"/>
                  </a:lnTo>
                  <a:lnTo>
                    <a:pt x="20248" y="4504"/>
                  </a:lnTo>
                  <a:lnTo>
                    <a:pt x="20715" y="4504"/>
                  </a:lnTo>
                  <a:lnTo>
                    <a:pt x="21182" y="4604"/>
                  </a:lnTo>
                  <a:lnTo>
                    <a:pt x="21683" y="4437"/>
                  </a:lnTo>
                  <a:lnTo>
                    <a:pt x="22150" y="4604"/>
                  </a:lnTo>
                  <a:lnTo>
                    <a:pt x="22650" y="4337"/>
                  </a:lnTo>
                  <a:lnTo>
                    <a:pt x="23184" y="4103"/>
                  </a:lnTo>
                  <a:lnTo>
                    <a:pt x="23717" y="4003"/>
                  </a:lnTo>
                  <a:lnTo>
                    <a:pt x="24284" y="4003"/>
                  </a:lnTo>
                  <a:lnTo>
                    <a:pt x="24751" y="3670"/>
                  </a:lnTo>
                  <a:lnTo>
                    <a:pt x="25285" y="3703"/>
                  </a:lnTo>
                  <a:lnTo>
                    <a:pt x="25786" y="3636"/>
                  </a:lnTo>
                  <a:lnTo>
                    <a:pt x="26319" y="3770"/>
                  </a:lnTo>
                  <a:lnTo>
                    <a:pt x="26786" y="3403"/>
                  </a:lnTo>
                  <a:lnTo>
                    <a:pt x="27320" y="3536"/>
                  </a:lnTo>
                  <a:lnTo>
                    <a:pt x="27787" y="3303"/>
                  </a:lnTo>
                  <a:lnTo>
                    <a:pt x="28321" y="3403"/>
                  </a:lnTo>
                  <a:lnTo>
                    <a:pt x="28821" y="3269"/>
                  </a:lnTo>
                  <a:lnTo>
                    <a:pt x="29321" y="3269"/>
                  </a:lnTo>
                  <a:lnTo>
                    <a:pt x="29822" y="3203"/>
                  </a:lnTo>
                  <a:lnTo>
                    <a:pt x="30355" y="3069"/>
                  </a:lnTo>
                  <a:lnTo>
                    <a:pt x="30856" y="3269"/>
                  </a:lnTo>
                  <a:lnTo>
                    <a:pt x="31356" y="2969"/>
                  </a:lnTo>
                  <a:lnTo>
                    <a:pt x="31890" y="3236"/>
                  </a:lnTo>
                  <a:lnTo>
                    <a:pt x="32390" y="3169"/>
                  </a:lnTo>
                  <a:lnTo>
                    <a:pt x="32924" y="3169"/>
                  </a:lnTo>
                  <a:lnTo>
                    <a:pt x="33424" y="3303"/>
                  </a:lnTo>
                  <a:lnTo>
                    <a:pt x="33925" y="2936"/>
                  </a:lnTo>
                  <a:lnTo>
                    <a:pt x="34458" y="3169"/>
                  </a:lnTo>
                  <a:lnTo>
                    <a:pt x="34959" y="3069"/>
                  </a:lnTo>
                  <a:lnTo>
                    <a:pt x="35459" y="2969"/>
                  </a:lnTo>
                  <a:lnTo>
                    <a:pt x="35993" y="3269"/>
                  </a:lnTo>
                  <a:lnTo>
                    <a:pt x="36493" y="3103"/>
                  </a:lnTo>
                  <a:lnTo>
                    <a:pt x="36994" y="3136"/>
                  </a:lnTo>
                  <a:lnTo>
                    <a:pt x="37527" y="3269"/>
                  </a:lnTo>
                  <a:lnTo>
                    <a:pt x="38028" y="2936"/>
                  </a:lnTo>
                  <a:lnTo>
                    <a:pt x="38528" y="3169"/>
                  </a:lnTo>
                  <a:lnTo>
                    <a:pt x="39028" y="3236"/>
                  </a:lnTo>
                  <a:lnTo>
                    <a:pt x="39562" y="2969"/>
                  </a:lnTo>
                  <a:lnTo>
                    <a:pt x="40062" y="3036"/>
                  </a:lnTo>
                  <a:lnTo>
                    <a:pt x="40563" y="2936"/>
                  </a:lnTo>
                  <a:lnTo>
                    <a:pt x="41063" y="3370"/>
                  </a:lnTo>
                  <a:lnTo>
                    <a:pt x="41563" y="3269"/>
                  </a:lnTo>
                  <a:lnTo>
                    <a:pt x="42064" y="3003"/>
                  </a:lnTo>
                  <a:lnTo>
                    <a:pt x="42564" y="3203"/>
                  </a:lnTo>
                  <a:lnTo>
                    <a:pt x="43065" y="2969"/>
                  </a:lnTo>
                  <a:lnTo>
                    <a:pt x="43565" y="2969"/>
                  </a:lnTo>
                  <a:lnTo>
                    <a:pt x="43999" y="3069"/>
                  </a:lnTo>
                  <a:lnTo>
                    <a:pt x="44466" y="3136"/>
                  </a:lnTo>
                  <a:lnTo>
                    <a:pt x="44933" y="3103"/>
                  </a:lnTo>
                  <a:lnTo>
                    <a:pt x="45433" y="3269"/>
                  </a:lnTo>
                  <a:lnTo>
                    <a:pt x="45833" y="2836"/>
                  </a:lnTo>
                  <a:lnTo>
                    <a:pt x="46334" y="2802"/>
                  </a:lnTo>
                  <a:lnTo>
                    <a:pt x="46734" y="2502"/>
                  </a:lnTo>
                  <a:lnTo>
                    <a:pt x="47234" y="2402"/>
                  </a:lnTo>
                  <a:lnTo>
                    <a:pt x="47601" y="2035"/>
                  </a:lnTo>
                  <a:lnTo>
                    <a:pt x="48101" y="1935"/>
                  </a:lnTo>
                  <a:lnTo>
                    <a:pt x="48635" y="2102"/>
                  </a:lnTo>
                  <a:lnTo>
                    <a:pt x="49069" y="1969"/>
                  </a:lnTo>
                  <a:lnTo>
                    <a:pt x="49536" y="2035"/>
                  </a:lnTo>
                  <a:lnTo>
                    <a:pt x="49969" y="1802"/>
                  </a:lnTo>
                  <a:lnTo>
                    <a:pt x="50436" y="1635"/>
                  </a:lnTo>
                  <a:lnTo>
                    <a:pt x="50870" y="1702"/>
                  </a:lnTo>
                  <a:lnTo>
                    <a:pt x="51337" y="1702"/>
                  </a:lnTo>
                  <a:lnTo>
                    <a:pt x="51771" y="1935"/>
                  </a:lnTo>
                  <a:lnTo>
                    <a:pt x="52304" y="2002"/>
                  </a:lnTo>
                  <a:lnTo>
                    <a:pt x="52905" y="1969"/>
                  </a:lnTo>
                  <a:lnTo>
                    <a:pt x="53405" y="2069"/>
                  </a:lnTo>
                  <a:lnTo>
                    <a:pt x="53872" y="2135"/>
                  </a:lnTo>
                  <a:lnTo>
                    <a:pt x="54373" y="2069"/>
                  </a:lnTo>
                  <a:lnTo>
                    <a:pt x="54840" y="2269"/>
                  </a:lnTo>
                  <a:lnTo>
                    <a:pt x="55340" y="2369"/>
                  </a:lnTo>
                  <a:lnTo>
                    <a:pt x="55840" y="2269"/>
                  </a:lnTo>
                  <a:lnTo>
                    <a:pt x="56307" y="2002"/>
                  </a:lnTo>
                  <a:lnTo>
                    <a:pt x="56808" y="2169"/>
                  </a:lnTo>
                  <a:lnTo>
                    <a:pt x="57308" y="2202"/>
                  </a:lnTo>
                  <a:lnTo>
                    <a:pt x="57708" y="1768"/>
                  </a:lnTo>
                  <a:lnTo>
                    <a:pt x="58242" y="1868"/>
                  </a:lnTo>
                  <a:lnTo>
                    <a:pt x="58676" y="1702"/>
                  </a:lnTo>
                  <a:lnTo>
                    <a:pt x="59176" y="1602"/>
                  </a:lnTo>
                  <a:lnTo>
                    <a:pt x="59676" y="1635"/>
                  </a:lnTo>
                  <a:lnTo>
                    <a:pt x="60110" y="1468"/>
                  </a:lnTo>
                  <a:lnTo>
                    <a:pt x="60644" y="1502"/>
                  </a:lnTo>
                  <a:lnTo>
                    <a:pt x="61044" y="1101"/>
                  </a:lnTo>
                  <a:lnTo>
                    <a:pt x="61544" y="1035"/>
                  </a:lnTo>
                  <a:lnTo>
                    <a:pt x="62078" y="1201"/>
                  </a:lnTo>
                  <a:lnTo>
                    <a:pt x="62578" y="1001"/>
                  </a:lnTo>
                  <a:lnTo>
                    <a:pt x="63079" y="1135"/>
                  </a:lnTo>
                  <a:lnTo>
                    <a:pt x="63579" y="1268"/>
                  </a:lnTo>
                  <a:lnTo>
                    <a:pt x="64146" y="1101"/>
                  </a:lnTo>
                  <a:lnTo>
                    <a:pt x="64613" y="1301"/>
                  </a:lnTo>
                  <a:lnTo>
                    <a:pt x="65180" y="1268"/>
                  </a:lnTo>
                  <a:lnTo>
                    <a:pt x="65681" y="1468"/>
                  </a:lnTo>
                  <a:lnTo>
                    <a:pt x="66148" y="1802"/>
                  </a:lnTo>
                  <a:lnTo>
                    <a:pt x="66748" y="1668"/>
                  </a:lnTo>
                  <a:lnTo>
                    <a:pt x="67215" y="1969"/>
                  </a:lnTo>
                  <a:lnTo>
                    <a:pt x="67816" y="1802"/>
                  </a:lnTo>
                  <a:lnTo>
                    <a:pt x="68216" y="2269"/>
                  </a:lnTo>
                  <a:lnTo>
                    <a:pt x="68783" y="2135"/>
                  </a:lnTo>
                  <a:lnTo>
                    <a:pt x="69283" y="2402"/>
                  </a:lnTo>
                  <a:lnTo>
                    <a:pt x="69784" y="2102"/>
                  </a:lnTo>
                  <a:lnTo>
                    <a:pt x="70284" y="2235"/>
                  </a:lnTo>
                  <a:lnTo>
                    <a:pt x="70784" y="2269"/>
                  </a:lnTo>
                  <a:lnTo>
                    <a:pt x="71251" y="2035"/>
                  </a:lnTo>
                  <a:lnTo>
                    <a:pt x="71718" y="1935"/>
                  </a:lnTo>
                  <a:lnTo>
                    <a:pt x="71718" y="934"/>
                  </a:lnTo>
                  <a:lnTo>
                    <a:pt x="71418" y="834"/>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49" name="Google Shape;849;p32"/>
          <p:cNvGrpSpPr/>
          <p:nvPr/>
        </p:nvGrpSpPr>
        <p:grpSpPr>
          <a:xfrm>
            <a:off x="4719304" y="802193"/>
            <a:ext cx="984333" cy="750875"/>
            <a:chOff x="6268229" y="1126723"/>
            <a:chExt cx="2821246" cy="1847625"/>
          </a:xfrm>
        </p:grpSpPr>
        <p:sp>
          <p:nvSpPr>
            <p:cNvPr id="850" name="Google Shape;850;p32"/>
            <p:cNvSpPr/>
            <p:nvPr/>
          </p:nvSpPr>
          <p:spPr>
            <a:xfrm>
              <a:off x="6268229" y="1126723"/>
              <a:ext cx="2821246" cy="1847604"/>
            </a:xfrm>
            <a:custGeom>
              <a:avLst/>
              <a:gdLst/>
              <a:ahLst/>
              <a:cxnLst/>
              <a:rect l="l" t="t" r="r" b="b"/>
              <a:pathLst>
                <a:path w="71719" h="46968" extrusionOk="0">
                  <a:moveTo>
                    <a:pt x="634" y="46634"/>
                  </a:moveTo>
                  <a:lnTo>
                    <a:pt x="1168" y="46834"/>
                  </a:lnTo>
                  <a:lnTo>
                    <a:pt x="1635" y="46734"/>
                  </a:lnTo>
                  <a:lnTo>
                    <a:pt x="2102" y="46434"/>
                  </a:lnTo>
                  <a:lnTo>
                    <a:pt x="2569" y="46434"/>
                  </a:lnTo>
                  <a:lnTo>
                    <a:pt x="3103" y="46400"/>
                  </a:lnTo>
                  <a:lnTo>
                    <a:pt x="3670" y="46534"/>
                  </a:lnTo>
                  <a:lnTo>
                    <a:pt x="4170" y="46400"/>
                  </a:lnTo>
                  <a:lnTo>
                    <a:pt x="4704" y="46334"/>
                  </a:lnTo>
                  <a:lnTo>
                    <a:pt x="5238" y="46234"/>
                  </a:lnTo>
                  <a:lnTo>
                    <a:pt x="5771" y="46367"/>
                  </a:lnTo>
                  <a:lnTo>
                    <a:pt x="6272" y="46367"/>
                  </a:lnTo>
                  <a:lnTo>
                    <a:pt x="6805" y="46500"/>
                  </a:lnTo>
                  <a:lnTo>
                    <a:pt x="7306" y="46467"/>
                  </a:lnTo>
                  <a:lnTo>
                    <a:pt x="7773" y="46234"/>
                  </a:lnTo>
                  <a:lnTo>
                    <a:pt x="8273" y="46434"/>
                  </a:lnTo>
                  <a:lnTo>
                    <a:pt x="8773" y="46434"/>
                  </a:lnTo>
                  <a:lnTo>
                    <a:pt x="9240" y="46200"/>
                  </a:lnTo>
                  <a:lnTo>
                    <a:pt x="9741" y="46434"/>
                  </a:lnTo>
                  <a:lnTo>
                    <a:pt x="10241" y="46400"/>
                  </a:lnTo>
                  <a:lnTo>
                    <a:pt x="10675" y="46100"/>
                  </a:lnTo>
                  <a:lnTo>
                    <a:pt x="11175" y="46134"/>
                  </a:lnTo>
                  <a:lnTo>
                    <a:pt x="11642" y="45900"/>
                  </a:lnTo>
                  <a:lnTo>
                    <a:pt x="12142" y="45967"/>
                  </a:lnTo>
                  <a:lnTo>
                    <a:pt x="12609" y="45867"/>
                  </a:lnTo>
                  <a:lnTo>
                    <a:pt x="13110" y="46033"/>
                  </a:lnTo>
                  <a:lnTo>
                    <a:pt x="13610" y="45933"/>
                  </a:lnTo>
                  <a:lnTo>
                    <a:pt x="14111" y="46000"/>
                  </a:lnTo>
                  <a:lnTo>
                    <a:pt x="14578" y="45833"/>
                  </a:lnTo>
                  <a:lnTo>
                    <a:pt x="15078" y="45900"/>
                  </a:lnTo>
                  <a:lnTo>
                    <a:pt x="15578" y="45933"/>
                  </a:lnTo>
                  <a:lnTo>
                    <a:pt x="16045" y="45867"/>
                  </a:lnTo>
                  <a:lnTo>
                    <a:pt x="16512" y="45566"/>
                  </a:lnTo>
                  <a:lnTo>
                    <a:pt x="17013" y="45633"/>
                  </a:lnTo>
                  <a:lnTo>
                    <a:pt x="17480" y="45700"/>
                  </a:lnTo>
                  <a:lnTo>
                    <a:pt x="17980" y="45633"/>
                  </a:lnTo>
                  <a:lnTo>
                    <a:pt x="18447" y="45433"/>
                  </a:lnTo>
                  <a:lnTo>
                    <a:pt x="18914" y="45600"/>
                  </a:lnTo>
                  <a:lnTo>
                    <a:pt x="19448" y="45400"/>
                  </a:lnTo>
                  <a:lnTo>
                    <a:pt x="19881" y="45633"/>
                  </a:lnTo>
                  <a:lnTo>
                    <a:pt x="20382" y="45833"/>
                  </a:lnTo>
                  <a:lnTo>
                    <a:pt x="20849" y="45900"/>
                  </a:lnTo>
                  <a:lnTo>
                    <a:pt x="21382" y="45733"/>
                  </a:lnTo>
                  <a:lnTo>
                    <a:pt x="21849" y="46000"/>
                  </a:lnTo>
                  <a:lnTo>
                    <a:pt x="22316" y="46167"/>
                  </a:lnTo>
                  <a:lnTo>
                    <a:pt x="22817" y="46167"/>
                  </a:lnTo>
                  <a:lnTo>
                    <a:pt x="23284" y="46434"/>
                  </a:lnTo>
                  <a:lnTo>
                    <a:pt x="23684" y="46567"/>
                  </a:lnTo>
                  <a:lnTo>
                    <a:pt x="24118" y="46367"/>
                  </a:lnTo>
                  <a:lnTo>
                    <a:pt x="24551" y="46667"/>
                  </a:lnTo>
                  <a:lnTo>
                    <a:pt x="25018" y="46634"/>
                  </a:lnTo>
                  <a:lnTo>
                    <a:pt x="25452" y="46267"/>
                  </a:lnTo>
                  <a:lnTo>
                    <a:pt x="25952" y="46500"/>
                  </a:lnTo>
                  <a:lnTo>
                    <a:pt x="26453" y="46601"/>
                  </a:lnTo>
                  <a:lnTo>
                    <a:pt x="26920" y="46500"/>
                  </a:lnTo>
                  <a:lnTo>
                    <a:pt x="27353" y="46167"/>
                  </a:lnTo>
                  <a:lnTo>
                    <a:pt x="27887" y="46467"/>
                  </a:lnTo>
                  <a:lnTo>
                    <a:pt x="28387" y="46334"/>
                  </a:lnTo>
                  <a:lnTo>
                    <a:pt x="28888" y="46334"/>
                  </a:lnTo>
                  <a:lnTo>
                    <a:pt x="29355" y="46134"/>
                  </a:lnTo>
                  <a:lnTo>
                    <a:pt x="29855" y="46000"/>
                  </a:lnTo>
                  <a:lnTo>
                    <a:pt x="30322" y="46000"/>
                  </a:lnTo>
                  <a:lnTo>
                    <a:pt x="30856" y="46100"/>
                  </a:lnTo>
                  <a:lnTo>
                    <a:pt x="31323" y="45967"/>
                  </a:lnTo>
                  <a:lnTo>
                    <a:pt x="31823" y="45967"/>
                  </a:lnTo>
                  <a:lnTo>
                    <a:pt x="32324" y="46000"/>
                  </a:lnTo>
                  <a:lnTo>
                    <a:pt x="32824" y="46067"/>
                  </a:lnTo>
                  <a:lnTo>
                    <a:pt x="33324" y="46000"/>
                  </a:lnTo>
                  <a:lnTo>
                    <a:pt x="33791" y="45833"/>
                  </a:lnTo>
                  <a:lnTo>
                    <a:pt x="34292" y="45767"/>
                  </a:lnTo>
                  <a:lnTo>
                    <a:pt x="34792" y="45867"/>
                  </a:lnTo>
                  <a:lnTo>
                    <a:pt x="35292" y="45733"/>
                  </a:lnTo>
                  <a:lnTo>
                    <a:pt x="35793" y="45600"/>
                  </a:lnTo>
                  <a:lnTo>
                    <a:pt x="36260" y="45500"/>
                  </a:lnTo>
                  <a:lnTo>
                    <a:pt x="36760" y="45633"/>
                  </a:lnTo>
                  <a:lnTo>
                    <a:pt x="37227" y="45500"/>
                  </a:lnTo>
                  <a:lnTo>
                    <a:pt x="37727" y="45533"/>
                  </a:lnTo>
                  <a:lnTo>
                    <a:pt x="38194" y="45266"/>
                  </a:lnTo>
                  <a:lnTo>
                    <a:pt x="38661" y="45266"/>
                  </a:lnTo>
                  <a:lnTo>
                    <a:pt x="39162" y="45400"/>
                  </a:lnTo>
                  <a:lnTo>
                    <a:pt x="39662" y="45700"/>
                  </a:lnTo>
                  <a:lnTo>
                    <a:pt x="40196" y="45500"/>
                  </a:lnTo>
                  <a:lnTo>
                    <a:pt x="40730" y="45700"/>
                  </a:lnTo>
                  <a:lnTo>
                    <a:pt x="41230" y="45633"/>
                  </a:lnTo>
                  <a:lnTo>
                    <a:pt x="41764" y="45667"/>
                  </a:lnTo>
                  <a:lnTo>
                    <a:pt x="42297" y="45633"/>
                  </a:lnTo>
                  <a:lnTo>
                    <a:pt x="42798" y="45767"/>
                  </a:lnTo>
                  <a:lnTo>
                    <a:pt x="43265" y="45633"/>
                  </a:lnTo>
                  <a:lnTo>
                    <a:pt x="43732" y="45366"/>
                  </a:lnTo>
                  <a:lnTo>
                    <a:pt x="44232" y="45366"/>
                  </a:lnTo>
                  <a:lnTo>
                    <a:pt x="44732" y="45466"/>
                  </a:lnTo>
                  <a:lnTo>
                    <a:pt x="45199" y="45166"/>
                  </a:lnTo>
                  <a:lnTo>
                    <a:pt x="45733" y="45366"/>
                  </a:lnTo>
                  <a:lnTo>
                    <a:pt x="46300" y="45200"/>
                  </a:lnTo>
                  <a:lnTo>
                    <a:pt x="46734" y="45667"/>
                  </a:lnTo>
                  <a:lnTo>
                    <a:pt x="47301" y="45433"/>
                  </a:lnTo>
                  <a:lnTo>
                    <a:pt x="47801" y="45700"/>
                  </a:lnTo>
                  <a:lnTo>
                    <a:pt x="48368" y="45566"/>
                  </a:lnTo>
                  <a:lnTo>
                    <a:pt x="48869" y="45833"/>
                  </a:lnTo>
                  <a:lnTo>
                    <a:pt x="49402" y="46000"/>
                  </a:lnTo>
                  <a:lnTo>
                    <a:pt x="49969" y="45933"/>
                  </a:lnTo>
                  <a:lnTo>
                    <a:pt x="50436" y="46100"/>
                  </a:lnTo>
                  <a:lnTo>
                    <a:pt x="50970" y="45900"/>
                  </a:lnTo>
                  <a:lnTo>
                    <a:pt x="51471" y="46000"/>
                  </a:lnTo>
                  <a:lnTo>
                    <a:pt x="52004" y="46100"/>
                  </a:lnTo>
                  <a:lnTo>
                    <a:pt x="52471" y="45900"/>
                  </a:lnTo>
                  <a:lnTo>
                    <a:pt x="53038" y="46000"/>
                  </a:lnTo>
                  <a:lnTo>
                    <a:pt x="53539" y="45900"/>
                  </a:lnTo>
                  <a:lnTo>
                    <a:pt x="53906" y="45466"/>
                  </a:lnTo>
                  <a:lnTo>
                    <a:pt x="54439" y="45500"/>
                  </a:lnTo>
                  <a:lnTo>
                    <a:pt x="54873" y="45300"/>
                  </a:lnTo>
                  <a:lnTo>
                    <a:pt x="55373" y="45300"/>
                  </a:lnTo>
                  <a:lnTo>
                    <a:pt x="55840" y="45166"/>
                  </a:lnTo>
                  <a:lnTo>
                    <a:pt x="56274" y="44966"/>
                  </a:lnTo>
                  <a:lnTo>
                    <a:pt x="56808" y="45033"/>
                  </a:lnTo>
                  <a:lnTo>
                    <a:pt x="57208" y="44566"/>
                  </a:lnTo>
                  <a:lnTo>
                    <a:pt x="57708" y="44599"/>
                  </a:lnTo>
                  <a:lnTo>
                    <a:pt x="58209" y="44733"/>
                  </a:lnTo>
                  <a:lnTo>
                    <a:pt x="58642" y="44432"/>
                  </a:lnTo>
                  <a:lnTo>
                    <a:pt x="59143" y="44266"/>
                  </a:lnTo>
                  <a:lnTo>
                    <a:pt x="59643" y="44366"/>
                  </a:lnTo>
                  <a:lnTo>
                    <a:pt x="60143" y="44532"/>
                  </a:lnTo>
                  <a:lnTo>
                    <a:pt x="60610" y="44432"/>
                  </a:lnTo>
                  <a:lnTo>
                    <a:pt x="61077" y="44466"/>
                  </a:lnTo>
                  <a:lnTo>
                    <a:pt x="61611" y="44532"/>
                  </a:lnTo>
                  <a:lnTo>
                    <a:pt x="62178" y="44432"/>
                  </a:lnTo>
                  <a:lnTo>
                    <a:pt x="62745" y="44499"/>
                  </a:lnTo>
                  <a:lnTo>
                    <a:pt x="63179" y="44699"/>
                  </a:lnTo>
                  <a:lnTo>
                    <a:pt x="63646" y="44666"/>
                  </a:lnTo>
                  <a:lnTo>
                    <a:pt x="64080" y="44699"/>
                  </a:lnTo>
                  <a:lnTo>
                    <a:pt x="64547" y="44499"/>
                  </a:lnTo>
                  <a:lnTo>
                    <a:pt x="64980" y="44232"/>
                  </a:lnTo>
                  <a:lnTo>
                    <a:pt x="65447" y="44299"/>
                  </a:lnTo>
                  <a:lnTo>
                    <a:pt x="65847" y="44132"/>
                  </a:lnTo>
                  <a:lnTo>
                    <a:pt x="66381" y="44232"/>
                  </a:lnTo>
                  <a:lnTo>
                    <a:pt x="66882" y="44099"/>
                  </a:lnTo>
                  <a:lnTo>
                    <a:pt x="67215" y="43732"/>
                  </a:lnTo>
                  <a:lnTo>
                    <a:pt x="67715" y="43598"/>
                  </a:lnTo>
                  <a:lnTo>
                    <a:pt x="68116" y="43265"/>
                  </a:lnTo>
                  <a:lnTo>
                    <a:pt x="68616" y="43198"/>
                  </a:lnTo>
                  <a:lnTo>
                    <a:pt x="68950" y="42764"/>
                  </a:lnTo>
                  <a:lnTo>
                    <a:pt x="69483" y="42898"/>
                  </a:lnTo>
                  <a:lnTo>
                    <a:pt x="69917" y="42798"/>
                  </a:lnTo>
                  <a:lnTo>
                    <a:pt x="70384" y="42864"/>
                  </a:lnTo>
                  <a:lnTo>
                    <a:pt x="70884" y="42931"/>
                  </a:lnTo>
                  <a:lnTo>
                    <a:pt x="71351" y="42898"/>
                  </a:lnTo>
                  <a:lnTo>
                    <a:pt x="71718" y="42698"/>
                  </a:lnTo>
                  <a:lnTo>
                    <a:pt x="71718" y="934"/>
                  </a:lnTo>
                  <a:lnTo>
                    <a:pt x="71418" y="834"/>
                  </a:lnTo>
                  <a:lnTo>
                    <a:pt x="70918" y="934"/>
                  </a:lnTo>
                  <a:lnTo>
                    <a:pt x="70451" y="1168"/>
                  </a:lnTo>
                  <a:lnTo>
                    <a:pt x="69950" y="1168"/>
                  </a:lnTo>
                  <a:lnTo>
                    <a:pt x="69450" y="1035"/>
                  </a:lnTo>
                  <a:lnTo>
                    <a:pt x="68950" y="1301"/>
                  </a:lnTo>
                  <a:lnTo>
                    <a:pt x="68449" y="1068"/>
                  </a:lnTo>
                  <a:lnTo>
                    <a:pt x="67882" y="1201"/>
                  </a:lnTo>
                  <a:lnTo>
                    <a:pt x="67449" y="734"/>
                  </a:lnTo>
                  <a:lnTo>
                    <a:pt x="66882" y="901"/>
                  </a:lnTo>
                  <a:lnTo>
                    <a:pt x="66381" y="634"/>
                  </a:lnTo>
                  <a:lnTo>
                    <a:pt x="65814" y="734"/>
                  </a:lnTo>
                  <a:lnTo>
                    <a:pt x="65347" y="434"/>
                  </a:lnTo>
                  <a:lnTo>
                    <a:pt x="64847" y="234"/>
                  </a:lnTo>
                  <a:lnTo>
                    <a:pt x="64280" y="267"/>
                  </a:lnTo>
                  <a:lnTo>
                    <a:pt x="63779" y="67"/>
                  </a:lnTo>
                  <a:lnTo>
                    <a:pt x="63246" y="267"/>
                  </a:lnTo>
                  <a:lnTo>
                    <a:pt x="62745" y="134"/>
                  </a:lnTo>
                  <a:lnTo>
                    <a:pt x="62245" y="0"/>
                  </a:lnTo>
                  <a:lnTo>
                    <a:pt x="61745" y="201"/>
                  </a:lnTo>
                  <a:lnTo>
                    <a:pt x="61211" y="34"/>
                  </a:lnTo>
                  <a:lnTo>
                    <a:pt x="60677" y="101"/>
                  </a:lnTo>
                  <a:lnTo>
                    <a:pt x="60310" y="534"/>
                  </a:lnTo>
                  <a:lnTo>
                    <a:pt x="59776" y="467"/>
                  </a:lnTo>
                  <a:lnTo>
                    <a:pt x="59309" y="634"/>
                  </a:lnTo>
                  <a:lnTo>
                    <a:pt x="58809" y="601"/>
                  </a:lnTo>
                  <a:lnTo>
                    <a:pt x="58342" y="701"/>
                  </a:lnTo>
                  <a:lnTo>
                    <a:pt x="57908" y="901"/>
                  </a:lnTo>
                  <a:lnTo>
                    <a:pt x="57375" y="801"/>
                  </a:lnTo>
                  <a:lnTo>
                    <a:pt x="56974" y="1235"/>
                  </a:lnTo>
                  <a:lnTo>
                    <a:pt x="56474" y="1201"/>
                  </a:lnTo>
                  <a:lnTo>
                    <a:pt x="55974" y="1035"/>
                  </a:lnTo>
                  <a:lnTo>
                    <a:pt x="55507" y="1301"/>
                  </a:lnTo>
                  <a:lnTo>
                    <a:pt x="55006" y="1435"/>
                  </a:lnTo>
                  <a:lnTo>
                    <a:pt x="54539" y="1335"/>
                  </a:lnTo>
                  <a:lnTo>
                    <a:pt x="54039" y="1135"/>
                  </a:lnTo>
                  <a:lnTo>
                    <a:pt x="53572" y="1201"/>
                  </a:lnTo>
                  <a:lnTo>
                    <a:pt x="53072" y="1135"/>
                  </a:lnTo>
                  <a:lnTo>
                    <a:pt x="52571" y="1068"/>
                  </a:lnTo>
                  <a:lnTo>
                    <a:pt x="51971" y="1101"/>
                  </a:lnTo>
                  <a:lnTo>
                    <a:pt x="51437" y="1035"/>
                  </a:lnTo>
                  <a:lnTo>
                    <a:pt x="51004" y="801"/>
                  </a:lnTo>
                  <a:lnTo>
                    <a:pt x="50537" y="801"/>
                  </a:lnTo>
                  <a:lnTo>
                    <a:pt x="50103" y="734"/>
                  </a:lnTo>
                  <a:lnTo>
                    <a:pt x="49636" y="901"/>
                  </a:lnTo>
                  <a:lnTo>
                    <a:pt x="49202" y="1168"/>
                  </a:lnTo>
                  <a:lnTo>
                    <a:pt x="48735" y="1068"/>
                  </a:lnTo>
                  <a:lnTo>
                    <a:pt x="48302" y="1235"/>
                  </a:lnTo>
                  <a:lnTo>
                    <a:pt x="47768" y="1068"/>
                  </a:lnTo>
                  <a:lnTo>
                    <a:pt x="47268" y="1168"/>
                  </a:lnTo>
                  <a:lnTo>
                    <a:pt x="46901" y="1535"/>
                  </a:lnTo>
                  <a:lnTo>
                    <a:pt x="46400" y="1635"/>
                  </a:lnTo>
                  <a:lnTo>
                    <a:pt x="46000" y="1935"/>
                  </a:lnTo>
                  <a:lnTo>
                    <a:pt x="45500" y="1969"/>
                  </a:lnTo>
                  <a:lnTo>
                    <a:pt x="45133" y="2436"/>
                  </a:lnTo>
                  <a:lnTo>
                    <a:pt x="44632" y="2269"/>
                  </a:lnTo>
                  <a:lnTo>
                    <a:pt x="44165" y="2302"/>
                  </a:lnTo>
                  <a:lnTo>
                    <a:pt x="43698" y="2235"/>
                  </a:lnTo>
                  <a:lnTo>
                    <a:pt x="43231" y="2169"/>
                  </a:lnTo>
                  <a:lnTo>
                    <a:pt x="42764" y="2169"/>
                  </a:lnTo>
                  <a:lnTo>
                    <a:pt x="42264" y="2369"/>
                  </a:lnTo>
                  <a:lnTo>
                    <a:pt x="41730" y="2202"/>
                  </a:lnTo>
                  <a:lnTo>
                    <a:pt x="41230" y="2469"/>
                  </a:lnTo>
                  <a:lnTo>
                    <a:pt x="40730" y="2536"/>
                  </a:lnTo>
                  <a:lnTo>
                    <a:pt x="40229" y="2135"/>
                  </a:lnTo>
                  <a:lnTo>
                    <a:pt x="39729" y="2235"/>
                  </a:lnTo>
                  <a:lnTo>
                    <a:pt x="39228" y="2169"/>
                  </a:lnTo>
                  <a:lnTo>
                    <a:pt x="38695" y="2436"/>
                  </a:lnTo>
                  <a:lnTo>
                    <a:pt x="38194" y="2369"/>
                  </a:lnTo>
                  <a:lnTo>
                    <a:pt x="37694" y="2169"/>
                  </a:lnTo>
                  <a:lnTo>
                    <a:pt x="37194" y="2502"/>
                  </a:lnTo>
                  <a:lnTo>
                    <a:pt x="36693" y="2369"/>
                  </a:lnTo>
                  <a:lnTo>
                    <a:pt x="36160" y="2335"/>
                  </a:lnTo>
                  <a:lnTo>
                    <a:pt x="35659" y="2502"/>
                  </a:lnTo>
                  <a:lnTo>
                    <a:pt x="35159" y="2202"/>
                  </a:lnTo>
                  <a:lnTo>
                    <a:pt x="34625" y="2335"/>
                  </a:lnTo>
                  <a:lnTo>
                    <a:pt x="34125" y="2436"/>
                  </a:lnTo>
                  <a:lnTo>
                    <a:pt x="33591" y="2202"/>
                  </a:lnTo>
                  <a:lnTo>
                    <a:pt x="33091" y="2569"/>
                  </a:lnTo>
                  <a:lnTo>
                    <a:pt x="32590" y="2436"/>
                  </a:lnTo>
                  <a:lnTo>
                    <a:pt x="32057" y="2469"/>
                  </a:lnTo>
                  <a:lnTo>
                    <a:pt x="31556" y="2536"/>
                  </a:lnTo>
                  <a:lnTo>
                    <a:pt x="31056" y="2269"/>
                  </a:lnTo>
                  <a:lnTo>
                    <a:pt x="30522" y="2569"/>
                  </a:lnTo>
                  <a:lnTo>
                    <a:pt x="30022" y="2369"/>
                  </a:lnTo>
                  <a:lnTo>
                    <a:pt x="29522" y="2502"/>
                  </a:lnTo>
                  <a:lnTo>
                    <a:pt x="28988" y="2569"/>
                  </a:lnTo>
                  <a:lnTo>
                    <a:pt x="28487" y="2569"/>
                  </a:lnTo>
                  <a:lnTo>
                    <a:pt x="27987" y="2736"/>
                  </a:lnTo>
                  <a:lnTo>
                    <a:pt x="27487" y="2636"/>
                  </a:lnTo>
                  <a:lnTo>
                    <a:pt x="26986" y="2869"/>
                  </a:lnTo>
                  <a:lnTo>
                    <a:pt x="26453" y="2736"/>
                  </a:lnTo>
                  <a:lnTo>
                    <a:pt x="26019" y="3103"/>
                  </a:lnTo>
                  <a:lnTo>
                    <a:pt x="25452" y="3003"/>
                  </a:lnTo>
                  <a:lnTo>
                    <a:pt x="24952" y="3036"/>
                  </a:lnTo>
                  <a:lnTo>
                    <a:pt x="24418" y="3003"/>
                  </a:lnTo>
                  <a:lnTo>
                    <a:pt x="23984" y="3370"/>
                  </a:lnTo>
                  <a:lnTo>
                    <a:pt x="23417" y="3370"/>
                  </a:lnTo>
                  <a:lnTo>
                    <a:pt x="22850" y="3470"/>
                  </a:lnTo>
                  <a:lnTo>
                    <a:pt x="22350" y="3703"/>
                  </a:lnTo>
                  <a:lnTo>
                    <a:pt x="21849" y="3970"/>
                  </a:lnTo>
                  <a:lnTo>
                    <a:pt x="21349" y="3803"/>
                  </a:lnTo>
                  <a:lnTo>
                    <a:pt x="20882" y="4003"/>
                  </a:lnTo>
                  <a:lnTo>
                    <a:pt x="20415" y="3903"/>
                  </a:lnTo>
                  <a:lnTo>
                    <a:pt x="19948" y="3903"/>
                  </a:lnTo>
                  <a:lnTo>
                    <a:pt x="19414" y="3937"/>
                  </a:lnTo>
                  <a:lnTo>
                    <a:pt x="18914" y="3770"/>
                  </a:lnTo>
                  <a:lnTo>
                    <a:pt x="18414" y="3970"/>
                  </a:lnTo>
                  <a:lnTo>
                    <a:pt x="17913" y="3703"/>
                  </a:lnTo>
                  <a:lnTo>
                    <a:pt x="17413" y="3736"/>
                  </a:lnTo>
                  <a:lnTo>
                    <a:pt x="16879" y="3970"/>
                  </a:lnTo>
                  <a:lnTo>
                    <a:pt x="16412" y="3670"/>
                  </a:lnTo>
                  <a:lnTo>
                    <a:pt x="15878" y="3837"/>
                  </a:lnTo>
                  <a:lnTo>
                    <a:pt x="15411" y="3670"/>
                  </a:lnTo>
                  <a:lnTo>
                    <a:pt x="14878" y="3803"/>
                  </a:lnTo>
                  <a:lnTo>
                    <a:pt x="14411" y="3636"/>
                  </a:lnTo>
                  <a:lnTo>
                    <a:pt x="13910" y="3536"/>
                  </a:lnTo>
                  <a:lnTo>
                    <a:pt x="13510" y="3169"/>
                  </a:lnTo>
                  <a:lnTo>
                    <a:pt x="13010" y="3036"/>
                  </a:lnTo>
                  <a:lnTo>
                    <a:pt x="12476" y="3169"/>
                  </a:lnTo>
                  <a:lnTo>
                    <a:pt x="12009" y="2903"/>
                  </a:lnTo>
                  <a:lnTo>
                    <a:pt x="11475" y="2836"/>
                  </a:lnTo>
                  <a:lnTo>
                    <a:pt x="10908" y="3069"/>
                  </a:lnTo>
                  <a:lnTo>
                    <a:pt x="10441" y="2702"/>
                  </a:lnTo>
                  <a:lnTo>
                    <a:pt x="9941" y="2702"/>
                  </a:lnTo>
                  <a:lnTo>
                    <a:pt x="9374" y="2736"/>
                  </a:lnTo>
                  <a:lnTo>
                    <a:pt x="8840" y="2702"/>
                  </a:lnTo>
                  <a:lnTo>
                    <a:pt x="8273" y="2669"/>
                  </a:lnTo>
                  <a:lnTo>
                    <a:pt x="7773" y="2369"/>
                  </a:lnTo>
                  <a:lnTo>
                    <a:pt x="7239" y="2736"/>
                  </a:lnTo>
                  <a:lnTo>
                    <a:pt x="6739" y="2736"/>
                  </a:lnTo>
                  <a:lnTo>
                    <a:pt x="6205" y="2436"/>
                  </a:lnTo>
                  <a:lnTo>
                    <a:pt x="5738" y="2802"/>
                  </a:lnTo>
                  <a:lnTo>
                    <a:pt x="5137" y="2602"/>
                  </a:lnTo>
                  <a:lnTo>
                    <a:pt x="4804" y="3136"/>
                  </a:lnTo>
                  <a:lnTo>
                    <a:pt x="4270" y="3069"/>
                  </a:lnTo>
                  <a:lnTo>
                    <a:pt x="3870" y="3370"/>
                  </a:lnTo>
                  <a:lnTo>
                    <a:pt x="3403" y="3536"/>
                  </a:lnTo>
                  <a:lnTo>
                    <a:pt x="2936" y="3636"/>
                  </a:lnTo>
                  <a:lnTo>
                    <a:pt x="2469" y="3770"/>
                  </a:lnTo>
                  <a:lnTo>
                    <a:pt x="1935" y="3670"/>
                  </a:lnTo>
                  <a:lnTo>
                    <a:pt x="1535" y="4103"/>
                  </a:lnTo>
                  <a:lnTo>
                    <a:pt x="1001" y="3903"/>
                  </a:lnTo>
                  <a:lnTo>
                    <a:pt x="568" y="4137"/>
                  </a:lnTo>
                  <a:lnTo>
                    <a:pt x="67" y="4137"/>
                  </a:lnTo>
                  <a:lnTo>
                    <a:pt x="0" y="4170"/>
                  </a:lnTo>
                  <a:lnTo>
                    <a:pt x="0" y="46967"/>
                  </a:lnTo>
                  <a:lnTo>
                    <a:pt x="201" y="46867"/>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32"/>
            <p:cNvSpPr/>
            <p:nvPr/>
          </p:nvSpPr>
          <p:spPr>
            <a:xfrm>
              <a:off x="6268229" y="2761728"/>
              <a:ext cx="2821246" cy="212619"/>
            </a:xfrm>
            <a:custGeom>
              <a:avLst/>
              <a:gdLst/>
              <a:ahLst/>
              <a:cxnLst/>
              <a:rect l="l" t="t" r="r" b="b"/>
              <a:pathLst>
                <a:path w="71719" h="5405" extrusionOk="0">
                  <a:moveTo>
                    <a:pt x="2102" y="4871"/>
                  </a:moveTo>
                  <a:lnTo>
                    <a:pt x="2569" y="4871"/>
                  </a:lnTo>
                  <a:lnTo>
                    <a:pt x="3103" y="4837"/>
                  </a:lnTo>
                  <a:lnTo>
                    <a:pt x="3670" y="4971"/>
                  </a:lnTo>
                  <a:lnTo>
                    <a:pt x="4170" y="4837"/>
                  </a:lnTo>
                  <a:lnTo>
                    <a:pt x="4704" y="4771"/>
                  </a:lnTo>
                  <a:lnTo>
                    <a:pt x="5238" y="4671"/>
                  </a:lnTo>
                  <a:lnTo>
                    <a:pt x="5771" y="4804"/>
                  </a:lnTo>
                  <a:lnTo>
                    <a:pt x="6272" y="4804"/>
                  </a:lnTo>
                  <a:lnTo>
                    <a:pt x="6805" y="4937"/>
                  </a:lnTo>
                  <a:lnTo>
                    <a:pt x="7306" y="4904"/>
                  </a:lnTo>
                  <a:lnTo>
                    <a:pt x="7773" y="4671"/>
                  </a:lnTo>
                  <a:lnTo>
                    <a:pt x="8273" y="4871"/>
                  </a:lnTo>
                  <a:lnTo>
                    <a:pt x="8773" y="4871"/>
                  </a:lnTo>
                  <a:lnTo>
                    <a:pt x="9240" y="4637"/>
                  </a:lnTo>
                  <a:lnTo>
                    <a:pt x="9741" y="4871"/>
                  </a:lnTo>
                  <a:lnTo>
                    <a:pt x="10241" y="4837"/>
                  </a:lnTo>
                  <a:lnTo>
                    <a:pt x="10675" y="4537"/>
                  </a:lnTo>
                  <a:lnTo>
                    <a:pt x="11175" y="4571"/>
                  </a:lnTo>
                  <a:lnTo>
                    <a:pt x="11642" y="4337"/>
                  </a:lnTo>
                  <a:lnTo>
                    <a:pt x="12142" y="4404"/>
                  </a:lnTo>
                  <a:lnTo>
                    <a:pt x="12609" y="4304"/>
                  </a:lnTo>
                  <a:lnTo>
                    <a:pt x="13110" y="4470"/>
                  </a:lnTo>
                  <a:lnTo>
                    <a:pt x="13610" y="4370"/>
                  </a:lnTo>
                  <a:lnTo>
                    <a:pt x="14111" y="4437"/>
                  </a:lnTo>
                  <a:lnTo>
                    <a:pt x="14578" y="4270"/>
                  </a:lnTo>
                  <a:lnTo>
                    <a:pt x="15078" y="4337"/>
                  </a:lnTo>
                  <a:lnTo>
                    <a:pt x="15578" y="4370"/>
                  </a:lnTo>
                  <a:lnTo>
                    <a:pt x="16045" y="4304"/>
                  </a:lnTo>
                  <a:lnTo>
                    <a:pt x="16512" y="4003"/>
                  </a:lnTo>
                  <a:lnTo>
                    <a:pt x="17013" y="4070"/>
                  </a:lnTo>
                  <a:lnTo>
                    <a:pt x="17480" y="4137"/>
                  </a:lnTo>
                  <a:lnTo>
                    <a:pt x="17980" y="4070"/>
                  </a:lnTo>
                  <a:lnTo>
                    <a:pt x="18447" y="3870"/>
                  </a:lnTo>
                  <a:lnTo>
                    <a:pt x="18914" y="4037"/>
                  </a:lnTo>
                  <a:lnTo>
                    <a:pt x="19448" y="3837"/>
                  </a:lnTo>
                  <a:lnTo>
                    <a:pt x="19881" y="4070"/>
                  </a:lnTo>
                  <a:lnTo>
                    <a:pt x="20382" y="4270"/>
                  </a:lnTo>
                  <a:lnTo>
                    <a:pt x="20849" y="4337"/>
                  </a:lnTo>
                  <a:lnTo>
                    <a:pt x="21382" y="4170"/>
                  </a:lnTo>
                  <a:lnTo>
                    <a:pt x="21849" y="4437"/>
                  </a:lnTo>
                  <a:lnTo>
                    <a:pt x="22316" y="4604"/>
                  </a:lnTo>
                  <a:lnTo>
                    <a:pt x="22817" y="4604"/>
                  </a:lnTo>
                  <a:lnTo>
                    <a:pt x="23284" y="4871"/>
                  </a:lnTo>
                  <a:lnTo>
                    <a:pt x="23684" y="5004"/>
                  </a:lnTo>
                  <a:lnTo>
                    <a:pt x="24118" y="4804"/>
                  </a:lnTo>
                  <a:lnTo>
                    <a:pt x="24551" y="5104"/>
                  </a:lnTo>
                  <a:lnTo>
                    <a:pt x="25018" y="5071"/>
                  </a:lnTo>
                  <a:lnTo>
                    <a:pt x="25452" y="4704"/>
                  </a:lnTo>
                  <a:lnTo>
                    <a:pt x="25952" y="4937"/>
                  </a:lnTo>
                  <a:lnTo>
                    <a:pt x="26453" y="5038"/>
                  </a:lnTo>
                  <a:lnTo>
                    <a:pt x="26920" y="4937"/>
                  </a:lnTo>
                  <a:lnTo>
                    <a:pt x="27353" y="4604"/>
                  </a:lnTo>
                  <a:lnTo>
                    <a:pt x="27887" y="4904"/>
                  </a:lnTo>
                  <a:lnTo>
                    <a:pt x="28387" y="4771"/>
                  </a:lnTo>
                  <a:lnTo>
                    <a:pt x="28888" y="4771"/>
                  </a:lnTo>
                  <a:lnTo>
                    <a:pt x="29355" y="4571"/>
                  </a:lnTo>
                  <a:lnTo>
                    <a:pt x="29855" y="4437"/>
                  </a:lnTo>
                  <a:lnTo>
                    <a:pt x="30322" y="4437"/>
                  </a:lnTo>
                  <a:lnTo>
                    <a:pt x="30856" y="4537"/>
                  </a:lnTo>
                  <a:lnTo>
                    <a:pt x="31323" y="4404"/>
                  </a:lnTo>
                  <a:lnTo>
                    <a:pt x="31823" y="4404"/>
                  </a:lnTo>
                  <a:lnTo>
                    <a:pt x="32324" y="4437"/>
                  </a:lnTo>
                  <a:lnTo>
                    <a:pt x="32824" y="4504"/>
                  </a:lnTo>
                  <a:lnTo>
                    <a:pt x="33324" y="4437"/>
                  </a:lnTo>
                  <a:lnTo>
                    <a:pt x="33791" y="4270"/>
                  </a:lnTo>
                  <a:lnTo>
                    <a:pt x="34292" y="4204"/>
                  </a:lnTo>
                  <a:lnTo>
                    <a:pt x="34792" y="4304"/>
                  </a:lnTo>
                  <a:lnTo>
                    <a:pt x="35292" y="4170"/>
                  </a:lnTo>
                  <a:lnTo>
                    <a:pt x="35793" y="4037"/>
                  </a:lnTo>
                  <a:lnTo>
                    <a:pt x="36260" y="3937"/>
                  </a:lnTo>
                  <a:lnTo>
                    <a:pt x="36760" y="4070"/>
                  </a:lnTo>
                  <a:lnTo>
                    <a:pt x="37227" y="3937"/>
                  </a:lnTo>
                  <a:lnTo>
                    <a:pt x="37727" y="3970"/>
                  </a:lnTo>
                  <a:lnTo>
                    <a:pt x="38194" y="3703"/>
                  </a:lnTo>
                  <a:lnTo>
                    <a:pt x="38661" y="3703"/>
                  </a:lnTo>
                  <a:lnTo>
                    <a:pt x="39162" y="3837"/>
                  </a:lnTo>
                  <a:lnTo>
                    <a:pt x="39662" y="4137"/>
                  </a:lnTo>
                  <a:lnTo>
                    <a:pt x="40196" y="3937"/>
                  </a:lnTo>
                  <a:lnTo>
                    <a:pt x="40730" y="4137"/>
                  </a:lnTo>
                  <a:lnTo>
                    <a:pt x="41230" y="4070"/>
                  </a:lnTo>
                  <a:lnTo>
                    <a:pt x="41764" y="4104"/>
                  </a:lnTo>
                  <a:lnTo>
                    <a:pt x="42297" y="4070"/>
                  </a:lnTo>
                  <a:lnTo>
                    <a:pt x="42798" y="4204"/>
                  </a:lnTo>
                  <a:lnTo>
                    <a:pt x="43265" y="4070"/>
                  </a:lnTo>
                  <a:lnTo>
                    <a:pt x="43732" y="3803"/>
                  </a:lnTo>
                  <a:lnTo>
                    <a:pt x="44232" y="3803"/>
                  </a:lnTo>
                  <a:lnTo>
                    <a:pt x="44732" y="3903"/>
                  </a:lnTo>
                  <a:lnTo>
                    <a:pt x="45199" y="3603"/>
                  </a:lnTo>
                  <a:lnTo>
                    <a:pt x="45733" y="3803"/>
                  </a:lnTo>
                  <a:lnTo>
                    <a:pt x="46300" y="3637"/>
                  </a:lnTo>
                  <a:lnTo>
                    <a:pt x="46734" y="4104"/>
                  </a:lnTo>
                  <a:lnTo>
                    <a:pt x="47301" y="3870"/>
                  </a:lnTo>
                  <a:lnTo>
                    <a:pt x="47801" y="4137"/>
                  </a:lnTo>
                  <a:lnTo>
                    <a:pt x="48368" y="4003"/>
                  </a:lnTo>
                  <a:lnTo>
                    <a:pt x="48869" y="4270"/>
                  </a:lnTo>
                  <a:lnTo>
                    <a:pt x="49402" y="4437"/>
                  </a:lnTo>
                  <a:lnTo>
                    <a:pt x="49969" y="4370"/>
                  </a:lnTo>
                  <a:lnTo>
                    <a:pt x="50436" y="4537"/>
                  </a:lnTo>
                  <a:lnTo>
                    <a:pt x="50970" y="4337"/>
                  </a:lnTo>
                  <a:lnTo>
                    <a:pt x="51471" y="4437"/>
                  </a:lnTo>
                  <a:lnTo>
                    <a:pt x="52004" y="4537"/>
                  </a:lnTo>
                  <a:lnTo>
                    <a:pt x="52471" y="4337"/>
                  </a:lnTo>
                  <a:lnTo>
                    <a:pt x="53038" y="4437"/>
                  </a:lnTo>
                  <a:lnTo>
                    <a:pt x="53539" y="4337"/>
                  </a:lnTo>
                  <a:lnTo>
                    <a:pt x="53906" y="3903"/>
                  </a:lnTo>
                  <a:lnTo>
                    <a:pt x="54439" y="3937"/>
                  </a:lnTo>
                  <a:lnTo>
                    <a:pt x="54873" y="3737"/>
                  </a:lnTo>
                  <a:lnTo>
                    <a:pt x="55373" y="3737"/>
                  </a:lnTo>
                  <a:lnTo>
                    <a:pt x="55840" y="3603"/>
                  </a:lnTo>
                  <a:lnTo>
                    <a:pt x="56274" y="3403"/>
                  </a:lnTo>
                  <a:lnTo>
                    <a:pt x="56808" y="3470"/>
                  </a:lnTo>
                  <a:lnTo>
                    <a:pt x="57208" y="3003"/>
                  </a:lnTo>
                  <a:lnTo>
                    <a:pt x="57708" y="3036"/>
                  </a:lnTo>
                  <a:lnTo>
                    <a:pt x="58209" y="3170"/>
                  </a:lnTo>
                  <a:lnTo>
                    <a:pt x="58642" y="2869"/>
                  </a:lnTo>
                  <a:lnTo>
                    <a:pt x="59143" y="2703"/>
                  </a:lnTo>
                  <a:lnTo>
                    <a:pt x="59643" y="2803"/>
                  </a:lnTo>
                  <a:lnTo>
                    <a:pt x="60143" y="2969"/>
                  </a:lnTo>
                  <a:lnTo>
                    <a:pt x="60610" y="2869"/>
                  </a:lnTo>
                  <a:lnTo>
                    <a:pt x="61077" y="2903"/>
                  </a:lnTo>
                  <a:lnTo>
                    <a:pt x="61611" y="2969"/>
                  </a:lnTo>
                  <a:lnTo>
                    <a:pt x="62178" y="2869"/>
                  </a:lnTo>
                  <a:lnTo>
                    <a:pt x="62745" y="2936"/>
                  </a:lnTo>
                  <a:lnTo>
                    <a:pt x="63179" y="3136"/>
                  </a:lnTo>
                  <a:lnTo>
                    <a:pt x="63646" y="3103"/>
                  </a:lnTo>
                  <a:lnTo>
                    <a:pt x="64080" y="3136"/>
                  </a:lnTo>
                  <a:lnTo>
                    <a:pt x="64547" y="2936"/>
                  </a:lnTo>
                  <a:lnTo>
                    <a:pt x="64980" y="2669"/>
                  </a:lnTo>
                  <a:lnTo>
                    <a:pt x="65447" y="2736"/>
                  </a:lnTo>
                  <a:lnTo>
                    <a:pt x="65847" y="2569"/>
                  </a:lnTo>
                  <a:lnTo>
                    <a:pt x="66381" y="2669"/>
                  </a:lnTo>
                  <a:lnTo>
                    <a:pt x="66882" y="2536"/>
                  </a:lnTo>
                  <a:lnTo>
                    <a:pt x="67215" y="2169"/>
                  </a:lnTo>
                  <a:lnTo>
                    <a:pt x="67715" y="2035"/>
                  </a:lnTo>
                  <a:lnTo>
                    <a:pt x="68116" y="1702"/>
                  </a:lnTo>
                  <a:lnTo>
                    <a:pt x="68616" y="1635"/>
                  </a:lnTo>
                  <a:lnTo>
                    <a:pt x="68950" y="1201"/>
                  </a:lnTo>
                  <a:lnTo>
                    <a:pt x="69483" y="1335"/>
                  </a:lnTo>
                  <a:lnTo>
                    <a:pt x="69917" y="1235"/>
                  </a:lnTo>
                  <a:lnTo>
                    <a:pt x="70384" y="1301"/>
                  </a:lnTo>
                  <a:lnTo>
                    <a:pt x="70884" y="1368"/>
                  </a:lnTo>
                  <a:lnTo>
                    <a:pt x="71351" y="1335"/>
                  </a:lnTo>
                  <a:lnTo>
                    <a:pt x="71718" y="1135"/>
                  </a:lnTo>
                  <a:lnTo>
                    <a:pt x="71718" y="167"/>
                  </a:lnTo>
                  <a:lnTo>
                    <a:pt x="71718" y="167"/>
                  </a:lnTo>
                  <a:lnTo>
                    <a:pt x="71218" y="101"/>
                  </a:lnTo>
                  <a:lnTo>
                    <a:pt x="70751" y="67"/>
                  </a:lnTo>
                  <a:lnTo>
                    <a:pt x="70317" y="134"/>
                  </a:lnTo>
                  <a:lnTo>
                    <a:pt x="69784" y="1"/>
                  </a:lnTo>
                  <a:lnTo>
                    <a:pt x="69450" y="468"/>
                  </a:lnTo>
                  <a:lnTo>
                    <a:pt x="68950" y="534"/>
                  </a:lnTo>
                  <a:lnTo>
                    <a:pt x="68549" y="834"/>
                  </a:lnTo>
                  <a:lnTo>
                    <a:pt x="68049" y="968"/>
                  </a:lnTo>
                  <a:lnTo>
                    <a:pt x="67715" y="1368"/>
                  </a:lnTo>
                  <a:lnTo>
                    <a:pt x="67215" y="1502"/>
                  </a:lnTo>
                  <a:lnTo>
                    <a:pt x="66681" y="1368"/>
                  </a:lnTo>
                  <a:lnTo>
                    <a:pt x="66281" y="1535"/>
                  </a:lnTo>
                  <a:lnTo>
                    <a:pt x="65814" y="1502"/>
                  </a:lnTo>
                  <a:lnTo>
                    <a:pt x="65380" y="1768"/>
                  </a:lnTo>
                  <a:lnTo>
                    <a:pt x="64913" y="1969"/>
                  </a:lnTo>
                  <a:lnTo>
                    <a:pt x="64480" y="1935"/>
                  </a:lnTo>
                  <a:lnTo>
                    <a:pt x="64013" y="1969"/>
                  </a:lnTo>
                  <a:lnTo>
                    <a:pt x="63579" y="1768"/>
                  </a:lnTo>
                  <a:lnTo>
                    <a:pt x="63012" y="1735"/>
                  </a:lnTo>
                  <a:lnTo>
                    <a:pt x="62445" y="1802"/>
                  </a:lnTo>
                  <a:lnTo>
                    <a:pt x="61945" y="1735"/>
                  </a:lnTo>
                  <a:lnTo>
                    <a:pt x="61444" y="1702"/>
                  </a:lnTo>
                  <a:lnTo>
                    <a:pt x="60977" y="1802"/>
                  </a:lnTo>
                  <a:lnTo>
                    <a:pt x="60477" y="1635"/>
                  </a:lnTo>
                  <a:lnTo>
                    <a:pt x="59977" y="1568"/>
                  </a:lnTo>
                  <a:lnTo>
                    <a:pt x="59510" y="1702"/>
                  </a:lnTo>
                  <a:lnTo>
                    <a:pt x="59043" y="2002"/>
                  </a:lnTo>
                  <a:lnTo>
                    <a:pt x="58542" y="1869"/>
                  </a:lnTo>
                  <a:lnTo>
                    <a:pt x="58042" y="1869"/>
                  </a:lnTo>
                  <a:lnTo>
                    <a:pt x="57642" y="2336"/>
                  </a:lnTo>
                  <a:lnTo>
                    <a:pt x="57141" y="2269"/>
                  </a:lnTo>
                  <a:lnTo>
                    <a:pt x="56674" y="2469"/>
                  </a:lnTo>
                  <a:lnTo>
                    <a:pt x="56241" y="2602"/>
                  </a:lnTo>
                  <a:lnTo>
                    <a:pt x="55707" y="2602"/>
                  </a:lnTo>
                  <a:lnTo>
                    <a:pt x="55273" y="2803"/>
                  </a:lnTo>
                  <a:lnTo>
                    <a:pt x="54740" y="2803"/>
                  </a:lnTo>
                  <a:lnTo>
                    <a:pt x="54406" y="3203"/>
                  </a:lnTo>
                  <a:lnTo>
                    <a:pt x="53872" y="3303"/>
                  </a:lnTo>
                  <a:lnTo>
                    <a:pt x="53339" y="3203"/>
                  </a:lnTo>
                  <a:lnTo>
                    <a:pt x="52838" y="3436"/>
                  </a:lnTo>
                  <a:lnTo>
                    <a:pt x="52338" y="3303"/>
                  </a:lnTo>
                  <a:lnTo>
                    <a:pt x="51837" y="3236"/>
                  </a:lnTo>
                  <a:lnTo>
                    <a:pt x="51304" y="3436"/>
                  </a:lnTo>
                  <a:lnTo>
                    <a:pt x="50803" y="3270"/>
                  </a:lnTo>
                  <a:lnTo>
                    <a:pt x="50236" y="3336"/>
                  </a:lnTo>
                  <a:lnTo>
                    <a:pt x="49736" y="3170"/>
                  </a:lnTo>
                  <a:lnTo>
                    <a:pt x="49236" y="2869"/>
                  </a:lnTo>
                  <a:lnTo>
                    <a:pt x="48669" y="3036"/>
                  </a:lnTo>
                  <a:lnTo>
                    <a:pt x="48135" y="2769"/>
                  </a:lnTo>
                  <a:lnTo>
                    <a:pt x="47601" y="3003"/>
                  </a:lnTo>
                  <a:lnTo>
                    <a:pt x="47134" y="2569"/>
                  </a:lnTo>
                  <a:lnTo>
                    <a:pt x="46600" y="2703"/>
                  </a:lnTo>
                  <a:lnTo>
                    <a:pt x="46067" y="2502"/>
                  </a:lnTo>
                  <a:lnTo>
                    <a:pt x="45566" y="2803"/>
                  </a:lnTo>
                  <a:lnTo>
                    <a:pt x="45066" y="2703"/>
                  </a:lnTo>
                  <a:lnTo>
                    <a:pt x="44599" y="2736"/>
                  </a:lnTo>
                  <a:lnTo>
                    <a:pt x="44132" y="2969"/>
                  </a:lnTo>
                  <a:lnTo>
                    <a:pt x="43632" y="3136"/>
                  </a:lnTo>
                  <a:lnTo>
                    <a:pt x="43131" y="3003"/>
                  </a:lnTo>
                  <a:lnTo>
                    <a:pt x="42598" y="3036"/>
                  </a:lnTo>
                  <a:lnTo>
                    <a:pt x="42097" y="3003"/>
                  </a:lnTo>
                  <a:lnTo>
                    <a:pt x="41563" y="3036"/>
                  </a:lnTo>
                  <a:lnTo>
                    <a:pt x="41030" y="2869"/>
                  </a:lnTo>
                  <a:lnTo>
                    <a:pt x="40496" y="3069"/>
                  </a:lnTo>
                  <a:lnTo>
                    <a:pt x="39996" y="2769"/>
                  </a:lnTo>
                  <a:lnTo>
                    <a:pt x="39529" y="2636"/>
                  </a:lnTo>
                  <a:lnTo>
                    <a:pt x="39028" y="2636"/>
                  </a:lnTo>
                  <a:lnTo>
                    <a:pt x="38561" y="2903"/>
                  </a:lnTo>
                  <a:lnTo>
                    <a:pt x="38061" y="2903"/>
                  </a:lnTo>
                  <a:lnTo>
                    <a:pt x="37594" y="3003"/>
                  </a:lnTo>
                  <a:lnTo>
                    <a:pt x="37094" y="2903"/>
                  </a:lnTo>
                  <a:lnTo>
                    <a:pt x="36627" y="3003"/>
                  </a:lnTo>
                  <a:lnTo>
                    <a:pt x="36126" y="3136"/>
                  </a:lnTo>
                  <a:lnTo>
                    <a:pt x="35659" y="3236"/>
                  </a:lnTo>
                  <a:lnTo>
                    <a:pt x="35159" y="3136"/>
                  </a:lnTo>
                  <a:lnTo>
                    <a:pt x="34659" y="3203"/>
                  </a:lnTo>
                  <a:lnTo>
                    <a:pt x="34158" y="3403"/>
                  </a:lnTo>
                  <a:lnTo>
                    <a:pt x="33691" y="3436"/>
                  </a:lnTo>
                  <a:lnTo>
                    <a:pt x="33157" y="3403"/>
                  </a:lnTo>
                  <a:lnTo>
                    <a:pt x="32657" y="3370"/>
                  </a:lnTo>
                  <a:lnTo>
                    <a:pt x="32190" y="3370"/>
                  </a:lnTo>
                  <a:lnTo>
                    <a:pt x="31690" y="3503"/>
                  </a:lnTo>
                  <a:lnTo>
                    <a:pt x="31189" y="3403"/>
                  </a:lnTo>
                  <a:lnTo>
                    <a:pt x="30689" y="3403"/>
                  </a:lnTo>
                  <a:lnTo>
                    <a:pt x="30189" y="3536"/>
                  </a:lnTo>
                  <a:lnTo>
                    <a:pt x="29722" y="3737"/>
                  </a:lnTo>
                  <a:lnTo>
                    <a:pt x="29221" y="3770"/>
                  </a:lnTo>
                  <a:lnTo>
                    <a:pt x="28754" y="3903"/>
                  </a:lnTo>
                  <a:lnTo>
                    <a:pt x="28221" y="3603"/>
                  </a:lnTo>
                  <a:lnTo>
                    <a:pt x="27754" y="3903"/>
                  </a:lnTo>
                  <a:lnTo>
                    <a:pt x="27287" y="4003"/>
                  </a:lnTo>
                  <a:lnTo>
                    <a:pt x="26820" y="3937"/>
                  </a:lnTo>
                  <a:lnTo>
                    <a:pt x="26319" y="3703"/>
                  </a:lnTo>
                  <a:lnTo>
                    <a:pt x="25852" y="4070"/>
                  </a:lnTo>
                  <a:lnTo>
                    <a:pt x="25385" y="4104"/>
                  </a:lnTo>
                  <a:lnTo>
                    <a:pt x="24985" y="3803"/>
                  </a:lnTo>
                  <a:lnTo>
                    <a:pt x="24518" y="4003"/>
                  </a:lnTo>
                  <a:lnTo>
                    <a:pt x="24118" y="3870"/>
                  </a:lnTo>
                  <a:lnTo>
                    <a:pt x="23684" y="3603"/>
                  </a:lnTo>
                  <a:lnTo>
                    <a:pt x="23150" y="3603"/>
                  </a:lnTo>
                  <a:lnTo>
                    <a:pt x="22683" y="3436"/>
                  </a:lnTo>
                  <a:lnTo>
                    <a:pt x="22250" y="3170"/>
                  </a:lnTo>
                  <a:lnTo>
                    <a:pt x="21716" y="3336"/>
                  </a:lnTo>
                  <a:lnTo>
                    <a:pt x="21216" y="3270"/>
                  </a:lnTo>
                  <a:lnTo>
                    <a:pt x="20749" y="3069"/>
                  </a:lnTo>
                  <a:lnTo>
                    <a:pt x="20282" y="2869"/>
                  </a:lnTo>
                  <a:lnTo>
                    <a:pt x="19781" y="3036"/>
                  </a:lnTo>
                  <a:lnTo>
                    <a:pt x="19281" y="2869"/>
                  </a:lnTo>
                  <a:lnTo>
                    <a:pt x="18814" y="3103"/>
                  </a:lnTo>
                  <a:lnTo>
                    <a:pt x="18347" y="3170"/>
                  </a:lnTo>
                  <a:lnTo>
                    <a:pt x="17847" y="3069"/>
                  </a:lnTo>
                  <a:lnTo>
                    <a:pt x="17346" y="3036"/>
                  </a:lnTo>
                  <a:lnTo>
                    <a:pt x="16913" y="3336"/>
                  </a:lnTo>
                  <a:lnTo>
                    <a:pt x="16412" y="3403"/>
                  </a:lnTo>
                  <a:lnTo>
                    <a:pt x="15912" y="3370"/>
                  </a:lnTo>
                  <a:lnTo>
                    <a:pt x="15411" y="3303"/>
                  </a:lnTo>
                  <a:lnTo>
                    <a:pt x="14944" y="3470"/>
                  </a:lnTo>
                  <a:lnTo>
                    <a:pt x="14444" y="3403"/>
                  </a:lnTo>
                  <a:lnTo>
                    <a:pt x="13977" y="3503"/>
                  </a:lnTo>
                  <a:lnTo>
                    <a:pt x="13477" y="3336"/>
                  </a:lnTo>
                  <a:lnTo>
                    <a:pt x="12976" y="3436"/>
                  </a:lnTo>
                  <a:lnTo>
                    <a:pt x="12476" y="3370"/>
                  </a:lnTo>
                  <a:lnTo>
                    <a:pt x="12009" y="3603"/>
                  </a:lnTo>
                  <a:lnTo>
                    <a:pt x="11542" y="3570"/>
                  </a:lnTo>
                  <a:lnTo>
                    <a:pt x="11075" y="3903"/>
                  </a:lnTo>
                  <a:lnTo>
                    <a:pt x="10575" y="3903"/>
                  </a:lnTo>
                  <a:lnTo>
                    <a:pt x="10074" y="3703"/>
                  </a:lnTo>
                  <a:lnTo>
                    <a:pt x="9607" y="3903"/>
                  </a:lnTo>
                  <a:lnTo>
                    <a:pt x="9140" y="3903"/>
                  </a:lnTo>
                  <a:lnTo>
                    <a:pt x="8640" y="3703"/>
                  </a:lnTo>
                  <a:lnTo>
                    <a:pt x="8140" y="3970"/>
                  </a:lnTo>
                  <a:lnTo>
                    <a:pt x="7639" y="4003"/>
                  </a:lnTo>
                  <a:lnTo>
                    <a:pt x="7139" y="3870"/>
                  </a:lnTo>
                  <a:lnTo>
                    <a:pt x="6639" y="3870"/>
                  </a:lnTo>
                  <a:lnTo>
                    <a:pt x="6105" y="3737"/>
                  </a:lnTo>
                  <a:lnTo>
                    <a:pt x="5571" y="3870"/>
                  </a:lnTo>
                  <a:lnTo>
                    <a:pt x="5037" y="3903"/>
                  </a:lnTo>
                  <a:lnTo>
                    <a:pt x="4504" y="4037"/>
                  </a:lnTo>
                  <a:lnTo>
                    <a:pt x="3970" y="3937"/>
                  </a:lnTo>
                  <a:lnTo>
                    <a:pt x="3403" y="3937"/>
                  </a:lnTo>
                  <a:lnTo>
                    <a:pt x="2936" y="3970"/>
                  </a:lnTo>
                  <a:lnTo>
                    <a:pt x="2469" y="4270"/>
                  </a:lnTo>
                  <a:lnTo>
                    <a:pt x="2002" y="4337"/>
                  </a:lnTo>
                  <a:lnTo>
                    <a:pt x="1502" y="4170"/>
                  </a:lnTo>
                  <a:lnTo>
                    <a:pt x="1068" y="4404"/>
                  </a:lnTo>
                  <a:lnTo>
                    <a:pt x="601" y="4604"/>
                  </a:lnTo>
                  <a:lnTo>
                    <a:pt x="134" y="4871"/>
                  </a:lnTo>
                  <a:lnTo>
                    <a:pt x="0" y="4871"/>
                  </a:lnTo>
                  <a:lnTo>
                    <a:pt x="0" y="5404"/>
                  </a:lnTo>
                  <a:lnTo>
                    <a:pt x="201" y="5304"/>
                  </a:lnTo>
                  <a:lnTo>
                    <a:pt x="634" y="5071"/>
                  </a:lnTo>
                  <a:lnTo>
                    <a:pt x="1168" y="5271"/>
                  </a:lnTo>
                  <a:lnTo>
                    <a:pt x="1635" y="517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32"/>
            <p:cNvSpPr/>
            <p:nvPr/>
          </p:nvSpPr>
          <p:spPr>
            <a:xfrm>
              <a:off x="6268229" y="1126723"/>
              <a:ext cx="2821246" cy="187679"/>
            </a:xfrm>
            <a:custGeom>
              <a:avLst/>
              <a:gdLst/>
              <a:ahLst/>
              <a:cxnLst/>
              <a:rect l="l" t="t" r="r" b="b"/>
              <a:pathLst>
                <a:path w="71719" h="4771" extrusionOk="0">
                  <a:moveTo>
                    <a:pt x="70918" y="934"/>
                  </a:moveTo>
                  <a:lnTo>
                    <a:pt x="70451" y="1168"/>
                  </a:lnTo>
                  <a:lnTo>
                    <a:pt x="69950" y="1168"/>
                  </a:lnTo>
                  <a:lnTo>
                    <a:pt x="69450" y="1035"/>
                  </a:lnTo>
                  <a:lnTo>
                    <a:pt x="68950" y="1301"/>
                  </a:lnTo>
                  <a:lnTo>
                    <a:pt x="68449" y="1068"/>
                  </a:lnTo>
                  <a:lnTo>
                    <a:pt x="67882" y="1201"/>
                  </a:lnTo>
                  <a:lnTo>
                    <a:pt x="67449" y="734"/>
                  </a:lnTo>
                  <a:lnTo>
                    <a:pt x="66882" y="901"/>
                  </a:lnTo>
                  <a:lnTo>
                    <a:pt x="66381" y="634"/>
                  </a:lnTo>
                  <a:lnTo>
                    <a:pt x="65814" y="734"/>
                  </a:lnTo>
                  <a:lnTo>
                    <a:pt x="65347" y="434"/>
                  </a:lnTo>
                  <a:lnTo>
                    <a:pt x="64847" y="234"/>
                  </a:lnTo>
                  <a:lnTo>
                    <a:pt x="64280" y="267"/>
                  </a:lnTo>
                  <a:lnTo>
                    <a:pt x="63779" y="67"/>
                  </a:lnTo>
                  <a:lnTo>
                    <a:pt x="63246" y="267"/>
                  </a:lnTo>
                  <a:lnTo>
                    <a:pt x="62745" y="134"/>
                  </a:lnTo>
                  <a:lnTo>
                    <a:pt x="62245" y="0"/>
                  </a:lnTo>
                  <a:lnTo>
                    <a:pt x="61745" y="201"/>
                  </a:lnTo>
                  <a:lnTo>
                    <a:pt x="61211" y="34"/>
                  </a:lnTo>
                  <a:lnTo>
                    <a:pt x="60677" y="101"/>
                  </a:lnTo>
                  <a:lnTo>
                    <a:pt x="60310" y="534"/>
                  </a:lnTo>
                  <a:lnTo>
                    <a:pt x="59776" y="467"/>
                  </a:lnTo>
                  <a:lnTo>
                    <a:pt x="59309" y="634"/>
                  </a:lnTo>
                  <a:lnTo>
                    <a:pt x="58809" y="601"/>
                  </a:lnTo>
                  <a:lnTo>
                    <a:pt x="58342" y="701"/>
                  </a:lnTo>
                  <a:lnTo>
                    <a:pt x="57908" y="901"/>
                  </a:lnTo>
                  <a:lnTo>
                    <a:pt x="57375" y="801"/>
                  </a:lnTo>
                  <a:lnTo>
                    <a:pt x="56974" y="1235"/>
                  </a:lnTo>
                  <a:lnTo>
                    <a:pt x="56474" y="1201"/>
                  </a:lnTo>
                  <a:lnTo>
                    <a:pt x="55974" y="1035"/>
                  </a:lnTo>
                  <a:lnTo>
                    <a:pt x="55507" y="1301"/>
                  </a:lnTo>
                  <a:lnTo>
                    <a:pt x="55006" y="1435"/>
                  </a:lnTo>
                  <a:lnTo>
                    <a:pt x="54539" y="1335"/>
                  </a:lnTo>
                  <a:lnTo>
                    <a:pt x="54039" y="1135"/>
                  </a:lnTo>
                  <a:lnTo>
                    <a:pt x="53572" y="1201"/>
                  </a:lnTo>
                  <a:lnTo>
                    <a:pt x="53072" y="1135"/>
                  </a:lnTo>
                  <a:lnTo>
                    <a:pt x="52571" y="1068"/>
                  </a:lnTo>
                  <a:lnTo>
                    <a:pt x="51971" y="1101"/>
                  </a:lnTo>
                  <a:lnTo>
                    <a:pt x="51437" y="1035"/>
                  </a:lnTo>
                  <a:lnTo>
                    <a:pt x="51004" y="801"/>
                  </a:lnTo>
                  <a:lnTo>
                    <a:pt x="50537" y="801"/>
                  </a:lnTo>
                  <a:lnTo>
                    <a:pt x="50103" y="734"/>
                  </a:lnTo>
                  <a:lnTo>
                    <a:pt x="49636" y="901"/>
                  </a:lnTo>
                  <a:lnTo>
                    <a:pt x="49202" y="1168"/>
                  </a:lnTo>
                  <a:lnTo>
                    <a:pt x="48735" y="1068"/>
                  </a:lnTo>
                  <a:lnTo>
                    <a:pt x="48302" y="1235"/>
                  </a:lnTo>
                  <a:lnTo>
                    <a:pt x="47768" y="1068"/>
                  </a:lnTo>
                  <a:lnTo>
                    <a:pt x="47268" y="1168"/>
                  </a:lnTo>
                  <a:lnTo>
                    <a:pt x="46901" y="1535"/>
                  </a:lnTo>
                  <a:lnTo>
                    <a:pt x="46400" y="1635"/>
                  </a:lnTo>
                  <a:lnTo>
                    <a:pt x="46000" y="1935"/>
                  </a:lnTo>
                  <a:lnTo>
                    <a:pt x="45500" y="1969"/>
                  </a:lnTo>
                  <a:lnTo>
                    <a:pt x="45133" y="2436"/>
                  </a:lnTo>
                  <a:lnTo>
                    <a:pt x="44632" y="2269"/>
                  </a:lnTo>
                  <a:lnTo>
                    <a:pt x="44165" y="2302"/>
                  </a:lnTo>
                  <a:lnTo>
                    <a:pt x="43698" y="2235"/>
                  </a:lnTo>
                  <a:lnTo>
                    <a:pt x="43231" y="2169"/>
                  </a:lnTo>
                  <a:lnTo>
                    <a:pt x="42764" y="2169"/>
                  </a:lnTo>
                  <a:lnTo>
                    <a:pt x="42264" y="2369"/>
                  </a:lnTo>
                  <a:lnTo>
                    <a:pt x="41730" y="2202"/>
                  </a:lnTo>
                  <a:lnTo>
                    <a:pt x="41230" y="2469"/>
                  </a:lnTo>
                  <a:lnTo>
                    <a:pt x="40730" y="2536"/>
                  </a:lnTo>
                  <a:lnTo>
                    <a:pt x="40229" y="2135"/>
                  </a:lnTo>
                  <a:lnTo>
                    <a:pt x="39729" y="2235"/>
                  </a:lnTo>
                  <a:lnTo>
                    <a:pt x="39228" y="2169"/>
                  </a:lnTo>
                  <a:lnTo>
                    <a:pt x="38695" y="2436"/>
                  </a:lnTo>
                  <a:lnTo>
                    <a:pt x="38194" y="2369"/>
                  </a:lnTo>
                  <a:lnTo>
                    <a:pt x="37694" y="2169"/>
                  </a:lnTo>
                  <a:lnTo>
                    <a:pt x="37194" y="2502"/>
                  </a:lnTo>
                  <a:lnTo>
                    <a:pt x="36693" y="2369"/>
                  </a:lnTo>
                  <a:lnTo>
                    <a:pt x="36160" y="2335"/>
                  </a:lnTo>
                  <a:lnTo>
                    <a:pt x="35659" y="2502"/>
                  </a:lnTo>
                  <a:lnTo>
                    <a:pt x="35159" y="2202"/>
                  </a:lnTo>
                  <a:lnTo>
                    <a:pt x="34625" y="2335"/>
                  </a:lnTo>
                  <a:lnTo>
                    <a:pt x="34125" y="2436"/>
                  </a:lnTo>
                  <a:lnTo>
                    <a:pt x="33591" y="2202"/>
                  </a:lnTo>
                  <a:lnTo>
                    <a:pt x="33091" y="2569"/>
                  </a:lnTo>
                  <a:lnTo>
                    <a:pt x="32590" y="2436"/>
                  </a:lnTo>
                  <a:lnTo>
                    <a:pt x="32057" y="2469"/>
                  </a:lnTo>
                  <a:lnTo>
                    <a:pt x="31556" y="2536"/>
                  </a:lnTo>
                  <a:lnTo>
                    <a:pt x="31056" y="2269"/>
                  </a:lnTo>
                  <a:lnTo>
                    <a:pt x="30522" y="2569"/>
                  </a:lnTo>
                  <a:lnTo>
                    <a:pt x="30022" y="2369"/>
                  </a:lnTo>
                  <a:lnTo>
                    <a:pt x="29522" y="2502"/>
                  </a:lnTo>
                  <a:lnTo>
                    <a:pt x="28988" y="2569"/>
                  </a:lnTo>
                  <a:lnTo>
                    <a:pt x="28487" y="2569"/>
                  </a:lnTo>
                  <a:lnTo>
                    <a:pt x="27987" y="2736"/>
                  </a:lnTo>
                  <a:lnTo>
                    <a:pt x="27487" y="2636"/>
                  </a:lnTo>
                  <a:lnTo>
                    <a:pt x="26986" y="2869"/>
                  </a:lnTo>
                  <a:lnTo>
                    <a:pt x="26453" y="2736"/>
                  </a:lnTo>
                  <a:lnTo>
                    <a:pt x="26019" y="3103"/>
                  </a:lnTo>
                  <a:lnTo>
                    <a:pt x="25452" y="3003"/>
                  </a:lnTo>
                  <a:lnTo>
                    <a:pt x="24952" y="3036"/>
                  </a:lnTo>
                  <a:lnTo>
                    <a:pt x="24418" y="3003"/>
                  </a:lnTo>
                  <a:lnTo>
                    <a:pt x="23984" y="3370"/>
                  </a:lnTo>
                  <a:lnTo>
                    <a:pt x="23417" y="3370"/>
                  </a:lnTo>
                  <a:lnTo>
                    <a:pt x="22850" y="3470"/>
                  </a:lnTo>
                  <a:lnTo>
                    <a:pt x="22350" y="3703"/>
                  </a:lnTo>
                  <a:lnTo>
                    <a:pt x="21849" y="3970"/>
                  </a:lnTo>
                  <a:lnTo>
                    <a:pt x="21349" y="3803"/>
                  </a:lnTo>
                  <a:lnTo>
                    <a:pt x="20882" y="4003"/>
                  </a:lnTo>
                  <a:lnTo>
                    <a:pt x="20415" y="3903"/>
                  </a:lnTo>
                  <a:lnTo>
                    <a:pt x="19948" y="3903"/>
                  </a:lnTo>
                  <a:lnTo>
                    <a:pt x="19414" y="3937"/>
                  </a:lnTo>
                  <a:lnTo>
                    <a:pt x="18914" y="3770"/>
                  </a:lnTo>
                  <a:lnTo>
                    <a:pt x="18414" y="3970"/>
                  </a:lnTo>
                  <a:lnTo>
                    <a:pt x="17913" y="3703"/>
                  </a:lnTo>
                  <a:lnTo>
                    <a:pt x="17413" y="3736"/>
                  </a:lnTo>
                  <a:lnTo>
                    <a:pt x="16879" y="3970"/>
                  </a:lnTo>
                  <a:lnTo>
                    <a:pt x="16412" y="3670"/>
                  </a:lnTo>
                  <a:lnTo>
                    <a:pt x="15878" y="3837"/>
                  </a:lnTo>
                  <a:lnTo>
                    <a:pt x="15411" y="3670"/>
                  </a:lnTo>
                  <a:lnTo>
                    <a:pt x="14878" y="3803"/>
                  </a:lnTo>
                  <a:lnTo>
                    <a:pt x="14411" y="3636"/>
                  </a:lnTo>
                  <a:lnTo>
                    <a:pt x="13910" y="3536"/>
                  </a:lnTo>
                  <a:lnTo>
                    <a:pt x="13510" y="3169"/>
                  </a:lnTo>
                  <a:lnTo>
                    <a:pt x="13010" y="3036"/>
                  </a:lnTo>
                  <a:lnTo>
                    <a:pt x="12476" y="3169"/>
                  </a:lnTo>
                  <a:lnTo>
                    <a:pt x="12009" y="2903"/>
                  </a:lnTo>
                  <a:lnTo>
                    <a:pt x="11475" y="2836"/>
                  </a:lnTo>
                  <a:lnTo>
                    <a:pt x="10908" y="3069"/>
                  </a:lnTo>
                  <a:lnTo>
                    <a:pt x="10441" y="2702"/>
                  </a:lnTo>
                  <a:lnTo>
                    <a:pt x="9941" y="2702"/>
                  </a:lnTo>
                  <a:lnTo>
                    <a:pt x="9374" y="2736"/>
                  </a:lnTo>
                  <a:lnTo>
                    <a:pt x="8840" y="2702"/>
                  </a:lnTo>
                  <a:lnTo>
                    <a:pt x="8273" y="2669"/>
                  </a:lnTo>
                  <a:lnTo>
                    <a:pt x="7773" y="2369"/>
                  </a:lnTo>
                  <a:lnTo>
                    <a:pt x="7239" y="2736"/>
                  </a:lnTo>
                  <a:lnTo>
                    <a:pt x="6739" y="2736"/>
                  </a:lnTo>
                  <a:lnTo>
                    <a:pt x="6205" y="2436"/>
                  </a:lnTo>
                  <a:lnTo>
                    <a:pt x="5738" y="2802"/>
                  </a:lnTo>
                  <a:lnTo>
                    <a:pt x="5137" y="2602"/>
                  </a:lnTo>
                  <a:lnTo>
                    <a:pt x="4804" y="3136"/>
                  </a:lnTo>
                  <a:lnTo>
                    <a:pt x="4270" y="3069"/>
                  </a:lnTo>
                  <a:lnTo>
                    <a:pt x="3870" y="3370"/>
                  </a:lnTo>
                  <a:lnTo>
                    <a:pt x="3403" y="3536"/>
                  </a:lnTo>
                  <a:lnTo>
                    <a:pt x="2936" y="3636"/>
                  </a:lnTo>
                  <a:lnTo>
                    <a:pt x="2469" y="3770"/>
                  </a:lnTo>
                  <a:lnTo>
                    <a:pt x="1935" y="3670"/>
                  </a:lnTo>
                  <a:lnTo>
                    <a:pt x="1535" y="4103"/>
                  </a:lnTo>
                  <a:lnTo>
                    <a:pt x="1001" y="3903"/>
                  </a:lnTo>
                  <a:lnTo>
                    <a:pt x="568" y="4137"/>
                  </a:lnTo>
                  <a:lnTo>
                    <a:pt x="67" y="4137"/>
                  </a:lnTo>
                  <a:lnTo>
                    <a:pt x="0" y="4170"/>
                  </a:lnTo>
                  <a:lnTo>
                    <a:pt x="0" y="4771"/>
                  </a:lnTo>
                  <a:lnTo>
                    <a:pt x="367" y="4537"/>
                  </a:lnTo>
                  <a:lnTo>
                    <a:pt x="868" y="4570"/>
                  </a:lnTo>
                  <a:lnTo>
                    <a:pt x="1301" y="4337"/>
                  </a:lnTo>
                  <a:lnTo>
                    <a:pt x="1835" y="4537"/>
                  </a:lnTo>
                  <a:lnTo>
                    <a:pt x="2235" y="4103"/>
                  </a:lnTo>
                  <a:lnTo>
                    <a:pt x="2769" y="4203"/>
                  </a:lnTo>
                  <a:lnTo>
                    <a:pt x="3236" y="4070"/>
                  </a:lnTo>
                  <a:lnTo>
                    <a:pt x="3736" y="4003"/>
                  </a:lnTo>
                  <a:lnTo>
                    <a:pt x="4170" y="3837"/>
                  </a:lnTo>
                  <a:lnTo>
                    <a:pt x="4604" y="3536"/>
                  </a:lnTo>
                  <a:lnTo>
                    <a:pt x="5137" y="3603"/>
                  </a:lnTo>
                  <a:lnTo>
                    <a:pt x="5471" y="3103"/>
                  </a:lnTo>
                  <a:lnTo>
                    <a:pt x="6071" y="3269"/>
                  </a:lnTo>
                  <a:lnTo>
                    <a:pt x="6538" y="2936"/>
                  </a:lnTo>
                  <a:lnTo>
                    <a:pt x="7072" y="3236"/>
                  </a:lnTo>
                  <a:lnTo>
                    <a:pt x="7573" y="3236"/>
                  </a:lnTo>
                  <a:lnTo>
                    <a:pt x="8106" y="2869"/>
                  </a:lnTo>
                  <a:lnTo>
                    <a:pt x="8607" y="3169"/>
                  </a:lnTo>
                  <a:lnTo>
                    <a:pt x="9174" y="3203"/>
                  </a:lnTo>
                  <a:lnTo>
                    <a:pt x="9707" y="3236"/>
                  </a:lnTo>
                  <a:lnTo>
                    <a:pt x="10241" y="3203"/>
                  </a:lnTo>
                  <a:lnTo>
                    <a:pt x="10775" y="3203"/>
                  </a:lnTo>
                  <a:lnTo>
                    <a:pt x="11242" y="3570"/>
                  </a:lnTo>
                  <a:lnTo>
                    <a:pt x="11809" y="3370"/>
                  </a:lnTo>
                  <a:lnTo>
                    <a:pt x="12309" y="3436"/>
                  </a:lnTo>
                  <a:lnTo>
                    <a:pt x="12810" y="3736"/>
                  </a:lnTo>
                  <a:lnTo>
                    <a:pt x="13343" y="3570"/>
                  </a:lnTo>
                  <a:lnTo>
                    <a:pt x="13810" y="3703"/>
                  </a:lnTo>
                  <a:lnTo>
                    <a:pt x="14244" y="4103"/>
                  </a:lnTo>
                  <a:lnTo>
                    <a:pt x="14711" y="4203"/>
                  </a:lnTo>
                  <a:lnTo>
                    <a:pt x="15211" y="4337"/>
                  </a:lnTo>
                  <a:lnTo>
                    <a:pt x="15712" y="4237"/>
                  </a:lnTo>
                  <a:lnTo>
                    <a:pt x="16212" y="4404"/>
                  </a:lnTo>
                  <a:lnTo>
                    <a:pt x="16712" y="4237"/>
                  </a:lnTo>
                  <a:lnTo>
                    <a:pt x="17213" y="4537"/>
                  </a:lnTo>
                  <a:lnTo>
                    <a:pt x="17713" y="4337"/>
                  </a:lnTo>
                  <a:lnTo>
                    <a:pt x="18247" y="4304"/>
                  </a:lnTo>
                  <a:lnTo>
                    <a:pt x="18714" y="4570"/>
                  </a:lnTo>
                  <a:lnTo>
                    <a:pt x="19248" y="4370"/>
                  </a:lnTo>
                  <a:lnTo>
                    <a:pt x="19748" y="4537"/>
                  </a:lnTo>
                  <a:lnTo>
                    <a:pt x="20248" y="4504"/>
                  </a:lnTo>
                  <a:lnTo>
                    <a:pt x="20715" y="4504"/>
                  </a:lnTo>
                  <a:lnTo>
                    <a:pt x="21182" y="4604"/>
                  </a:lnTo>
                  <a:lnTo>
                    <a:pt x="21683" y="4437"/>
                  </a:lnTo>
                  <a:lnTo>
                    <a:pt x="22150" y="4604"/>
                  </a:lnTo>
                  <a:lnTo>
                    <a:pt x="22650" y="4337"/>
                  </a:lnTo>
                  <a:lnTo>
                    <a:pt x="23184" y="4103"/>
                  </a:lnTo>
                  <a:lnTo>
                    <a:pt x="23717" y="4003"/>
                  </a:lnTo>
                  <a:lnTo>
                    <a:pt x="24284" y="4003"/>
                  </a:lnTo>
                  <a:lnTo>
                    <a:pt x="24751" y="3670"/>
                  </a:lnTo>
                  <a:lnTo>
                    <a:pt x="25285" y="3703"/>
                  </a:lnTo>
                  <a:lnTo>
                    <a:pt x="25786" y="3636"/>
                  </a:lnTo>
                  <a:lnTo>
                    <a:pt x="26319" y="3770"/>
                  </a:lnTo>
                  <a:lnTo>
                    <a:pt x="26786" y="3403"/>
                  </a:lnTo>
                  <a:lnTo>
                    <a:pt x="27320" y="3536"/>
                  </a:lnTo>
                  <a:lnTo>
                    <a:pt x="27787" y="3303"/>
                  </a:lnTo>
                  <a:lnTo>
                    <a:pt x="28321" y="3403"/>
                  </a:lnTo>
                  <a:lnTo>
                    <a:pt x="28821" y="3269"/>
                  </a:lnTo>
                  <a:lnTo>
                    <a:pt x="29321" y="3269"/>
                  </a:lnTo>
                  <a:lnTo>
                    <a:pt x="29822" y="3203"/>
                  </a:lnTo>
                  <a:lnTo>
                    <a:pt x="30355" y="3069"/>
                  </a:lnTo>
                  <a:lnTo>
                    <a:pt x="30856" y="3269"/>
                  </a:lnTo>
                  <a:lnTo>
                    <a:pt x="31356" y="2969"/>
                  </a:lnTo>
                  <a:lnTo>
                    <a:pt x="31890" y="3236"/>
                  </a:lnTo>
                  <a:lnTo>
                    <a:pt x="32390" y="3169"/>
                  </a:lnTo>
                  <a:lnTo>
                    <a:pt x="32924" y="3169"/>
                  </a:lnTo>
                  <a:lnTo>
                    <a:pt x="33424" y="3303"/>
                  </a:lnTo>
                  <a:lnTo>
                    <a:pt x="33925" y="2936"/>
                  </a:lnTo>
                  <a:lnTo>
                    <a:pt x="34458" y="3169"/>
                  </a:lnTo>
                  <a:lnTo>
                    <a:pt x="34959" y="3069"/>
                  </a:lnTo>
                  <a:lnTo>
                    <a:pt x="35459" y="2969"/>
                  </a:lnTo>
                  <a:lnTo>
                    <a:pt x="35993" y="3269"/>
                  </a:lnTo>
                  <a:lnTo>
                    <a:pt x="36493" y="3103"/>
                  </a:lnTo>
                  <a:lnTo>
                    <a:pt x="36994" y="3136"/>
                  </a:lnTo>
                  <a:lnTo>
                    <a:pt x="37527" y="3269"/>
                  </a:lnTo>
                  <a:lnTo>
                    <a:pt x="38028" y="2936"/>
                  </a:lnTo>
                  <a:lnTo>
                    <a:pt x="38528" y="3169"/>
                  </a:lnTo>
                  <a:lnTo>
                    <a:pt x="39028" y="3236"/>
                  </a:lnTo>
                  <a:lnTo>
                    <a:pt x="39562" y="2969"/>
                  </a:lnTo>
                  <a:lnTo>
                    <a:pt x="40062" y="3036"/>
                  </a:lnTo>
                  <a:lnTo>
                    <a:pt x="40563" y="2936"/>
                  </a:lnTo>
                  <a:lnTo>
                    <a:pt x="41063" y="3370"/>
                  </a:lnTo>
                  <a:lnTo>
                    <a:pt x="41563" y="3269"/>
                  </a:lnTo>
                  <a:lnTo>
                    <a:pt x="42064" y="3003"/>
                  </a:lnTo>
                  <a:lnTo>
                    <a:pt x="42564" y="3203"/>
                  </a:lnTo>
                  <a:lnTo>
                    <a:pt x="43065" y="2969"/>
                  </a:lnTo>
                  <a:lnTo>
                    <a:pt x="43565" y="2969"/>
                  </a:lnTo>
                  <a:lnTo>
                    <a:pt x="43999" y="3069"/>
                  </a:lnTo>
                  <a:lnTo>
                    <a:pt x="44466" y="3136"/>
                  </a:lnTo>
                  <a:lnTo>
                    <a:pt x="44933" y="3103"/>
                  </a:lnTo>
                  <a:lnTo>
                    <a:pt x="45433" y="3269"/>
                  </a:lnTo>
                  <a:lnTo>
                    <a:pt x="45833" y="2836"/>
                  </a:lnTo>
                  <a:lnTo>
                    <a:pt x="46334" y="2802"/>
                  </a:lnTo>
                  <a:lnTo>
                    <a:pt x="46734" y="2502"/>
                  </a:lnTo>
                  <a:lnTo>
                    <a:pt x="47234" y="2402"/>
                  </a:lnTo>
                  <a:lnTo>
                    <a:pt x="47601" y="2035"/>
                  </a:lnTo>
                  <a:lnTo>
                    <a:pt x="48101" y="1935"/>
                  </a:lnTo>
                  <a:lnTo>
                    <a:pt x="48635" y="2102"/>
                  </a:lnTo>
                  <a:lnTo>
                    <a:pt x="49069" y="1969"/>
                  </a:lnTo>
                  <a:lnTo>
                    <a:pt x="49536" y="2035"/>
                  </a:lnTo>
                  <a:lnTo>
                    <a:pt x="49969" y="1802"/>
                  </a:lnTo>
                  <a:lnTo>
                    <a:pt x="50436" y="1635"/>
                  </a:lnTo>
                  <a:lnTo>
                    <a:pt x="50870" y="1702"/>
                  </a:lnTo>
                  <a:lnTo>
                    <a:pt x="51337" y="1702"/>
                  </a:lnTo>
                  <a:lnTo>
                    <a:pt x="51771" y="1935"/>
                  </a:lnTo>
                  <a:lnTo>
                    <a:pt x="52304" y="2002"/>
                  </a:lnTo>
                  <a:lnTo>
                    <a:pt x="52905" y="1969"/>
                  </a:lnTo>
                  <a:lnTo>
                    <a:pt x="53405" y="2069"/>
                  </a:lnTo>
                  <a:lnTo>
                    <a:pt x="53872" y="2135"/>
                  </a:lnTo>
                  <a:lnTo>
                    <a:pt x="54373" y="2069"/>
                  </a:lnTo>
                  <a:lnTo>
                    <a:pt x="54840" y="2269"/>
                  </a:lnTo>
                  <a:lnTo>
                    <a:pt x="55340" y="2369"/>
                  </a:lnTo>
                  <a:lnTo>
                    <a:pt x="55840" y="2269"/>
                  </a:lnTo>
                  <a:lnTo>
                    <a:pt x="56307" y="2002"/>
                  </a:lnTo>
                  <a:lnTo>
                    <a:pt x="56808" y="2169"/>
                  </a:lnTo>
                  <a:lnTo>
                    <a:pt x="57308" y="2202"/>
                  </a:lnTo>
                  <a:lnTo>
                    <a:pt x="57708" y="1768"/>
                  </a:lnTo>
                  <a:lnTo>
                    <a:pt x="58242" y="1868"/>
                  </a:lnTo>
                  <a:lnTo>
                    <a:pt x="58676" y="1702"/>
                  </a:lnTo>
                  <a:lnTo>
                    <a:pt x="59176" y="1602"/>
                  </a:lnTo>
                  <a:lnTo>
                    <a:pt x="59676" y="1635"/>
                  </a:lnTo>
                  <a:lnTo>
                    <a:pt x="60110" y="1468"/>
                  </a:lnTo>
                  <a:lnTo>
                    <a:pt x="60644" y="1502"/>
                  </a:lnTo>
                  <a:lnTo>
                    <a:pt x="61044" y="1101"/>
                  </a:lnTo>
                  <a:lnTo>
                    <a:pt x="61544" y="1035"/>
                  </a:lnTo>
                  <a:lnTo>
                    <a:pt x="62078" y="1201"/>
                  </a:lnTo>
                  <a:lnTo>
                    <a:pt x="62578" y="1001"/>
                  </a:lnTo>
                  <a:lnTo>
                    <a:pt x="63079" y="1135"/>
                  </a:lnTo>
                  <a:lnTo>
                    <a:pt x="63579" y="1268"/>
                  </a:lnTo>
                  <a:lnTo>
                    <a:pt x="64146" y="1101"/>
                  </a:lnTo>
                  <a:lnTo>
                    <a:pt x="64613" y="1301"/>
                  </a:lnTo>
                  <a:lnTo>
                    <a:pt x="65180" y="1268"/>
                  </a:lnTo>
                  <a:lnTo>
                    <a:pt x="65681" y="1468"/>
                  </a:lnTo>
                  <a:lnTo>
                    <a:pt x="66148" y="1802"/>
                  </a:lnTo>
                  <a:lnTo>
                    <a:pt x="66748" y="1668"/>
                  </a:lnTo>
                  <a:lnTo>
                    <a:pt x="67215" y="1969"/>
                  </a:lnTo>
                  <a:lnTo>
                    <a:pt x="67816" y="1802"/>
                  </a:lnTo>
                  <a:lnTo>
                    <a:pt x="68216" y="2269"/>
                  </a:lnTo>
                  <a:lnTo>
                    <a:pt x="68783" y="2135"/>
                  </a:lnTo>
                  <a:lnTo>
                    <a:pt x="69283" y="2402"/>
                  </a:lnTo>
                  <a:lnTo>
                    <a:pt x="69784" y="2102"/>
                  </a:lnTo>
                  <a:lnTo>
                    <a:pt x="70284" y="2235"/>
                  </a:lnTo>
                  <a:lnTo>
                    <a:pt x="70784" y="2269"/>
                  </a:lnTo>
                  <a:lnTo>
                    <a:pt x="71251" y="2035"/>
                  </a:lnTo>
                  <a:lnTo>
                    <a:pt x="71718" y="1935"/>
                  </a:lnTo>
                  <a:lnTo>
                    <a:pt x="71718" y="934"/>
                  </a:lnTo>
                  <a:lnTo>
                    <a:pt x="71418" y="834"/>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54" name="Google Shape;854;p32"/>
          <p:cNvSpPr txBox="1">
            <a:spLocks noGrp="1"/>
          </p:cNvSpPr>
          <p:nvPr>
            <p:ph type="title" idx="2"/>
          </p:nvPr>
        </p:nvSpPr>
        <p:spPr>
          <a:xfrm>
            <a:off x="1966955" y="651822"/>
            <a:ext cx="2067300" cy="750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Increase your fitness and football skills</a:t>
            </a:r>
            <a:endParaRPr dirty="0"/>
          </a:p>
        </p:txBody>
      </p:sp>
      <p:sp>
        <p:nvSpPr>
          <p:cNvPr id="856" name="Google Shape;856;p32"/>
          <p:cNvSpPr txBox="1">
            <a:spLocks noGrp="1"/>
          </p:cNvSpPr>
          <p:nvPr>
            <p:ph type="title" idx="4"/>
          </p:nvPr>
        </p:nvSpPr>
        <p:spPr>
          <a:xfrm>
            <a:off x="886940" y="3536375"/>
            <a:ext cx="783900" cy="504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chemeClr val="lt1"/>
                </a:solidFill>
              </a:rPr>
              <a:t>03</a:t>
            </a:r>
            <a:endParaRPr dirty="0">
              <a:solidFill>
                <a:schemeClr val="lt1"/>
              </a:solidFill>
            </a:endParaRPr>
          </a:p>
        </p:txBody>
      </p:sp>
      <p:sp>
        <p:nvSpPr>
          <p:cNvPr id="858" name="Google Shape;858;p32"/>
          <p:cNvSpPr txBox="1">
            <a:spLocks noGrp="1"/>
          </p:cNvSpPr>
          <p:nvPr>
            <p:ph type="title" idx="6"/>
          </p:nvPr>
        </p:nvSpPr>
        <p:spPr>
          <a:xfrm>
            <a:off x="1950225" y="3413225"/>
            <a:ext cx="2481005" cy="750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Give some hints in healthy food system</a:t>
            </a:r>
          </a:p>
        </p:txBody>
      </p:sp>
      <p:sp>
        <p:nvSpPr>
          <p:cNvPr id="859" name="Google Shape;859;p32"/>
          <p:cNvSpPr txBox="1">
            <a:spLocks noGrp="1"/>
          </p:cNvSpPr>
          <p:nvPr>
            <p:ph type="title" idx="7"/>
          </p:nvPr>
        </p:nvSpPr>
        <p:spPr>
          <a:xfrm>
            <a:off x="852695" y="2031741"/>
            <a:ext cx="783900" cy="504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1"/>
                </a:solidFill>
              </a:rPr>
              <a:t>02</a:t>
            </a:r>
            <a:endParaRPr>
              <a:solidFill>
                <a:schemeClr val="lt1"/>
              </a:solidFill>
            </a:endParaRPr>
          </a:p>
        </p:txBody>
      </p:sp>
      <p:sp>
        <p:nvSpPr>
          <p:cNvPr id="862" name="Google Shape;862;p32"/>
          <p:cNvSpPr txBox="1">
            <a:spLocks noGrp="1"/>
          </p:cNvSpPr>
          <p:nvPr>
            <p:ph type="title" idx="13"/>
          </p:nvPr>
        </p:nvSpPr>
        <p:spPr>
          <a:xfrm>
            <a:off x="4819521" y="925330"/>
            <a:ext cx="783900" cy="504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chemeClr val="lt1"/>
                </a:solidFill>
              </a:rPr>
              <a:t>04</a:t>
            </a:r>
            <a:endParaRPr dirty="0">
              <a:solidFill>
                <a:schemeClr val="lt1"/>
              </a:solidFill>
            </a:endParaRPr>
          </a:p>
        </p:txBody>
      </p:sp>
      <p:grpSp>
        <p:nvGrpSpPr>
          <p:cNvPr id="865" name="Google Shape;865;p32"/>
          <p:cNvGrpSpPr/>
          <p:nvPr/>
        </p:nvGrpSpPr>
        <p:grpSpPr>
          <a:xfrm>
            <a:off x="803452" y="651835"/>
            <a:ext cx="984333" cy="750875"/>
            <a:chOff x="6268229" y="1126723"/>
            <a:chExt cx="2821246" cy="1847625"/>
          </a:xfrm>
        </p:grpSpPr>
        <p:sp>
          <p:nvSpPr>
            <p:cNvPr id="866" name="Google Shape;866;p32"/>
            <p:cNvSpPr/>
            <p:nvPr/>
          </p:nvSpPr>
          <p:spPr>
            <a:xfrm>
              <a:off x="6268229" y="1126723"/>
              <a:ext cx="2821246" cy="1847604"/>
            </a:xfrm>
            <a:custGeom>
              <a:avLst/>
              <a:gdLst/>
              <a:ahLst/>
              <a:cxnLst/>
              <a:rect l="l" t="t" r="r" b="b"/>
              <a:pathLst>
                <a:path w="71719" h="46968" extrusionOk="0">
                  <a:moveTo>
                    <a:pt x="634" y="46634"/>
                  </a:moveTo>
                  <a:lnTo>
                    <a:pt x="1168" y="46834"/>
                  </a:lnTo>
                  <a:lnTo>
                    <a:pt x="1635" y="46734"/>
                  </a:lnTo>
                  <a:lnTo>
                    <a:pt x="2102" y="46434"/>
                  </a:lnTo>
                  <a:lnTo>
                    <a:pt x="2569" y="46434"/>
                  </a:lnTo>
                  <a:lnTo>
                    <a:pt x="3103" y="46400"/>
                  </a:lnTo>
                  <a:lnTo>
                    <a:pt x="3670" y="46534"/>
                  </a:lnTo>
                  <a:lnTo>
                    <a:pt x="4170" y="46400"/>
                  </a:lnTo>
                  <a:lnTo>
                    <a:pt x="4704" y="46334"/>
                  </a:lnTo>
                  <a:lnTo>
                    <a:pt x="5238" y="46234"/>
                  </a:lnTo>
                  <a:lnTo>
                    <a:pt x="5771" y="46367"/>
                  </a:lnTo>
                  <a:lnTo>
                    <a:pt x="6272" y="46367"/>
                  </a:lnTo>
                  <a:lnTo>
                    <a:pt x="6805" y="46500"/>
                  </a:lnTo>
                  <a:lnTo>
                    <a:pt x="7306" y="46467"/>
                  </a:lnTo>
                  <a:lnTo>
                    <a:pt x="7773" y="46234"/>
                  </a:lnTo>
                  <a:lnTo>
                    <a:pt x="8273" y="46434"/>
                  </a:lnTo>
                  <a:lnTo>
                    <a:pt x="8773" y="46434"/>
                  </a:lnTo>
                  <a:lnTo>
                    <a:pt x="9240" y="46200"/>
                  </a:lnTo>
                  <a:lnTo>
                    <a:pt x="9741" y="46434"/>
                  </a:lnTo>
                  <a:lnTo>
                    <a:pt x="10241" y="46400"/>
                  </a:lnTo>
                  <a:lnTo>
                    <a:pt x="10675" y="46100"/>
                  </a:lnTo>
                  <a:lnTo>
                    <a:pt x="11175" y="46134"/>
                  </a:lnTo>
                  <a:lnTo>
                    <a:pt x="11642" y="45900"/>
                  </a:lnTo>
                  <a:lnTo>
                    <a:pt x="12142" y="45967"/>
                  </a:lnTo>
                  <a:lnTo>
                    <a:pt x="12609" y="45867"/>
                  </a:lnTo>
                  <a:lnTo>
                    <a:pt x="13110" y="46033"/>
                  </a:lnTo>
                  <a:lnTo>
                    <a:pt x="13610" y="45933"/>
                  </a:lnTo>
                  <a:lnTo>
                    <a:pt x="14111" y="46000"/>
                  </a:lnTo>
                  <a:lnTo>
                    <a:pt x="14578" y="45833"/>
                  </a:lnTo>
                  <a:lnTo>
                    <a:pt x="15078" y="45900"/>
                  </a:lnTo>
                  <a:lnTo>
                    <a:pt x="15578" y="45933"/>
                  </a:lnTo>
                  <a:lnTo>
                    <a:pt x="16045" y="45867"/>
                  </a:lnTo>
                  <a:lnTo>
                    <a:pt x="16512" y="45566"/>
                  </a:lnTo>
                  <a:lnTo>
                    <a:pt x="17013" y="45633"/>
                  </a:lnTo>
                  <a:lnTo>
                    <a:pt x="17480" y="45700"/>
                  </a:lnTo>
                  <a:lnTo>
                    <a:pt x="17980" y="45633"/>
                  </a:lnTo>
                  <a:lnTo>
                    <a:pt x="18447" y="45433"/>
                  </a:lnTo>
                  <a:lnTo>
                    <a:pt x="18914" y="45600"/>
                  </a:lnTo>
                  <a:lnTo>
                    <a:pt x="19448" y="45400"/>
                  </a:lnTo>
                  <a:lnTo>
                    <a:pt x="19881" y="45633"/>
                  </a:lnTo>
                  <a:lnTo>
                    <a:pt x="20382" y="45833"/>
                  </a:lnTo>
                  <a:lnTo>
                    <a:pt x="20849" y="45900"/>
                  </a:lnTo>
                  <a:lnTo>
                    <a:pt x="21382" y="45733"/>
                  </a:lnTo>
                  <a:lnTo>
                    <a:pt x="21849" y="46000"/>
                  </a:lnTo>
                  <a:lnTo>
                    <a:pt x="22316" y="46167"/>
                  </a:lnTo>
                  <a:lnTo>
                    <a:pt x="22817" y="46167"/>
                  </a:lnTo>
                  <a:lnTo>
                    <a:pt x="23284" y="46434"/>
                  </a:lnTo>
                  <a:lnTo>
                    <a:pt x="23684" y="46567"/>
                  </a:lnTo>
                  <a:lnTo>
                    <a:pt x="24118" y="46367"/>
                  </a:lnTo>
                  <a:lnTo>
                    <a:pt x="24551" y="46667"/>
                  </a:lnTo>
                  <a:lnTo>
                    <a:pt x="25018" y="46634"/>
                  </a:lnTo>
                  <a:lnTo>
                    <a:pt x="25452" y="46267"/>
                  </a:lnTo>
                  <a:lnTo>
                    <a:pt x="25952" y="46500"/>
                  </a:lnTo>
                  <a:lnTo>
                    <a:pt x="26453" y="46601"/>
                  </a:lnTo>
                  <a:lnTo>
                    <a:pt x="26920" y="46500"/>
                  </a:lnTo>
                  <a:lnTo>
                    <a:pt x="27353" y="46167"/>
                  </a:lnTo>
                  <a:lnTo>
                    <a:pt x="27887" y="46467"/>
                  </a:lnTo>
                  <a:lnTo>
                    <a:pt x="28387" y="46334"/>
                  </a:lnTo>
                  <a:lnTo>
                    <a:pt x="28888" y="46334"/>
                  </a:lnTo>
                  <a:lnTo>
                    <a:pt x="29355" y="46134"/>
                  </a:lnTo>
                  <a:lnTo>
                    <a:pt x="29855" y="46000"/>
                  </a:lnTo>
                  <a:lnTo>
                    <a:pt x="30322" y="46000"/>
                  </a:lnTo>
                  <a:lnTo>
                    <a:pt x="30856" y="46100"/>
                  </a:lnTo>
                  <a:lnTo>
                    <a:pt x="31323" y="45967"/>
                  </a:lnTo>
                  <a:lnTo>
                    <a:pt x="31823" y="45967"/>
                  </a:lnTo>
                  <a:lnTo>
                    <a:pt x="32324" y="46000"/>
                  </a:lnTo>
                  <a:lnTo>
                    <a:pt x="32824" y="46067"/>
                  </a:lnTo>
                  <a:lnTo>
                    <a:pt x="33324" y="46000"/>
                  </a:lnTo>
                  <a:lnTo>
                    <a:pt x="33791" y="45833"/>
                  </a:lnTo>
                  <a:lnTo>
                    <a:pt x="34292" y="45767"/>
                  </a:lnTo>
                  <a:lnTo>
                    <a:pt x="34792" y="45867"/>
                  </a:lnTo>
                  <a:lnTo>
                    <a:pt x="35292" y="45733"/>
                  </a:lnTo>
                  <a:lnTo>
                    <a:pt x="35793" y="45600"/>
                  </a:lnTo>
                  <a:lnTo>
                    <a:pt x="36260" y="45500"/>
                  </a:lnTo>
                  <a:lnTo>
                    <a:pt x="36760" y="45633"/>
                  </a:lnTo>
                  <a:lnTo>
                    <a:pt x="37227" y="45500"/>
                  </a:lnTo>
                  <a:lnTo>
                    <a:pt x="37727" y="45533"/>
                  </a:lnTo>
                  <a:lnTo>
                    <a:pt x="38194" y="45266"/>
                  </a:lnTo>
                  <a:lnTo>
                    <a:pt x="38661" y="45266"/>
                  </a:lnTo>
                  <a:lnTo>
                    <a:pt x="39162" y="45400"/>
                  </a:lnTo>
                  <a:lnTo>
                    <a:pt x="39662" y="45700"/>
                  </a:lnTo>
                  <a:lnTo>
                    <a:pt x="40196" y="45500"/>
                  </a:lnTo>
                  <a:lnTo>
                    <a:pt x="40730" y="45700"/>
                  </a:lnTo>
                  <a:lnTo>
                    <a:pt x="41230" y="45633"/>
                  </a:lnTo>
                  <a:lnTo>
                    <a:pt x="41764" y="45667"/>
                  </a:lnTo>
                  <a:lnTo>
                    <a:pt x="42297" y="45633"/>
                  </a:lnTo>
                  <a:lnTo>
                    <a:pt x="42798" y="45767"/>
                  </a:lnTo>
                  <a:lnTo>
                    <a:pt x="43265" y="45633"/>
                  </a:lnTo>
                  <a:lnTo>
                    <a:pt x="43732" y="45366"/>
                  </a:lnTo>
                  <a:lnTo>
                    <a:pt x="44232" y="45366"/>
                  </a:lnTo>
                  <a:lnTo>
                    <a:pt x="44732" y="45466"/>
                  </a:lnTo>
                  <a:lnTo>
                    <a:pt x="45199" y="45166"/>
                  </a:lnTo>
                  <a:lnTo>
                    <a:pt x="45733" y="45366"/>
                  </a:lnTo>
                  <a:lnTo>
                    <a:pt x="46300" y="45200"/>
                  </a:lnTo>
                  <a:lnTo>
                    <a:pt x="46734" y="45667"/>
                  </a:lnTo>
                  <a:lnTo>
                    <a:pt x="47301" y="45433"/>
                  </a:lnTo>
                  <a:lnTo>
                    <a:pt x="47801" y="45700"/>
                  </a:lnTo>
                  <a:lnTo>
                    <a:pt x="48368" y="45566"/>
                  </a:lnTo>
                  <a:lnTo>
                    <a:pt x="48869" y="45833"/>
                  </a:lnTo>
                  <a:lnTo>
                    <a:pt x="49402" y="46000"/>
                  </a:lnTo>
                  <a:lnTo>
                    <a:pt x="49969" y="45933"/>
                  </a:lnTo>
                  <a:lnTo>
                    <a:pt x="50436" y="46100"/>
                  </a:lnTo>
                  <a:lnTo>
                    <a:pt x="50970" y="45900"/>
                  </a:lnTo>
                  <a:lnTo>
                    <a:pt x="51471" y="46000"/>
                  </a:lnTo>
                  <a:lnTo>
                    <a:pt x="52004" y="46100"/>
                  </a:lnTo>
                  <a:lnTo>
                    <a:pt x="52471" y="45900"/>
                  </a:lnTo>
                  <a:lnTo>
                    <a:pt x="53038" y="46000"/>
                  </a:lnTo>
                  <a:lnTo>
                    <a:pt x="53539" y="45900"/>
                  </a:lnTo>
                  <a:lnTo>
                    <a:pt x="53906" y="45466"/>
                  </a:lnTo>
                  <a:lnTo>
                    <a:pt x="54439" y="45500"/>
                  </a:lnTo>
                  <a:lnTo>
                    <a:pt x="54873" y="45300"/>
                  </a:lnTo>
                  <a:lnTo>
                    <a:pt x="55373" y="45300"/>
                  </a:lnTo>
                  <a:lnTo>
                    <a:pt x="55840" y="45166"/>
                  </a:lnTo>
                  <a:lnTo>
                    <a:pt x="56274" y="44966"/>
                  </a:lnTo>
                  <a:lnTo>
                    <a:pt x="56808" y="45033"/>
                  </a:lnTo>
                  <a:lnTo>
                    <a:pt x="57208" y="44566"/>
                  </a:lnTo>
                  <a:lnTo>
                    <a:pt x="57708" y="44599"/>
                  </a:lnTo>
                  <a:lnTo>
                    <a:pt x="58209" y="44733"/>
                  </a:lnTo>
                  <a:lnTo>
                    <a:pt x="58642" y="44432"/>
                  </a:lnTo>
                  <a:lnTo>
                    <a:pt x="59143" y="44266"/>
                  </a:lnTo>
                  <a:lnTo>
                    <a:pt x="59643" y="44366"/>
                  </a:lnTo>
                  <a:lnTo>
                    <a:pt x="60143" y="44532"/>
                  </a:lnTo>
                  <a:lnTo>
                    <a:pt x="60610" y="44432"/>
                  </a:lnTo>
                  <a:lnTo>
                    <a:pt x="61077" y="44466"/>
                  </a:lnTo>
                  <a:lnTo>
                    <a:pt x="61611" y="44532"/>
                  </a:lnTo>
                  <a:lnTo>
                    <a:pt x="62178" y="44432"/>
                  </a:lnTo>
                  <a:lnTo>
                    <a:pt x="62745" y="44499"/>
                  </a:lnTo>
                  <a:lnTo>
                    <a:pt x="63179" y="44699"/>
                  </a:lnTo>
                  <a:lnTo>
                    <a:pt x="63646" y="44666"/>
                  </a:lnTo>
                  <a:lnTo>
                    <a:pt x="64080" y="44699"/>
                  </a:lnTo>
                  <a:lnTo>
                    <a:pt x="64547" y="44499"/>
                  </a:lnTo>
                  <a:lnTo>
                    <a:pt x="64980" y="44232"/>
                  </a:lnTo>
                  <a:lnTo>
                    <a:pt x="65447" y="44299"/>
                  </a:lnTo>
                  <a:lnTo>
                    <a:pt x="65847" y="44132"/>
                  </a:lnTo>
                  <a:lnTo>
                    <a:pt x="66381" y="44232"/>
                  </a:lnTo>
                  <a:lnTo>
                    <a:pt x="66882" y="44099"/>
                  </a:lnTo>
                  <a:lnTo>
                    <a:pt x="67215" y="43732"/>
                  </a:lnTo>
                  <a:lnTo>
                    <a:pt x="67715" y="43598"/>
                  </a:lnTo>
                  <a:lnTo>
                    <a:pt x="68116" y="43265"/>
                  </a:lnTo>
                  <a:lnTo>
                    <a:pt x="68616" y="43198"/>
                  </a:lnTo>
                  <a:lnTo>
                    <a:pt x="68950" y="42764"/>
                  </a:lnTo>
                  <a:lnTo>
                    <a:pt x="69483" y="42898"/>
                  </a:lnTo>
                  <a:lnTo>
                    <a:pt x="69917" y="42798"/>
                  </a:lnTo>
                  <a:lnTo>
                    <a:pt x="70384" y="42864"/>
                  </a:lnTo>
                  <a:lnTo>
                    <a:pt x="70884" y="42931"/>
                  </a:lnTo>
                  <a:lnTo>
                    <a:pt x="71351" y="42898"/>
                  </a:lnTo>
                  <a:lnTo>
                    <a:pt x="71718" y="42698"/>
                  </a:lnTo>
                  <a:lnTo>
                    <a:pt x="71718" y="934"/>
                  </a:lnTo>
                  <a:lnTo>
                    <a:pt x="71418" y="834"/>
                  </a:lnTo>
                  <a:lnTo>
                    <a:pt x="70918" y="934"/>
                  </a:lnTo>
                  <a:lnTo>
                    <a:pt x="70451" y="1168"/>
                  </a:lnTo>
                  <a:lnTo>
                    <a:pt x="69950" y="1168"/>
                  </a:lnTo>
                  <a:lnTo>
                    <a:pt x="69450" y="1035"/>
                  </a:lnTo>
                  <a:lnTo>
                    <a:pt x="68950" y="1301"/>
                  </a:lnTo>
                  <a:lnTo>
                    <a:pt x="68449" y="1068"/>
                  </a:lnTo>
                  <a:lnTo>
                    <a:pt x="67882" y="1201"/>
                  </a:lnTo>
                  <a:lnTo>
                    <a:pt x="67449" y="734"/>
                  </a:lnTo>
                  <a:lnTo>
                    <a:pt x="66882" y="901"/>
                  </a:lnTo>
                  <a:lnTo>
                    <a:pt x="66381" y="634"/>
                  </a:lnTo>
                  <a:lnTo>
                    <a:pt x="65814" y="734"/>
                  </a:lnTo>
                  <a:lnTo>
                    <a:pt x="65347" y="434"/>
                  </a:lnTo>
                  <a:lnTo>
                    <a:pt x="64847" y="234"/>
                  </a:lnTo>
                  <a:lnTo>
                    <a:pt x="64280" y="267"/>
                  </a:lnTo>
                  <a:lnTo>
                    <a:pt x="63779" y="67"/>
                  </a:lnTo>
                  <a:lnTo>
                    <a:pt x="63246" y="267"/>
                  </a:lnTo>
                  <a:lnTo>
                    <a:pt x="62745" y="134"/>
                  </a:lnTo>
                  <a:lnTo>
                    <a:pt x="62245" y="0"/>
                  </a:lnTo>
                  <a:lnTo>
                    <a:pt x="61745" y="201"/>
                  </a:lnTo>
                  <a:lnTo>
                    <a:pt x="61211" y="34"/>
                  </a:lnTo>
                  <a:lnTo>
                    <a:pt x="60677" y="101"/>
                  </a:lnTo>
                  <a:lnTo>
                    <a:pt x="60310" y="534"/>
                  </a:lnTo>
                  <a:lnTo>
                    <a:pt x="59776" y="467"/>
                  </a:lnTo>
                  <a:lnTo>
                    <a:pt x="59309" y="634"/>
                  </a:lnTo>
                  <a:lnTo>
                    <a:pt x="58809" y="601"/>
                  </a:lnTo>
                  <a:lnTo>
                    <a:pt x="58342" y="701"/>
                  </a:lnTo>
                  <a:lnTo>
                    <a:pt x="57908" y="901"/>
                  </a:lnTo>
                  <a:lnTo>
                    <a:pt x="57375" y="801"/>
                  </a:lnTo>
                  <a:lnTo>
                    <a:pt x="56974" y="1235"/>
                  </a:lnTo>
                  <a:lnTo>
                    <a:pt x="56474" y="1201"/>
                  </a:lnTo>
                  <a:lnTo>
                    <a:pt x="55974" y="1035"/>
                  </a:lnTo>
                  <a:lnTo>
                    <a:pt x="55507" y="1301"/>
                  </a:lnTo>
                  <a:lnTo>
                    <a:pt x="55006" y="1435"/>
                  </a:lnTo>
                  <a:lnTo>
                    <a:pt x="54539" y="1335"/>
                  </a:lnTo>
                  <a:lnTo>
                    <a:pt x="54039" y="1135"/>
                  </a:lnTo>
                  <a:lnTo>
                    <a:pt x="53572" y="1201"/>
                  </a:lnTo>
                  <a:lnTo>
                    <a:pt x="53072" y="1135"/>
                  </a:lnTo>
                  <a:lnTo>
                    <a:pt x="52571" y="1068"/>
                  </a:lnTo>
                  <a:lnTo>
                    <a:pt x="51971" y="1101"/>
                  </a:lnTo>
                  <a:lnTo>
                    <a:pt x="51437" y="1035"/>
                  </a:lnTo>
                  <a:lnTo>
                    <a:pt x="51004" y="801"/>
                  </a:lnTo>
                  <a:lnTo>
                    <a:pt x="50537" y="801"/>
                  </a:lnTo>
                  <a:lnTo>
                    <a:pt x="50103" y="734"/>
                  </a:lnTo>
                  <a:lnTo>
                    <a:pt x="49636" y="901"/>
                  </a:lnTo>
                  <a:lnTo>
                    <a:pt x="49202" y="1168"/>
                  </a:lnTo>
                  <a:lnTo>
                    <a:pt x="48735" y="1068"/>
                  </a:lnTo>
                  <a:lnTo>
                    <a:pt x="48302" y="1235"/>
                  </a:lnTo>
                  <a:lnTo>
                    <a:pt x="47768" y="1068"/>
                  </a:lnTo>
                  <a:lnTo>
                    <a:pt x="47268" y="1168"/>
                  </a:lnTo>
                  <a:lnTo>
                    <a:pt x="46901" y="1535"/>
                  </a:lnTo>
                  <a:lnTo>
                    <a:pt x="46400" y="1635"/>
                  </a:lnTo>
                  <a:lnTo>
                    <a:pt x="46000" y="1935"/>
                  </a:lnTo>
                  <a:lnTo>
                    <a:pt x="45500" y="1969"/>
                  </a:lnTo>
                  <a:lnTo>
                    <a:pt x="45133" y="2436"/>
                  </a:lnTo>
                  <a:lnTo>
                    <a:pt x="44632" y="2269"/>
                  </a:lnTo>
                  <a:lnTo>
                    <a:pt x="44165" y="2302"/>
                  </a:lnTo>
                  <a:lnTo>
                    <a:pt x="43698" y="2235"/>
                  </a:lnTo>
                  <a:lnTo>
                    <a:pt x="43231" y="2169"/>
                  </a:lnTo>
                  <a:lnTo>
                    <a:pt x="42764" y="2169"/>
                  </a:lnTo>
                  <a:lnTo>
                    <a:pt x="42264" y="2369"/>
                  </a:lnTo>
                  <a:lnTo>
                    <a:pt x="41730" y="2202"/>
                  </a:lnTo>
                  <a:lnTo>
                    <a:pt x="41230" y="2469"/>
                  </a:lnTo>
                  <a:lnTo>
                    <a:pt x="40730" y="2536"/>
                  </a:lnTo>
                  <a:lnTo>
                    <a:pt x="40229" y="2135"/>
                  </a:lnTo>
                  <a:lnTo>
                    <a:pt x="39729" y="2235"/>
                  </a:lnTo>
                  <a:lnTo>
                    <a:pt x="39228" y="2169"/>
                  </a:lnTo>
                  <a:lnTo>
                    <a:pt x="38695" y="2436"/>
                  </a:lnTo>
                  <a:lnTo>
                    <a:pt x="38194" y="2369"/>
                  </a:lnTo>
                  <a:lnTo>
                    <a:pt x="37694" y="2169"/>
                  </a:lnTo>
                  <a:lnTo>
                    <a:pt x="37194" y="2502"/>
                  </a:lnTo>
                  <a:lnTo>
                    <a:pt x="36693" y="2369"/>
                  </a:lnTo>
                  <a:lnTo>
                    <a:pt x="36160" y="2335"/>
                  </a:lnTo>
                  <a:lnTo>
                    <a:pt x="35659" y="2502"/>
                  </a:lnTo>
                  <a:lnTo>
                    <a:pt x="35159" y="2202"/>
                  </a:lnTo>
                  <a:lnTo>
                    <a:pt x="34625" y="2335"/>
                  </a:lnTo>
                  <a:lnTo>
                    <a:pt x="34125" y="2436"/>
                  </a:lnTo>
                  <a:lnTo>
                    <a:pt x="33591" y="2202"/>
                  </a:lnTo>
                  <a:lnTo>
                    <a:pt x="33091" y="2569"/>
                  </a:lnTo>
                  <a:lnTo>
                    <a:pt x="32590" y="2436"/>
                  </a:lnTo>
                  <a:lnTo>
                    <a:pt x="32057" y="2469"/>
                  </a:lnTo>
                  <a:lnTo>
                    <a:pt x="31556" y="2536"/>
                  </a:lnTo>
                  <a:lnTo>
                    <a:pt x="31056" y="2269"/>
                  </a:lnTo>
                  <a:lnTo>
                    <a:pt x="30522" y="2569"/>
                  </a:lnTo>
                  <a:lnTo>
                    <a:pt x="30022" y="2369"/>
                  </a:lnTo>
                  <a:lnTo>
                    <a:pt x="29522" y="2502"/>
                  </a:lnTo>
                  <a:lnTo>
                    <a:pt x="28988" y="2569"/>
                  </a:lnTo>
                  <a:lnTo>
                    <a:pt x="28487" y="2569"/>
                  </a:lnTo>
                  <a:lnTo>
                    <a:pt x="27987" y="2736"/>
                  </a:lnTo>
                  <a:lnTo>
                    <a:pt x="27487" y="2636"/>
                  </a:lnTo>
                  <a:lnTo>
                    <a:pt x="26986" y="2869"/>
                  </a:lnTo>
                  <a:lnTo>
                    <a:pt x="26453" y="2736"/>
                  </a:lnTo>
                  <a:lnTo>
                    <a:pt x="26019" y="3103"/>
                  </a:lnTo>
                  <a:lnTo>
                    <a:pt x="25452" y="3003"/>
                  </a:lnTo>
                  <a:lnTo>
                    <a:pt x="24952" y="3036"/>
                  </a:lnTo>
                  <a:lnTo>
                    <a:pt x="24418" y="3003"/>
                  </a:lnTo>
                  <a:lnTo>
                    <a:pt x="23984" y="3370"/>
                  </a:lnTo>
                  <a:lnTo>
                    <a:pt x="23417" y="3370"/>
                  </a:lnTo>
                  <a:lnTo>
                    <a:pt x="22850" y="3470"/>
                  </a:lnTo>
                  <a:lnTo>
                    <a:pt x="22350" y="3703"/>
                  </a:lnTo>
                  <a:lnTo>
                    <a:pt x="21849" y="3970"/>
                  </a:lnTo>
                  <a:lnTo>
                    <a:pt x="21349" y="3803"/>
                  </a:lnTo>
                  <a:lnTo>
                    <a:pt x="20882" y="4003"/>
                  </a:lnTo>
                  <a:lnTo>
                    <a:pt x="20415" y="3903"/>
                  </a:lnTo>
                  <a:lnTo>
                    <a:pt x="19948" y="3903"/>
                  </a:lnTo>
                  <a:lnTo>
                    <a:pt x="19414" y="3937"/>
                  </a:lnTo>
                  <a:lnTo>
                    <a:pt x="18914" y="3770"/>
                  </a:lnTo>
                  <a:lnTo>
                    <a:pt x="18414" y="3970"/>
                  </a:lnTo>
                  <a:lnTo>
                    <a:pt x="17913" y="3703"/>
                  </a:lnTo>
                  <a:lnTo>
                    <a:pt x="17413" y="3736"/>
                  </a:lnTo>
                  <a:lnTo>
                    <a:pt x="16879" y="3970"/>
                  </a:lnTo>
                  <a:lnTo>
                    <a:pt x="16412" y="3670"/>
                  </a:lnTo>
                  <a:lnTo>
                    <a:pt x="15878" y="3837"/>
                  </a:lnTo>
                  <a:lnTo>
                    <a:pt x="15411" y="3670"/>
                  </a:lnTo>
                  <a:lnTo>
                    <a:pt x="14878" y="3803"/>
                  </a:lnTo>
                  <a:lnTo>
                    <a:pt x="14411" y="3636"/>
                  </a:lnTo>
                  <a:lnTo>
                    <a:pt x="13910" y="3536"/>
                  </a:lnTo>
                  <a:lnTo>
                    <a:pt x="13510" y="3169"/>
                  </a:lnTo>
                  <a:lnTo>
                    <a:pt x="13010" y="3036"/>
                  </a:lnTo>
                  <a:lnTo>
                    <a:pt x="12476" y="3169"/>
                  </a:lnTo>
                  <a:lnTo>
                    <a:pt x="12009" y="2903"/>
                  </a:lnTo>
                  <a:lnTo>
                    <a:pt x="11475" y="2836"/>
                  </a:lnTo>
                  <a:lnTo>
                    <a:pt x="10908" y="3069"/>
                  </a:lnTo>
                  <a:lnTo>
                    <a:pt x="10441" y="2702"/>
                  </a:lnTo>
                  <a:lnTo>
                    <a:pt x="9941" y="2702"/>
                  </a:lnTo>
                  <a:lnTo>
                    <a:pt x="9374" y="2736"/>
                  </a:lnTo>
                  <a:lnTo>
                    <a:pt x="8840" y="2702"/>
                  </a:lnTo>
                  <a:lnTo>
                    <a:pt x="8273" y="2669"/>
                  </a:lnTo>
                  <a:lnTo>
                    <a:pt x="7773" y="2369"/>
                  </a:lnTo>
                  <a:lnTo>
                    <a:pt x="7239" y="2736"/>
                  </a:lnTo>
                  <a:lnTo>
                    <a:pt x="6739" y="2736"/>
                  </a:lnTo>
                  <a:lnTo>
                    <a:pt x="6205" y="2436"/>
                  </a:lnTo>
                  <a:lnTo>
                    <a:pt x="5738" y="2802"/>
                  </a:lnTo>
                  <a:lnTo>
                    <a:pt x="5137" y="2602"/>
                  </a:lnTo>
                  <a:lnTo>
                    <a:pt x="4804" y="3136"/>
                  </a:lnTo>
                  <a:lnTo>
                    <a:pt x="4270" y="3069"/>
                  </a:lnTo>
                  <a:lnTo>
                    <a:pt x="3870" y="3370"/>
                  </a:lnTo>
                  <a:lnTo>
                    <a:pt x="3403" y="3536"/>
                  </a:lnTo>
                  <a:lnTo>
                    <a:pt x="2936" y="3636"/>
                  </a:lnTo>
                  <a:lnTo>
                    <a:pt x="2469" y="3770"/>
                  </a:lnTo>
                  <a:lnTo>
                    <a:pt x="1935" y="3670"/>
                  </a:lnTo>
                  <a:lnTo>
                    <a:pt x="1535" y="4103"/>
                  </a:lnTo>
                  <a:lnTo>
                    <a:pt x="1001" y="3903"/>
                  </a:lnTo>
                  <a:lnTo>
                    <a:pt x="568" y="4137"/>
                  </a:lnTo>
                  <a:lnTo>
                    <a:pt x="67" y="4137"/>
                  </a:lnTo>
                  <a:lnTo>
                    <a:pt x="0" y="4170"/>
                  </a:lnTo>
                  <a:lnTo>
                    <a:pt x="0" y="46967"/>
                  </a:lnTo>
                  <a:lnTo>
                    <a:pt x="201" y="46867"/>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32"/>
            <p:cNvSpPr/>
            <p:nvPr/>
          </p:nvSpPr>
          <p:spPr>
            <a:xfrm>
              <a:off x="6268229" y="2761728"/>
              <a:ext cx="2821246" cy="212619"/>
            </a:xfrm>
            <a:custGeom>
              <a:avLst/>
              <a:gdLst/>
              <a:ahLst/>
              <a:cxnLst/>
              <a:rect l="l" t="t" r="r" b="b"/>
              <a:pathLst>
                <a:path w="71719" h="5405" extrusionOk="0">
                  <a:moveTo>
                    <a:pt x="2102" y="4871"/>
                  </a:moveTo>
                  <a:lnTo>
                    <a:pt x="2569" y="4871"/>
                  </a:lnTo>
                  <a:lnTo>
                    <a:pt x="3103" y="4837"/>
                  </a:lnTo>
                  <a:lnTo>
                    <a:pt x="3670" y="4971"/>
                  </a:lnTo>
                  <a:lnTo>
                    <a:pt x="4170" y="4837"/>
                  </a:lnTo>
                  <a:lnTo>
                    <a:pt x="4704" y="4771"/>
                  </a:lnTo>
                  <a:lnTo>
                    <a:pt x="5238" y="4671"/>
                  </a:lnTo>
                  <a:lnTo>
                    <a:pt x="5771" y="4804"/>
                  </a:lnTo>
                  <a:lnTo>
                    <a:pt x="6272" y="4804"/>
                  </a:lnTo>
                  <a:lnTo>
                    <a:pt x="6805" y="4937"/>
                  </a:lnTo>
                  <a:lnTo>
                    <a:pt x="7306" y="4904"/>
                  </a:lnTo>
                  <a:lnTo>
                    <a:pt x="7773" y="4671"/>
                  </a:lnTo>
                  <a:lnTo>
                    <a:pt x="8273" y="4871"/>
                  </a:lnTo>
                  <a:lnTo>
                    <a:pt x="8773" y="4871"/>
                  </a:lnTo>
                  <a:lnTo>
                    <a:pt x="9240" y="4637"/>
                  </a:lnTo>
                  <a:lnTo>
                    <a:pt x="9741" y="4871"/>
                  </a:lnTo>
                  <a:lnTo>
                    <a:pt x="10241" y="4837"/>
                  </a:lnTo>
                  <a:lnTo>
                    <a:pt x="10675" y="4537"/>
                  </a:lnTo>
                  <a:lnTo>
                    <a:pt x="11175" y="4571"/>
                  </a:lnTo>
                  <a:lnTo>
                    <a:pt x="11642" y="4337"/>
                  </a:lnTo>
                  <a:lnTo>
                    <a:pt x="12142" y="4404"/>
                  </a:lnTo>
                  <a:lnTo>
                    <a:pt x="12609" y="4304"/>
                  </a:lnTo>
                  <a:lnTo>
                    <a:pt x="13110" y="4470"/>
                  </a:lnTo>
                  <a:lnTo>
                    <a:pt x="13610" y="4370"/>
                  </a:lnTo>
                  <a:lnTo>
                    <a:pt x="14111" y="4437"/>
                  </a:lnTo>
                  <a:lnTo>
                    <a:pt x="14578" y="4270"/>
                  </a:lnTo>
                  <a:lnTo>
                    <a:pt x="15078" y="4337"/>
                  </a:lnTo>
                  <a:lnTo>
                    <a:pt x="15578" y="4370"/>
                  </a:lnTo>
                  <a:lnTo>
                    <a:pt x="16045" y="4304"/>
                  </a:lnTo>
                  <a:lnTo>
                    <a:pt x="16512" y="4003"/>
                  </a:lnTo>
                  <a:lnTo>
                    <a:pt x="17013" y="4070"/>
                  </a:lnTo>
                  <a:lnTo>
                    <a:pt x="17480" y="4137"/>
                  </a:lnTo>
                  <a:lnTo>
                    <a:pt x="17980" y="4070"/>
                  </a:lnTo>
                  <a:lnTo>
                    <a:pt x="18447" y="3870"/>
                  </a:lnTo>
                  <a:lnTo>
                    <a:pt x="18914" y="4037"/>
                  </a:lnTo>
                  <a:lnTo>
                    <a:pt x="19448" y="3837"/>
                  </a:lnTo>
                  <a:lnTo>
                    <a:pt x="19881" y="4070"/>
                  </a:lnTo>
                  <a:lnTo>
                    <a:pt x="20382" y="4270"/>
                  </a:lnTo>
                  <a:lnTo>
                    <a:pt x="20849" y="4337"/>
                  </a:lnTo>
                  <a:lnTo>
                    <a:pt x="21382" y="4170"/>
                  </a:lnTo>
                  <a:lnTo>
                    <a:pt x="21849" y="4437"/>
                  </a:lnTo>
                  <a:lnTo>
                    <a:pt x="22316" y="4604"/>
                  </a:lnTo>
                  <a:lnTo>
                    <a:pt x="22817" y="4604"/>
                  </a:lnTo>
                  <a:lnTo>
                    <a:pt x="23284" y="4871"/>
                  </a:lnTo>
                  <a:lnTo>
                    <a:pt x="23684" y="5004"/>
                  </a:lnTo>
                  <a:lnTo>
                    <a:pt x="24118" y="4804"/>
                  </a:lnTo>
                  <a:lnTo>
                    <a:pt x="24551" y="5104"/>
                  </a:lnTo>
                  <a:lnTo>
                    <a:pt x="25018" y="5071"/>
                  </a:lnTo>
                  <a:lnTo>
                    <a:pt x="25452" y="4704"/>
                  </a:lnTo>
                  <a:lnTo>
                    <a:pt x="25952" y="4937"/>
                  </a:lnTo>
                  <a:lnTo>
                    <a:pt x="26453" y="5038"/>
                  </a:lnTo>
                  <a:lnTo>
                    <a:pt x="26920" y="4937"/>
                  </a:lnTo>
                  <a:lnTo>
                    <a:pt x="27353" y="4604"/>
                  </a:lnTo>
                  <a:lnTo>
                    <a:pt x="27887" y="4904"/>
                  </a:lnTo>
                  <a:lnTo>
                    <a:pt x="28387" y="4771"/>
                  </a:lnTo>
                  <a:lnTo>
                    <a:pt x="28888" y="4771"/>
                  </a:lnTo>
                  <a:lnTo>
                    <a:pt x="29355" y="4571"/>
                  </a:lnTo>
                  <a:lnTo>
                    <a:pt x="29855" y="4437"/>
                  </a:lnTo>
                  <a:lnTo>
                    <a:pt x="30322" y="4437"/>
                  </a:lnTo>
                  <a:lnTo>
                    <a:pt x="30856" y="4537"/>
                  </a:lnTo>
                  <a:lnTo>
                    <a:pt x="31323" y="4404"/>
                  </a:lnTo>
                  <a:lnTo>
                    <a:pt x="31823" y="4404"/>
                  </a:lnTo>
                  <a:lnTo>
                    <a:pt x="32324" y="4437"/>
                  </a:lnTo>
                  <a:lnTo>
                    <a:pt x="32824" y="4504"/>
                  </a:lnTo>
                  <a:lnTo>
                    <a:pt x="33324" y="4437"/>
                  </a:lnTo>
                  <a:lnTo>
                    <a:pt x="33791" y="4270"/>
                  </a:lnTo>
                  <a:lnTo>
                    <a:pt x="34292" y="4204"/>
                  </a:lnTo>
                  <a:lnTo>
                    <a:pt x="34792" y="4304"/>
                  </a:lnTo>
                  <a:lnTo>
                    <a:pt x="35292" y="4170"/>
                  </a:lnTo>
                  <a:lnTo>
                    <a:pt x="35793" y="4037"/>
                  </a:lnTo>
                  <a:lnTo>
                    <a:pt x="36260" y="3937"/>
                  </a:lnTo>
                  <a:lnTo>
                    <a:pt x="36760" y="4070"/>
                  </a:lnTo>
                  <a:lnTo>
                    <a:pt x="37227" y="3937"/>
                  </a:lnTo>
                  <a:lnTo>
                    <a:pt x="37727" y="3970"/>
                  </a:lnTo>
                  <a:lnTo>
                    <a:pt x="38194" y="3703"/>
                  </a:lnTo>
                  <a:lnTo>
                    <a:pt x="38661" y="3703"/>
                  </a:lnTo>
                  <a:lnTo>
                    <a:pt x="39162" y="3837"/>
                  </a:lnTo>
                  <a:lnTo>
                    <a:pt x="39662" y="4137"/>
                  </a:lnTo>
                  <a:lnTo>
                    <a:pt x="40196" y="3937"/>
                  </a:lnTo>
                  <a:lnTo>
                    <a:pt x="40730" y="4137"/>
                  </a:lnTo>
                  <a:lnTo>
                    <a:pt x="41230" y="4070"/>
                  </a:lnTo>
                  <a:lnTo>
                    <a:pt x="41764" y="4104"/>
                  </a:lnTo>
                  <a:lnTo>
                    <a:pt x="42297" y="4070"/>
                  </a:lnTo>
                  <a:lnTo>
                    <a:pt x="42798" y="4204"/>
                  </a:lnTo>
                  <a:lnTo>
                    <a:pt x="43265" y="4070"/>
                  </a:lnTo>
                  <a:lnTo>
                    <a:pt x="43732" y="3803"/>
                  </a:lnTo>
                  <a:lnTo>
                    <a:pt x="44232" y="3803"/>
                  </a:lnTo>
                  <a:lnTo>
                    <a:pt x="44732" y="3903"/>
                  </a:lnTo>
                  <a:lnTo>
                    <a:pt x="45199" y="3603"/>
                  </a:lnTo>
                  <a:lnTo>
                    <a:pt x="45733" y="3803"/>
                  </a:lnTo>
                  <a:lnTo>
                    <a:pt x="46300" y="3637"/>
                  </a:lnTo>
                  <a:lnTo>
                    <a:pt x="46734" y="4104"/>
                  </a:lnTo>
                  <a:lnTo>
                    <a:pt x="47301" y="3870"/>
                  </a:lnTo>
                  <a:lnTo>
                    <a:pt x="47801" y="4137"/>
                  </a:lnTo>
                  <a:lnTo>
                    <a:pt x="48368" y="4003"/>
                  </a:lnTo>
                  <a:lnTo>
                    <a:pt x="48869" y="4270"/>
                  </a:lnTo>
                  <a:lnTo>
                    <a:pt x="49402" y="4437"/>
                  </a:lnTo>
                  <a:lnTo>
                    <a:pt x="49969" y="4370"/>
                  </a:lnTo>
                  <a:lnTo>
                    <a:pt x="50436" y="4537"/>
                  </a:lnTo>
                  <a:lnTo>
                    <a:pt x="50970" y="4337"/>
                  </a:lnTo>
                  <a:lnTo>
                    <a:pt x="51471" y="4437"/>
                  </a:lnTo>
                  <a:lnTo>
                    <a:pt x="52004" y="4537"/>
                  </a:lnTo>
                  <a:lnTo>
                    <a:pt x="52471" y="4337"/>
                  </a:lnTo>
                  <a:lnTo>
                    <a:pt x="53038" y="4437"/>
                  </a:lnTo>
                  <a:lnTo>
                    <a:pt x="53539" y="4337"/>
                  </a:lnTo>
                  <a:lnTo>
                    <a:pt x="53906" y="3903"/>
                  </a:lnTo>
                  <a:lnTo>
                    <a:pt x="54439" y="3937"/>
                  </a:lnTo>
                  <a:lnTo>
                    <a:pt x="54873" y="3737"/>
                  </a:lnTo>
                  <a:lnTo>
                    <a:pt x="55373" y="3737"/>
                  </a:lnTo>
                  <a:lnTo>
                    <a:pt x="55840" y="3603"/>
                  </a:lnTo>
                  <a:lnTo>
                    <a:pt x="56274" y="3403"/>
                  </a:lnTo>
                  <a:lnTo>
                    <a:pt x="56808" y="3470"/>
                  </a:lnTo>
                  <a:lnTo>
                    <a:pt x="57208" y="3003"/>
                  </a:lnTo>
                  <a:lnTo>
                    <a:pt x="57708" y="3036"/>
                  </a:lnTo>
                  <a:lnTo>
                    <a:pt x="58209" y="3170"/>
                  </a:lnTo>
                  <a:lnTo>
                    <a:pt x="58642" y="2869"/>
                  </a:lnTo>
                  <a:lnTo>
                    <a:pt x="59143" y="2703"/>
                  </a:lnTo>
                  <a:lnTo>
                    <a:pt x="59643" y="2803"/>
                  </a:lnTo>
                  <a:lnTo>
                    <a:pt x="60143" y="2969"/>
                  </a:lnTo>
                  <a:lnTo>
                    <a:pt x="60610" y="2869"/>
                  </a:lnTo>
                  <a:lnTo>
                    <a:pt x="61077" y="2903"/>
                  </a:lnTo>
                  <a:lnTo>
                    <a:pt x="61611" y="2969"/>
                  </a:lnTo>
                  <a:lnTo>
                    <a:pt x="62178" y="2869"/>
                  </a:lnTo>
                  <a:lnTo>
                    <a:pt x="62745" y="2936"/>
                  </a:lnTo>
                  <a:lnTo>
                    <a:pt x="63179" y="3136"/>
                  </a:lnTo>
                  <a:lnTo>
                    <a:pt x="63646" y="3103"/>
                  </a:lnTo>
                  <a:lnTo>
                    <a:pt x="64080" y="3136"/>
                  </a:lnTo>
                  <a:lnTo>
                    <a:pt x="64547" y="2936"/>
                  </a:lnTo>
                  <a:lnTo>
                    <a:pt x="64980" y="2669"/>
                  </a:lnTo>
                  <a:lnTo>
                    <a:pt x="65447" y="2736"/>
                  </a:lnTo>
                  <a:lnTo>
                    <a:pt x="65847" y="2569"/>
                  </a:lnTo>
                  <a:lnTo>
                    <a:pt x="66381" y="2669"/>
                  </a:lnTo>
                  <a:lnTo>
                    <a:pt x="66882" y="2536"/>
                  </a:lnTo>
                  <a:lnTo>
                    <a:pt x="67215" y="2169"/>
                  </a:lnTo>
                  <a:lnTo>
                    <a:pt x="67715" y="2035"/>
                  </a:lnTo>
                  <a:lnTo>
                    <a:pt x="68116" y="1702"/>
                  </a:lnTo>
                  <a:lnTo>
                    <a:pt x="68616" y="1635"/>
                  </a:lnTo>
                  <a:lnTo>
                    <a:pt x="68950" y="1201"/>
                  </a:lnTo>
                  <a:lnTo>
                    <a:pt x="69483" y="1335"/>
                  </a:lnTo>
                  <a:lnTo>
                    <a:pt x="69917" y="1235"/>
                  </a:lnTo>
                  <a:lnTo>
                    <a:pt x="70384" y="1301"/>
                  </a:lnTo>
                  <a:lnTo>
                    <a:pt x="70884" y="1368"/>
                  </a:lnTo>
                  <a:lnTo>
                    <a:pt x="71351" y="1335"/>
                  </a:lnTo>
                  <a:lnTo>
                    <a:pt x="71718" y="1135"/>
                  </a:lnTo>
                  <a:lnTo>
                    <a:pt x="71718" y="167"/>
                  </a:lnTo>
                  <a:lnTo>
                    <a:pt x="71718" y="167"/>
                  </a:lnTo>
                  <a:lnTo>
                    <a:pt x="71218" y="101"/>
                  </a:lnTo>
                  <a:lnTo>
                    <a:pt x="70751" y="67"/>
                  </a:lnTo>
                  <a:lnTo>
                    <a:pt x="70317" y="134"/>
                  </a:lnTo>
                  <a:lnTo>
                    <a:pt x="69784" y="1"/>
                  </a:lnTo>
                  <a:lnTo>
                    <a:pt x="69450" y="468"/>
                  </a:lnTo>
                  <a:lnTo>
                    <a:pt x="68950" y="534"/>
                  </a:lnTo>
                  <a:lnTo>
                    <a:pt x="68549" y="834"/>
                  </a:lnTo>
                  <a:lnTo>
                    <a:pt x="68049" y="968"/>
                  </a:lnTo>
                  <a:lnTo>
                    <a:pt x="67715" y="1368"/>
                  </a:lnTo>
                  <a:lnTo>
                    <a:pt x="67215" y="1502"/>
                  </a:lnTo>
                  <a:lnTo>
                    <a:pt x="66681" y="1368"/>
                  </a:lnTo>
                  <a:lnTo>
                    <a:pt x="66281" y="1535"/>
                  </a:lnTo>
                  <a:lnTo>
                    <a:pt x="65814" y="1502"/>
                  </a:lnTo>
                  <a:lnTo>
                    <a:pt x="65380" y="1768"/>
                  </a:lnTo>
                  <a:lnTo>
                    <a:pt x="64913" y="1969"/>
                  </a:lnTo>
                  <a:lnTo>
                    <a:pt x="64480" y="1935"/>
                  </a:lnTo>
                  <a:lnTo>
                    <a:pt x="64013" y="1969"/>
                  </a:lnTo>
                  <a:lnTo>
                    <a:pt x="63579" y="1768"/>
                  </a:lnTo>
                  <a:lnTo>
                    <a:pt x="63012" y="1735"/>
                  </a:lnTo>
                  <a:lnTo>
                    <a:pt x="62445" y="1802"/>
                  </a:lnTo>
                  <a:lnTo>
                    <a:pt x="61945" y="1735"/>
                  </a:lnTo>
                  <a:lnTo>
                    <a:pt x="61444" y="1702"/>
                  </a:lnTo>
                  <a:lnTo>
                    <a:pt x="60977" y="1802"/>
                  </a:lnTo>
                  <a:lnTo>
                    <a:pt x="60477" y="1635"/>
                  </a:lnTo>
                  <a:lnTo>
                    <a:pt x="59977" y="1568"/>
                  </a:lnTo>
                  <a:lnTo>
                    <a:pt x="59510" y="1702"/>
                  </a:lnTo>
                  <a:lnTo>
                    <a:pt x="59043" y="2002"/>
                  </a:lnTo>
                  <a:lnTo>
                    <a:pt x="58542" y="1869"/>
                  </a:lnTo>
                  <a:lnTo>
                    <a:pt x="58042" y="1869"/>
                  </a:lnTo>
                  <a:lnTo>
                    <a:pt x="57642" y="2336"/>
                  </a:lnTo>
                  <a:lnTo>
                    <a:pt x="57141" y="2269"/>
                  </a:lnTo>
                  <a:lnTo>
                    <a:pt x="56674" y="2469"/>
                  </a:lnTo>
                  <a:lnTo>
                    <a:pt x="56241" y="2602"/>
                  </a:lnTo>
                  <a:lnTo>
                    <a:pt x="55707" y="2602"/>
                  </a:lnTo>
                  <a:lnTo>
                    <a:pt x="55273" y="2803"/>
                  </a:lnTo>
                  <a:lnTo>
                    <a:pt x="54740" y="2803"/>
                  </a:lnTo>
                  <a:lnTo>
                    <a:pt x="54406" y="3203"/>
                  </a:lnTo>
                  <a:lnTo>
                    <a:pt x="53872" y="3303"/>
                  </a:lnTo>
                  <a:lnTo>
                    <a:pt x="53339" y="3203"/>
                  </a:lnTo>
                  <a:lnTo>
                    <a:pt x="52838" y="3436"/>
                  </a:lnTo>
                  <a:lnTo>
                    <a:pt x="52338" y="3303"/>
                  </a:lnTo>
                  <a:lnTo>
                    <a:pt x="51837" y="3236"/>
                  </a:lnTo>
                  <a:lnTo>
                    <a:pt x="51304" y="3436"/>
                  </a:lnTo>
                  <a:lnTo>
                    <a:pt x="50803" y="3270"/>
                  </a:lnTo>
                  <a:lnTo>
                    <a:pt x="50236" y="3336"/>
                  </a:lnTo>
                  <a:lnTo>
                    <a:pt x="49736" y="3170"/>
                  </a:lnTo>
                  <a:lnTo>
                    <a:pt x="49236" y="2869"/>
                  </a:lnTo>
                  <a:lnTo>
                    <a:pt x="48669" y="3036"/>
                  </a:lnTo>
                  <a:lnTo>
                    <a:pt x="48135" y="2769"/>
                  </a:lnTo>
                  <a:lnTo>
                    <a:pt x="47601" y="3003"/>
                  </a:lnTo>
                  <a:lnTo>
                    <a:pt x="47134" y="2569"/>
                  </a:lnTo>
                  <a:lnTo>
                    <a:pt x="46600" y="2703"/>
                  </a:lnTo>
                  <a:lnTo>
                    <a:pt x="46067" y="2502"/>
                  </a:lnTo>
                  <a:lnTo>
                    <a:pt x="45566" y="2803"/>
                  </a:lnTo>
                  <a:lnTo>
                    <a:pt x="45066" y="2703"/>
                  </a:lnTo>
                  <a:lnTo>
                    <a:pt x="44599" y="2736"/>
                  </a:lnTo>
                  <a:lnTo>
                    <a:pt x="44132" y="2969"/>
                  </a:lnTo>
                  <a:lnTo>
                    <a:pt x="43632" y="3136"/>
                  </a:lnTo>
                  <a:lnTo>
                    <a:pt x="43131" y="3003"/>
                  </a:lnTo>
                  <a:lnTo>
                    <a:pt x="42598" y="3036"/>
                  </a:lnTo>
                  <a:lnTo>
                    <a:pt x="42097" y="3003"/>
                  </a:lnTo>
                  <a:lnTo>
                    <a:pt x="41563" y="3036"/>
                  </a:lnTo>
                  <a:lnTo>
                    <a:pt x="41030" y="2869"/>
                  </a:lnTo>
                  <a:lnTo>
                    <a:pt x="40496" y="3069"/>
                  </a:lnTo>
                  <a:lnTo>
                    <a:pt x="39996" y="2769"/>
                  </a:lnTo>
                  <a:lnTo>
                    <a:pt x="39529" y="2636"/>
                  </a:lnTo>
                  <a:lnTo>
                    <a:pt x="39028" y="2636"/>
                  </a:lnTo>
                  <a:lnTo>
                    <a:pt x="38561" y="2903"/>
                  </a:lnTo>
                  <a:lnTo>
                    <a:pt x="38061" y="2903"/>
                  </a:lnTo>
                  <a:lnTo>
                    <a:pt x="37594" y="3003"/>
                  </a:lnTo>
                  <a:lnTo>
                    <a:pt x="37094" y="2903"/>
                  </a:lnTo>
                  <a:lnTo>
                    <a:pt x="36627" y="3003"/>
                  </a:lnTo>
                  <a:lnTo>
                    <a:pt x="36126" y="3136"/>
                  </a:lnTo>
                  <a:lnTo>
                    <a:pt x="35659" y="3236"/>
                  </a:lnTo>
                  <a:lnTo>
                    <a:pt x="35159" y="3136"/>
                  </a:lnTo>
                  <a:lnTo>
                    <a:pt x="34659" y="3203"/>
                  </a:lnTo>
                  <a:lnTo>
                    <a:pt x="34158" y="3403"/>
                  </a:lnTo>
                  <a:lnTo>
                    <a:pt x="33691" y="3436"/>
                  </a:lnTo>
                  <a:lnTo>
                    <a:pt x="33157" y="3403"/>
                  </a:lnTo>
                  <a:lnTo>
                    <a:pt x="32657" y="3370"/>
                  </a:lnTo>
                  <a:lnTo>
                    <a:pt x="32190" y="3370"/>
                  </a:lnTo>
                  <a:lnTo>
                    <a:pt x="31690" y="3503"/>
                  </a:lnTo>
                  <a:lnTo>
                    <a:pt x="31189" y="3403"/>
                  </a:lnTo>
                  <a:lnTo>
                    <a:pt x="30689" y="3403"/>
                  </a:lnTo>
                  <a:lnTo>
                    <a:pt x="30189" y="3536"/>
                  </a:lnTo>
                  <a:lnTo>
                    <a:pt x="29722" y="3737"/>
                  </a:lnTo>
                  <a:lnTo>
                    <a:pt x="29221" y="3770"/>
                  </a:lnTo>
                  <a:lnTo>
                    <a:pt x="28754" y="3903"/>
                  </a:lnTo>
                  <a:lnTo>
                    <a:pt x="28221" y="3603"/>
                  </a:lnTo>
                  <a:lnTo>
                    <a:pt x="27754" y="3903"/>
                  </a:lnTo>
                  <a:lnTo>
                    <a:pt x="27287" y="4003"/>
                  </a:lnTo>
                  <a:lnTo>
                    <a:pt x="26820" y="3937"/>
                  </a:lnTo>
                  <a:lnTo>
                    <a:pt x="26319" y="3703"/>
                  </a:lnTo>
                  <a:lnTo>
                    <a:pt x="25852" y="4070"/>
                  </a:lnTo>
                  <a:lnTo>
                    <a:pt x="25385" y="4104"/>
                  </a:lnTo>
                  <a:lnTo>
                    <a:pt x="24985" y="3803"/>
                  </a:lnTo>
                  <a:lnTo>
                    <a:pt x="24518" y="4003"/>
                  </a:lnTo>
                  <a:lnTo>
                    <a:pt x="24118" y="3870"/>
                  </a:lnTo>
                  <a:lnTo>
                    <a:pt x="23684" y="3603"/>
                  </a:lnTo>
                  <a:lnTo>
                    <a:pt x="23150" y="3603"/>
                  </a:lnTo>
                  <a:lnTo>
                    <a:pt x="22683" y="3436"/>
                  </a:lnTo>
                  <a:lnTo>
                    <a:pt x="22250" y="3170"/>
                  </a:lnTo>
                  <a:lnTo>
                    <a:pt x="21716" y="3336"/>
                  </a:lnTo>
                  <a:lnTo>
                    <a:pt x="21216" y="3270"/>
                  </a:lnTo>
                  <a:lnTo>
                    <a:pt x="20749" y="3069"/>
                  </a:lnTo>
                  <a:lnTo>
                    <a:pt x="20282" y="2869"/>
                  </a:lnTo>
                  <a:lnTo>
                    <a:pt x="19781" y="3036"/>
                  </a:lnTo>
                  <a:lnTo>
                    <a:pt x="19281" y="2869"/>
                  </a:lnTo>
                  <a:lnTo>
                    <a:pt x="18814" y="3103"/>
                  </a:lnTo>
                  <a:lnTo>
                    <a:pt x="18347" y="3170"/>
                  </a:lnTo>
                  <a:lnTo>
                    <a:pt x="17847" y="3069"/>
                  </a:lnTo>
                  <a:lnTo>
                    <a:pt x="17346" y="3036"/>
                  </a:lnTo>
                  <a:lnTo>
                    <a:pt x="16913" y="3336"/>
                  </a:lnTo>
                  <a:lnTo>
                    <a:pt x="16412" y="3403"/>
                  </a:lnTo>
                  <a:lnTo>
                    <a:pt x="15912" y="3370"/>
                  </a:lnTo>
                  <a:lnTo>
                    <a:pt x="15411" y="3303"/>
                  </a:lnTo>
                  <a:lnTo>
                    <a:pt x="14944" y="3470"/>
                  </a:lnTo>
                  <a:lnTo>
                    <a:pt x="14444" y="3403"/>
                  </a:lnTo>
                  <a:lnTo>
                    <a:pt x="13977" y="3503"/>
                  </a:lnTo>
                  <a:lnTo>
                    <a:pt x="13477" y="3336"/>
                  </a:lnTo>
                  <a:lnTo>
                    <a:pt x="12976" y="3436"/>
                  </a:lnTo>
                  <a:lnTo>
                    <a:pt x="12476" y="3370"/>
                  </a:lnTo>
                  <a:lnTo>
                    <a:pt x="12009" y="3603"/>
                  </a:lnTo>
                  <a:lnTo>
                    <a:pt x="11542" y="3570"/>
                  </a:lnTo>
                  <a:lnTo>
                    <a:pt x="11075" y="3903"/>
                  </a:lnTo>
                  <a:lnTo>
                    <a:pt x="10575" y="3903"/>
                  </a:lnTo>
                  <a:lnTo>
                    <a:pt x="10074" y="3703"/>
                  </a:lnTo>
                  <a:lnTo>
                    <a:pt x="9607" y="3903"/>
                  </a:lnTo>
                  <a:lnTo>
                    <a:pt x="9140" y="3903"/>
                  </a:lnTo>
                  <a:lnTo>
                    <a:pt x="8640" y="3703"/>
                  </a:lnTo>
                  <a:lnTo>
                    <a:pt x="8140" y="3970"/>
                  </a:lnTo>
                  <a:lnTo>
                    <a:pt x="7639" y="4003"/>
                  </a:lnTo>
                  <a:lnTo>
                    <a:pt x="7139" y="3870"/>
                  </a:lnTo>
                  <a:lnTo>
                    <a:pt x="6639" y="3870"/>
                  </a:lnTo>
                  <a:lnTo>
                    <a:pt x="6105" y="3737"/>
                  </a:lnTo>
                  <a:lnTo>
                    <a:pt x="5571" y="3870"/>
                  </a:lnTo>
                  <a:lnTo>
                    <a:pt x="5037" y="3903"/>
                  </a:lnTo>
                  <a:lnTo>
                    <a:pt x="4504" y="4037"/>
                  </a:lnTo>
                  <a:lnTo>
                    <a:pt x="3970" y="3937"/>
                  </a:lnTo>
                  <a:lnTo>
                    <a:pt x="3403" y="3937"/>
                  </a:lnTo>
                  <a:lnTo>
                    <a:pt x="2936" y="3970"/>
                  </a:lnTo>
                  <a:lnTo>
                    <a:pt x="2469" y="4270"/>
                  </a:lnTo>
                  <a:lnTo>
                    <a:pt x="2002" y="4337"/>
                  </a:lnTo>
                  <a:lnTo>
                    <a:pt x="1502" y="4170"/>
                  </a:lnTo>
                  <a:lnTo>
                    <a:pt x="1068" y="4404"/>
                  </a:lnTo>
                  <a:lnTo>
                    <a:pt x="601" y="4604"/>
                  </a:lnTo>
                  <a:lnTo>
                    <a:pt x="134" y="4871"/>
                  </a:lnTo>
                  <a:lnTo>
                    <a:pt x="0" y="4871"/>
                  </a:lnTo>
                  <a:lnTo>
                    <a:pt x="0" y="5404"/>
                  </a:lnTo>
                  <a:lnTo>
                    <a:pt x="201" y="5304"/>
                  </a:lnTo>
                  <a:lnTo>
                    <a:pt x="634" y="5071"/>
                  </a:lnTo>
                  <a:lnTo>
                    <a:pt x="1168" y="5271"/>
                  </a:lnTo>
                  <a:lnTo>
                    <a:pt x="1635" y="517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32"/>
            <p:cNvSpPr/>
            <p:nvPr/>
          </p:nvSpPr>
          <p:spPr>
            <a:xfrm>
              <a:off x="6268229" y="1126723"/>
              <a:ext cx="2821246" cy="187679"/>
            </a:xfrm>
            <a:custGeom>
              <a:avLst/>
              <a:gdLst/>
              <a:ahLst/>
              <a:cxnLst/>
              <a:rect l="l" t="t" r="r" b="b"/>
              <a:pathLst>
                <a:path w="71719" h="4771" extrusionOk="0">
                  <a:moveTo>
                    <a:pt x="70918" y="934"/>
                  </a:moveTo>
                  <a:lnTo>
                    <a:pt x="70451" y="1168"/>
                  </a:lnTo>
                  <a:lnTo>
                    <a:pt x="69950" y="1168"/>
                  </a:lnTo>
                  <a:lnTo>
                    <a:pt x="69450" y="1035"/>
                  </a:lnTo>
                  <a:lnTo>
                    <a:pt x="68950" y="1301"/>
                  </a:lnTo>
                  <a:lnTo>
                    <a:pt x="68449" y="1068"/>
                  </a:lnTo>
                  <a:lnTo>
                    <a:pt x="67882" y="1201"/>
                  </a:lnTo>
                  <a:lnTo>
                    <a:pt x="67449" y="734"/>
                  </a:lnTo>
                  <a:lnTo>
                    <a:pt x="66882" y="901"/>
                  </a:lnTo>
                  <a:lnTo>
                    <a:pt x="66381" y="634"/>
                  </a:lnTo>
                  <a:lnTo>
                    <a:pt x="65814" y="734"/>
                  </a:lnTo>
                  <a:lnTo>
                    <a:pt x="65347" y="434"/>
                  </a:lnTo>
                  <a:lnTo>
                    <a:pt x="64847" y="234"/>
                  </a:lnTo>
                  <a:lnTo>
                    <a:pt x="64280" y="267"/>
                  </a:lnTo>
                  <a:lnTo>
                    <a:pt x="63779" y="67"/>
                  </a:lnTo>
                  <a:lnTo>
                    <a:pt x="63246" y="267"/>
                  </a:lnTo>
                  <a:lnTo>
                    <a:pt x="62745" y="134"/>
                  </a:lnTo>
                  <a:lnTo>
                    <a:pt x="62245" y="0"/>
                  </a:lnTo>
                  <a:lnTo>
                    <a:pt x="61745" y="201"/>
                  </a:lnTo>
                  <a:lnTo>
                    <a:pt x="61211" y="34"/>
                  </a:lnTo>
                  <a:lnTo>
                    <a:pt x="60677" y="101"/>
                  </a:lnTo>
                  <a:lnTo>
                    <a:pt x="60310" y="534"/>
                  </a:lnTo>
                  <a:lnTo>
                    <a:pt x="59776" y="467"/>
                  </a:lnTo>
                  <a:lnTo>
                    <a:pt x="59309" y="634"/>
                  </a:lnTo>
                  <a:lnTo>
                    <a:pt x="58809" y="601"/>
                  </a:lnTo>
                  <a:lnTo>
                    <a:pt x="58342" y="701"/>
                  </a:lnTo>
                  <a:lnTo>
                    <a:pt x="57908" y="901"/>
                  </a:lnTo>
                  <a:lnTo>
                    <a:pt x="57375" y="801"/>
                  </a:lnTo>
                  <a:lnTo>
                    <a:pt x="56974" y="1235"/>
                  </a:lnTo>
                  <a:lnTo>
                    <a:pt x="56474" y="1201"/>
                  </a:lnTo>
                  <a:lnTo>
                    <a:pt x="55974" y="1035"/>
                  </a:lnTo>
                  <a:lnTo>
                    <a:pt x="55507" y="1301"/>
                  </a:lnTo>
                  <a:lnTo>
                    <a:pt x="55006" y="1435"/>
                  </a:lnTo>
                  <a:lnTo>
                    <a:pt x="54539" y="1335"/>
                  </a:lnTo>
                  <a:lnTo>
                    <a:pt x="54039" y="1135"/>
                  </a:lnTo>
                  <a:lnTo>
                    <a:pt x="53572" y="1201"/>
                  </a:lnTo>
                  <a:lnTo>
                    <a:pt x="53072" y="1135"/>
                  </a:lnTo>
                  <a:lnTo>
                    <a:pt x="52571" y="1068"/>
                  </a:lnTo>
                  <a:lnTo>
                    <a:pt x="51971" y="1101"/>
                  </a:lnTo>
                  <a:lnTo>
                    <a:pt x="51437" y="1035"/>
                  </a:lnTo>
                  <a:lnTo>
                    <a:pt x="51004" y="801"/>
                  </a:lnTo>
                  <a:lnTo>
                    <a:pt x="50537" y="801"/>
                  </a:lnTo>
                  <a:lnTo>
                    <a:pt x="50103" y="734"/>
                  </a:lnTo>
                  <a:lnTo>
                    <a:pt x="49636" y="901"/>
                  </a:lnTo>
                  <a:lnTo>
                    <a:pt x="49202" y="1168"/>
                  </a:lnTo>
                  <a:lnTo>
                    <a:pt x="48735" y="1068"/>
                  </a:lnTo>
                  <a:lnTo>
                    <a:pt x="48302" y="1235"/>
                  </a:lnTo>
                  <a:lnTo>
                    <a:pt x="47768" y="1068"/>
                  </a:lnTo>
                  <a:lnTo>
                    <a:pt x="47268" y="1168"/>
                  </a:lnTo>
                  <a:lnTo>
                    <a:pt x="46901" y="1535"/>
                  </a:lnTo>
                  <a:lnTo>
                    <a:pt x="46400" y="1635"/>
                  </a:lnTo>
                  <a:lnTo>
                    <a:pt x="46000" y="1935"/>
                  </a:lnTo>
                  <a:lnTo>
                    <a:pt x="45500" y="1969"/>
                  </a:lnTo>
                  <a:lnTo>
                    <a:pt x="45133" y="2436"/>
                  </a:lnTo>
                  <a:lnTo>
                    <a:pt x="44632" y="2269"/>
                  </a:lnTo>
                  <a:lnTo>
                    <a:pt x="44165" y="2302"/>
                  </a:lnTo>
                  <a:lnTo>
                    <a:pt x="43698" y="2235"/>
                  </a:lnTo>
                  <a:lnTo>
                    <a:pt x="43231" y="2169"/>
                  </a:lnTo>
                  <a:lnTo>
                    <a:pt x="42764" y="2169"/>
                  </a:lnTo>
                  <a:lnTo>
                    <a:pt x="42264" y="2369"/>
                  </a:lnTo>
                  <a:lnTo>
                    <a:pt x="41730" y="2202"/>
                  </a:lnTo>
                  <a:lnTo>
                    <a:pt x="41230" y="2469"/>
                  </a:lnTo>
                  <a:lnTo>
                    <a:pt x="40730" y="2536"/>
                  </a:lnTo>
                  <a:lnTo>
                    <a:pt x="40229" y="2135"/>
                  </a:lnTo>
                  <a:lnTo>
                    <a:pt x="39729" y="2235"/>
                  </a:lnTo>
                  <a:lnTo>
                    <a:pt x="39228" y="2169"/>
                  </a:lnTo>
                  <a:lnTo>
                    <a:pt x="38695" y="2436"/>
                  </a:lnTo>
                  <a:lnTo>
                    <a:pt x="38194" y="2369"/>
                  </a:lnTo>
                  <a:lnTo>
                    <a:pt x="37694" y="2169"/>
                  </a:lnTo>
                  <a:lnTo>
                    <a:pt x="37194" y="2502"/>
                  </a:lnTo>
                  <a:lnTo>
                    <a:pt x="36693" y="2369"/>
                  </a:lnTo>
                  <a:lnTo>
                    <a:pt x="36160" y="2335"/>
                  </a:lnTo>
                  <a:lnTo>
                    <a:pt x="35659" y="2502"/>
                  </a:lnTo>
                  <a:lnTo>
                    <a:pt x="35159" y="2202"/>
                  </a:lnTo>
                  <a:lnTo>
                    <a:pt x="34625" y="2335"/>
                  </a:lnTo>
                  <a:lnTo>
                    <a:pt x="34125" y="2436"/>
                  </a:lnTo>
                  <a:lnTo>
                    <a:pt x="33591" y="2202"/>
                  </a:lnTo>
                  <a:lnTo>
                    <a:pt x="33091" y="2569"/>
                  </a:lnTo>
                  <a:lnTo>
                    <a:pt x="32590" y="2436"/>
                  </a:lnTo>
                  <a:lnTo>
                    <a:pt x="32057" y="2469"/>
                  </a:lnTo>
                  <a:lnTo>
                    <a:pt x="31556" y="2536"/>
                  </a:lnTo>
                  <a:lnTo>
                    <a:pt x="31056" y="2269"/>
                  </a:lnTo>
                  <a:lnTo>
                    <a:pt x="30522" y="2569"/>
                  </a:lnTo>
                  <a:lnTo>
                    <a:pt x="30022" y="2369"/>
                  </a:lnTo>
                  <a:lnTo>
                    <a:pt x="29522" y="2502"/>
                  </a:lnTo>
                  <a:lnTo>
                    <a:pt x="28988" y="2569"/>
                  </a:lnTo>
                  <a:lnTo>
                    <a:pt x="28487" y="2569"/>
                  </a:lnTo>
                  <a:lnTo>
                    <a:pt x="27987" y="2736"/>
                  </a:lnTo>
                  <a:lnTo>
                    <a:pt x="27487" y="2636"/>
                  </a:lnTo>
                  <a:lnTo>
                    <a:pt x="26986" y="2869"/>
                  </a:lnTo>
                  <a:lnTo>
                    <a:pt x="26453" y="2736"/>
                  </a:lnTo>
                  <a:lnTo>
                    <a:pt x="26019" y="3103"/>
                  </a:lnTo>
                  <a:lnTo>
                    <a:pt x="25452" y="3003"/>
                  </a:lnTo>
                  <a:lnTo>
                    <a:pt x="24952" y="3036"/>
                  </a:lnTo>
                  <a:lnTo>
                    <a:pt x="24418" y="3003"/>
                  </a:lnTo>
                  <a:lnTo>
                    <a:pt x="23984" y="3370"/>
                  </a:lnTo>
                  <a:lnTo>
                    <a:pt x="23417" y="3370"/>
                  </a:lnTo>
                  <a:lnTo>
                    <a:pt x="22850" y="3470"/>
                  </a:lnTo>
                  <a:lnTo>
                    <a:pt x="22350" y="3703"/>
                  </a:lnTo>
                  <a:lnTo>
                    <a:pt x="21849" y="3970"/>
                  </a:lnTo>
                  <a:lnTo>
                    <a:pt x="21349" y="3803"/>
                  </a:lnTo>
                  <a:lnTo>
                    <a:pt x="20882" y="4003"/>
                  </a:lnTo>
                  <a:lnTo>
                    <a:pt x="20415" y="3903"/>
                  </a:lnTo>
                  <a:lnTo>
                    <a:pt x="19948" y="3903"/>
                  </a:lnTo>
                  <a:lnTo>
                    <a:pt x="19414" y="3937"/>
                  </a:lnTo>
                  <a:lnTo>
                    <a:pt x="18914" y="3770"/>
                  </a:lnTo>
                  <a:lnTo>
                    <a:pt x="18414" y="3970"/>
                  </a:lnTo>
                  <a:lnTo>
                    <a:pt x="17913" y="3703"/>
                  </a:lnTo>
                  <a:lnTo>
                    <a:pt x="17413" y="3736"/>
                  </a:lnTo>
                  <a:lnTo>
                    <a:pt x="16879" y="3970"/>
                  </a:lnTo>
                  <a:lnTo>
                    <a:pt x="16412" y="3670"/>
                  </a:lnTo>
                  <a:lnTo>
                    <a:pt x="15878" y="3837"/>
                  </a:lnTo>
                  <a:lnTo>
                    <a:pt x="15411" y="3670"/>
                  </a:lnTo>
                  <a:lnTo>
                    <a:pt x="14878" y="3803"/>
                  </a:lnTo>
                  <a:lnTo>
                    <a:pt x="14411" y="3636"/>
                  </a:lnTo>
                  <a:lnTo>
                    <a:pt x="13910" y="3536"/>
                  </a:lnTo>
                  <a:lnTo>
                    <a:pt x="13510" y="3169"/>
                  </a:lnTo>
                  <a:lnTo>
                    <a:pt x="13010" y="3036"/>
                  </a:lnTo>
                  <a:lnTo>
                    <a:pt x="12476" y="3169"/>
                  </a:lnTo>
                  <a:lnTo>
                    <a:pt x="12009" y="2903"/>
                  </a:lnTo>
                  <a:lnTo>
                    <a:pt x="11475" y="2836"/>
                  </a:lnTo>
                  <a:lnTo>
                    <a:pt x="10908" y="3069"/>
                  </a:lnTo>
                  <a:lnTo>
                    <a:pt x="10441" y="2702"/>
                  </a:lnTo>
                  <a:lnTo>
                    <a:pt x="9941" y="2702"/>
                  </a:lnTo>
                  <a:lnTo>
                    <a:pt x="9374" y="2736"/>
                  </a:lnTo>
                  <a:lnTo>
                    <a:pt x="8840" y="2702"/>
                  </a:lnTo>
                  <a:lnTo>
                    <a:pt x="8273" y="2669"/>
                  </a:lnTo>
                  <a:lnTo>
                    <a:pt x="7773" y="2369"/>
                  </a:lnTo>
                  <a:lnTo>
                    <a:pt x="7239" y="2736"/>
                  </a:lnTo>
                  <a:lnTo>
                    <a:pt x="6739" y="2736"/>
                  </a:lnTo>
                  <a:lnTo>
                    <a:pt x="6205" y="2436"/>
                  </a:lnTo>
                  <a:lnTo>
                    <a:pt x="5738" y="2802"/>
                  </a:lnTo>
                  <a:lnTo>
                    <a:pt x="5137" y="2602"/>
                  </a:lnTo>
                  <a:lnTo>
                    <a:pt x="4804" y="3136"/>
                  </a:lnTo>
                  <a:lnTo>
                    <a:pt x="4270" y="3069"/>
                  </a:lnTo>
                  <a:lnTo>
                    <a:pt x="3870" y="3370"/>
                  </a:lnTo>
                  <a:lnTo>
                    <a:pt x="3403" y="3536"/>
                  </a:lnTo>
                  <a:lnTo>
                    <a:pt x="2936" y="3636"/>
                  </a:lnTo>
                  <a:lnTo>
                    <a:pt x="2469" y="3770"/>
                  </a:lnTo>
                  <a:lnTo>
                    <a:pt x="1935" y="3670"/>
                  </a:lnTo>
                  <a:lnTo>
                    <a:pt x="1535" y="4103"/>
                  </a:lnTo>
                  <a:lnTo>
                    <a:pt x="1001" y="3903"/>
                  </a:lnTo>
                  <a:lnTo>
                    <a:pt x="568" y="4137"/>
                  </a:lnTo>
                  <a:lnTo>
                    <a:pt x="67" y="4137"/>
                  </a:lnTo>
                  <a:lnTo>
                    <a:pt x="0" y="4170"/>
                  </a:lnTo>
                  <a:lnTo>
                    <a:pt x="0" y="4771"/>
                  </a:lnTo>
                  <a:lnTo>
                    <a:pt x="367" y="4537"/>
                  </a:lnTo>
                  <a:lnTo>
                    <a:pt x="868" y="4570"/>
                  </a:lnTo>
                  <a:lnTo>
                    <a:pt x="1301" y="4337"/>
                  </a:lnTo>
                  <a:lnTo>
                    <a:pt x="1835" y="4537"/>
                  </a:lnTo>
                  <a:lnTo>
                    <a:pt x="2235" y="4103"/>
                  </a:lnTo>
                  <a:lnTo>
                    <a:pt x="2769" y="4203"/>
                  </a:lnTo>
                  <a:lnTo>
                    <a:pt x="3236" y="4070"/>
                  </a:lnTo>
                  <a:lnTo>
                    <a:pt x="3736" y="4003"/>
                  </a:lnTo>
                  <a:lnTo>
                    <a:pt x="4170" y="3837"/>
                  </a:lnTo>
                  <a:lnTo>
                    <a:pt x="4604" y="3536"/>
                  </a:lnTo>
                  <a:lnTo>
                    <a:pt x="5137" y="3603"/>
                  </a:lnTo>
                  <a:lnTo>
                    <a:pt x="5471" y="3103"/>
                  </a:lnTo>
                  <a:lnTo>
                    <a:pt x="6071" y="3269"/>
                  </a:lnTo>
                  <a:lnTo>
                    <a:pt x="6538" y="2936"/>
                  </a:lnTo>
                  <a:lnTo>
                    <a:pt x="7072" y="3236"/>
                  </a:lnTo>
                  <a:lnTo>
                    <a:pt x="7573" y="3236"/>
                  </a:lnTo>
                  <a:lnTo>
                    <a:pt x="8106" y="2869"/>
                  </a:lnTo>
                  <a:lnTo>
                    <a:pt x="8607" y="3169"/>
                  </a:lnTo>
                  <a:lnTo>
                    <a:pt x="9174" y="3203"/>
                  </a:lnTo>
                  <a:lnTo>
                    <a:pt x="9707" y="3236"/>
                  </a:lnTo>
                  <a:lnTo>
                    <a:pt x="10241" y="3203"/>
                  </a:lnTo>
                  <a:lnTo>
                    <a:pt x="10775" y="3203"/>
                  </a:lnTo>
                  <a:lnTo>
                    <a:pt x="11242" y="3570"/>
                  </a:lnTo>
                  <a:lnTo>
                    <a:pt x="11809" y="3370"/>
                  </a:lnTo>
                  <a:lnTo>
                    <a:pt x="12309" y="3436"/>
                  </a:lnTo>
                  <a:lnTo>
                    <a:pt x="12810" y="3736"/>
                  </a:lnTo>
                  <a:lnTo>
                    <a:pt x="13343" y="3570"/>
                  </a:lnTo>
                  <a:lnTo>
                    <a:pt x="13810" y="3703"/>
                  </a:lnTo>
                  <a:lnTo>
                    <a:pt x="14244" y="4103"/>
                  </a:lnTo>
                  <a:lnTo>
                    <a:pt x="14711" y="4203"/>
                  </a:lnTo>
                  <a:lnTo>
                    <a:pt x="15211" y="4337"/>
                  </a:lnTo>
                  <a:lnTo>
                    <a:pt x="15712" y="4237"/>
                  </a:lnTo>
                  <a:lnTo>
                    <a:pt x="16212" y="4404"/>
                  </a:lnTo>
                  <a:lnTo>
                    <a:pt x="16712" y="4237"/>
                  </a:lnTo>
                  <a:lnTo>
                    <a:pt x="17213" y="4537"/>
                  </a:lnTo>
                  <a:lnTo>
                    <a:pt x="17713" y="4337"/>
                  </a:lnTo>
                  <a:lnTo>
                    <a:pt x="18247" y="4304"/>
                  </a:lnTo>
                  <a:lnTo>
                    <a:pt x="18714" y="4570"/>
                  </a:lnTo>
                  <a:lnTo>
                    <a:pt x="19248" y="4370"/>
                  </a:lnTo>
                  <a:lnTo>
                    <a:pt x="19748" y="4537"/>
                  </a:lnTo>
                  <a:lnTo>
                    <a:pt x="20248" y="4504"/>
                  </a:lnTo>
                  <a:lnTo>
                    <a:pt x="20715" y="4504"/>
                  </a:lnTo>
                  <a:lnTo>
                    <a:pt x="21182" y="4604"/>
                  </a:lnTo>
                  <a:lnTo>
                    <a:pt x="21683" y="4437"/>
                  </a:lnTo>
                  <a:lnTo>
                    <a:pt x="22150" y="4604"/>
                  </a:lnTo>
                  <a:lnTo>
                    <a:pt x="22650" y="4337"/>
                  </a:lnTo>
                  <a:lnTo>
                    <a:pt x="23184" y="4103"/>
                  </a:lnTo>
                  <a:lnTo>
                    <a:pt x="23717" y="4003"/>
                  </a:lnTo>
                  <a:lnTo>
                    <a:pt x="24284" y="4003"/>
                  </a:lnTo>
                  <a:lnTo>
                    <a:pt x="24751" y="3670"/>
                  </a:lnTo>
                  <a:lnTo>
                    <a:pt x="25285" y="3703"/>
                  </a:lnTo>
                  <a:lnTo>
                    <a:pt x="25786" y="3636"/>
                  </a:lnTo>
                  <a:lnTo>
                    <a:pt x="26319" y="3770"/>
                  </a:lnTo>
                  <a:lnTo>
                    <a:pt x="26786" y="3403"/>
                  </a:lnTo>
                  <a:lnTo>
                    <a:pt x="27320" y="3536"/>
                  </a:lnTo>
                  <a:lnTo>
                    <a:pt x="27787" y="3303"/>
                  </a:lnTo>
                  <a:lnTo>
                    <a:pt x="28321" y="3403"/>
                  </a:lnTo>
                  <a:lnTo>
                    <a:pt x="28821" y="3269"/>
                  </a:lnTo>
                  <a:lnTo>
                    <a:pt x="29321" y="3269"/>
                  </a:lnTo>
                  <a:lnTo>
                    <a:pt x="29822" y="3203"/>
                  </a:lnTo>
                  <a:lnTo>
                    <a:pt x="30355" y="3069"/>
                  </a:lnTo>
                  <a:lnTo>
                    <a:pt x="30856" y="3269"/>
                  </a:lnTo>
                  <a:lnTo>
                    <a:pt x="31356" y="2969"/>
                  </a:lnTo>
                  <a:lnTo>
                    <a:pt x="31890" y="3236"/>
                  </a:lnTo>
                  <a:lnTo>
                    <a:pt x="32390" y="3169"/>
                  </a:lnTo>
                  <a:lnTo>
                    <a:pt x="32924" y="3169"/>
                  </a:lnTo>
                  <a:lnTo>
                    <a:pt x="33424" y="3303"/>
                  </a:lnTo>
                  <a:lnTo>
                    <a:pt x="33925" y="2936"/>
                  </a:lnTo>
                  <a:lnTo>
                    <a:pt x="34458" y="3169"/>
                  </a:lnTo>
                  <a:lnTo>
                    <a:pt x="34959" y="3069"/>
                  </a:lnTo>
                  <a:lnTo>
                    <a:pt x="35459" y="2969"/>
                  </a:lnTo>
                  <a:lnTo>
                    <a:pt x="35993" y="3269"/>
                  </a:lnTo>
                  <a:lnTo>
                    <a:pt x="36493" y="3103"/>
                  </a:lnTo>
                  <a:lnTo>
                    <a:pt x="36994" y="3136"/>
                  </a:lnTo>
                  <a:lnTo>
                    <a:pt x="37527" y="3269"/>
                  </a:lnTo>
                  <a:lnTo>
                    <a:pt x="38028" y="2936"/>
                  </a:lnTo>
                  <a:lnTo>
                    <a:pt x="38528" y="3169"/>
                  </a:lnTo>
                  <a:lnTo>
                    <a:pt x="39028" y="3236"/>
                  </a:lnTo>
                  <a:lnTo>
                    <a:pt x="39562" y="2969"/>
                  </a:lnTo>
                  <a:lnTo>
                    <a:pt x="40062" y="3036"/>
                  </a:lnTo>
                  <a:lnTo>
                    <a:pt x="40563" y="2936"/>
                  </a:lnTo>
                  <a:lnTo>
                    <a:pt x="41063" y="3370"/>
                  </a:lnTo>
                  <a:lnTo>
                    <a:pt x="41563" y="3269"/>
                  </a:lnTo>
                  <a:lnTo>
                    <a:pt x="42064" y="3003"/>
                  </a:lnTo>
                  <a:lnTo>
                    <a:pt x="42564" y="3203"/>
                  </a:lnTo>
                  <a:lnTo>
                    <a:pt x="43065" y="2969"/>
                  </a:lnTo>
                  <a:lnTo>
                    <a:pt x="43565" y="2969"/>
                  </a:lnTo>
                  <a:lnTo>
                    <a:pt x="43999" y="3069"/>
                  </a:lnTo>
                  <a:lnTo>
                    <a:pt x="44466" y="3136"/>
                  </a:lnTo>
                  <a:lnTo>
                    <a:pt x="44933" y="3103"/>
                  </a:lnTo>
                  <a:lnTo>
                    <a:pt x="45433" y="3269"/>
                  </a:lnTo>
                  <a:lnTo>
                    <a:pt x="45833" y="2836"/>
                  </a:lnTo>
                  <a:lnTo>
                    <a:pt x="46334" y="2802"/>
                  </a:lnTo>
                  <a:lnTo>
                    <a:pt x="46734" y="2502"/>
                  </a:lnTo>
                  <a:lnTo>
                    <a:pt x="47234" y="2402"/>
                  </a:lnTo>
                  <a:lnTo>
                    <a:pt x="47601" y="2035"/>
                  </a:lnTo>
                  <a:lnTo>
                    <a:pt x="48101" y="1935"/>
                  </a:lnTo>
                  <a:lnTo>
                    <a:pt x="48635" y="2102"/>
                  </a:lnTo>
                  <a:lnTo>
                    <a:pt x="49069" y="1969"/>
                  </a:lnTo>
                  <a:lnTo>
                    <a:pt x="49536" y="2035"/>
                  </a:lnTo>
                  <a:lnTo>
                    <a:pt x="49969" y="1802"/>
                  </a:lnTo>
                  <a:lnTo>
                    <a:pt x="50436" y="1635"/>
                  </a:lnTo>
                  <a:lnTo>
                    <a:pt x="50870" y="1702"/>
                  </a:lnTo>
                  <a:lnTo>
                    <a:pt x="51337" y="1702"/>
                  </a:lnTo>
                  <a:lnTo>
                    <a:pt x="51771" y="1935"/>
                  </a:lnTo>
                  <a:lnTo>
                    <a:pt x="52304" y="2002"/>
                  </a:lnTo>
                  <a:lnTo>
                    <a:pt x="52905" y="1969"/>
                  </a:lnTo>
                  <a:lnTo>
                    <a:pt x="53405" y="2069"/>
                  </a:lnTo>
                  <a:lnTo>
                    <a:pt x="53872" y="2135"/>
                  </a:lnTo>
                  <a:lnTo>
                    <a:pt x="54373" y="2069"/>
                  </a:lnTo>
                  <a:lnTo>
                    <a:pt x="54840" y="2269"/>
                  </a:lnTo>
                  <a:lnTo>
                    <a:pt x="55340" y="2369"/>
                  </a:lnTo>
                  <a:lnTo>
                    <a:pt x="55840" y="2269"/>
                  </a:lnTo>
                  <a:lnTo>
                    <a:pt x="56307" y="2002"/>
                  </a:lnTo>
                  <a:lnTo>
                    <a:pt x="56808" y="2169"/>
                  </a:lnTo>
                  <a:lnTo>
                    <a:pt x="57308" y="2202"/>
                  </a:lnTo>
                  <a:lnTo>
                    <a:pt x="57708" y="1768"/>
                  </a:lnTo>
                  <a:lnTo>
                    <a:pt x="58242" y="1868"/>
                  </a:lnTo>
                  <a:lnTo>
                    <a:pt x="58676" y="1702"/>
                  </a:lnTo>
                  <a:lnTo>
                    <a:pt x="59176" y="1602"/>
                  </a:lnTo>
                  <a:lnTo>
                    <a:pt x="59676" y="1635"/>
                  </a:lnTo>
                  <a:lnTo>
                    <a:pt x="60110" y="1468"/>
                  </a:lnTo>
                  <a:lnTo>
                    <a:pt x="60644" y="1502"/>
                  </a:lnTo>
                  <a:lnTo>
                    <a:pt x="61044" y="1101"/>
                  </a:lnTo>
                  <a:lnTo>
                    <a:pt x="61544" y="1035"/>
                  </a:lnTo>
                  <a:lnTo>
                    <a:pt x="62078" y="1201"/>
                  </a:lnTo>
                  <a:lnTo>
                    <a:pt x="62578" y="1001"/>
                  </a:lnTo>
                  <a:lnTo>
                    <a:pt x="63079" y="1135"/>
                  </a:lnTo>
                  <a:lnTo>
                    <a:pt x="63579" y="1268"/>
                  </a:lnTo>
                  <a:lnTo>
                    <a:pt x="64146" y="1101"/>
                  </a:lnTo>
                  <a:lnTo>
                    <a:pt x="64613" y="1301"/>
                  </a:lnTo>
                  <a:lnTo>
                    <a:pt x="65180" y="1268"/>
                  </a:lnTo>
                  <a:lnTo>
                    <a:pt x="65681" y="1468"/>
                  </a:lnTo>
                  <a:lnTo>
                    <a:pt x="66148" y="1802"/>
                  </a:lnTo>
                  <a:lnTo>
                    <a:pt x="66748" y="1668"/>
                  </a:lnTo>
                  <a:lnTo>
                    <a:pt x="67215" y="1969"/>
                  </a:lnTo>
                  <a:lnTo>
                    <a:pt x="67816" y="1802"/>
                  </a:lnTo>
                  <a:lnTo>
                    <a:pt x="68216" y="2269"/>
                  </a:lnTo>
                  <a:lnTo>
                    <a:pt x="68783" y="2135"/>
                  </a:lnTo>
                  <a:lnTo>
                    <a:pt x="69283" y="2402"/>
                  </a:lnTo>
                  <a:lnTo>
                    <a:pt x="69784" y="2102"/>
                  </a:lnTo>
                  <a:lnTo>
                    <a:pt x="70284" y="2235"/>
                  </a:lnTo>
                  <a:lnTo>
                    <a:pt x="70784" y="2269"/>
                  </a:lnTo>
                  <a:lnTo>
                    <a:pt x="71251" y="2035"/>
                  </a:lnTo>
                  <a:lnTo>
                    <a:pt x="71718" y="1935"/>
                  </a:lnTo>
                  <a:lnTo>
                    <a:pt x="71718" y="934"/>
                  </a:lnTo>
                  <a:lnTo>
                    <a:pt x="71418" y="834"/>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69" name="Google Shape;869;p32"/>
          <p:cNvSpPr txBox="1">
            <a:spLocks noGrp="1"/>
          </p:cNvSpPr>
          <p:nvPr>
            <p:ph type="title"/>
          </p:nvPr>
        </p:nvSpPr>
        <p:spPr>
          <a:xfrm>
            <a:off x="903669" y="774972"/>
            <a:ext cx="783900" cy="504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chemeClr val="lt1"/>
                </a:solidFill>
              </a:rPr>
              <a:t>01</a:t>
            </a:r>
            <a:endParaRPr dirty="0">
              <a:solidFill>
                <a:schemeClr val="lt1"/>
              </a:solidFill>
            </a:endParaRPr>
          </a:p>
        </p:txBody>
      </p:sp>
      <p:grpSp>
        <p:nvGrpSpPr>
          <p:cNvPr id="885" name="Google Shape;885;p32"/>
          <p:cNvGrpSpPr/>
          <p:nvPr/>
        </p:nvGrpSpPr>
        <p:grpSpPr>
          <a:xfrm flipH="1">
            <a:off x="300597" y="2122332"/>
            <a:ext cx="113753" cy="1603746"/>
            <a:chOff x="351725" y="2147797"/>
            <a:chExt cx="137400" cy="1937125"/>
          </a:xfrm>
        </p:grpSpPr>
        <p:sp>
          <p:nvSpPr>
            <p:cNvPr id="886" name="Google Shape;886;p32"/>
            <p:cNvSpPr/>
            <p:nvPr/>
          </p:nvSpPr>
          <p:spPr>
            <a:xfrm>
              <a:off x="351725" y="2147797"/>
              <a:ext cx="137400" cy="1188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887;p32"/>
            <p:cNvSpPr/>
            <p:nvPr/>
          </p:nvSpPr>
          <p:spPr>
            <a:xfrm>
              <a:off x="351725" y="2671172"/>
              <a:ext cx="137400" cy="1188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 name="Google Shape;888;p32"/>
            <p:cNvSpPr/>
            <p:nvPr/>
          </p:nvSpPr>
          <p:spPr>
            <a:xfrm>
              <a:off x="351725" y="2965947"/>
              <a:ext cx="137400" cy="1188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889;p32"/>
            <p:cNvSpPr/>
            <p:nvPr/>
          </p:nvSpPr>
          <p:spPr>
            <a:xfrm>
              <a:off x="351725" y="3442747"/>
              <a:ext cx="137400" cy="1188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890;p32"/>
            <p:cNvSpPr/>
            <p:nvPr/>
          </p:nvSpPr>
          <p:spPr>
            <a:xfrm>
              <a:off x="351725" y="3966122"/>
              <a:ext cx="137400" cy="1188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1" name="Google Shape;891;p32"/>
          <p:cNvGrpSpPr/>
          <p:nvPr/>
        </p:nvGrpSpPr>
        <p:grpSpPr>
          <a:xfrm>
            <a:off x="6967942" y="93491"/>
            <a:ext cx="2067200" cy="286500"/>
            <a:chOff x="2201950" y="260700"/>
            <a:chExt cx="2067200" cy="286500"/>
          </a:xfrm>
        </p:grpSpPr>
        <p:cxnSp>
          <p:nvCxnSpPr>
            <p:cNvPr id="892" name="Google Shape;892;p32"/>
            <p:cNvCxnSpPr/>
            <p:nvPr/>
          </p:nvCxnSpPr>
          <p:spPr>
            <a:xfrm flipH="1">
              <a:off x="2201950" y="260700"/>
              <a:ext cx="308700" cy="286500"/>
            </a:xfrm>
            <a:prstGeom prst="straightConnector1">
              <a:avLst/>
            </a:prstGeom>
            <a:noFill/>
            <a:ln w="9525" cap="flat" cmpd="sng">
              <a:solidFill>
                <a:schemeClr val="dk1"/>
              </a:solidFill>
              <a:prstDash val="solid"/>
              <a:round/>
              <a:headEnd type="none" w="med" len="med"/>
              <a:tailEnd type="none" w="med" len="med"/>
            </a:ln>
          </p:spPr>
        </p:cxnSp>
        <p:cxnSp>
          <p:nvCxnSpPr>
            <p:cNvPr id="893" name="Google Shape;893;p32"/>
            <p:cNvCxnSpPr/>
            <p:nvPr/>
          </p:nvCxnSpPr>
          <p:spPr>
            <a:xfrm flipH="1">
              <a:off x="2361814" y="260700"/>
              <a:ext cx="308700" cy="286500"/>
            </a:xfrm>
            <a:prstGeom prst="straightConnector1">
              <a:avLst/>
            </a:prstGeom>
            <a:noFill/>
            <a:ln w="9525" cap="flat" cmpd="sng">
              <a:solidFill>
                <a:schemeClr val="dk1"/>
              </a:solidFill>
              <a:prstDash val="solid"/>
              <a:round/>
              <a:headEnd type="none" w="med" len="med"/>
              <a:tailEnd type="none" w="med" len="med"/>
            </a:ln>
          </p:spPr>
        </p:cxnSp>
        <p:cxnSp>
          <p:nvCxnSpPr>
            <p:cNvPr id="895" name="Google Shape;895;p32"/>
            <p:cNvCxnSpPr/>
            <p:nvPr/>
          </p:nvCxnSpPr>
          <p:spPr>
            <a:xfrm flipH="1">
              <a:off x="2681541" y="260700"/>
              <a:ext cx="308700" cy="286500"/>
            </a:xfrm>
            <a:prstGeom prst="straightConnector1">
              <a:avLst/>
            </a:prstGeom>
            <a:noFill/>
            <a:ln w="9525" cap="flat" cmpd="sng">
              <a:solidFill>
                <a:schemeClr val="dk1"/>
              </a:solidFill>
              <a:prstDash val="solid"/>
              <a:round/>
              <a:headEnd type="none" w="med" len="med"/>
              <a:tailEnd type="none" w="med" len="med"/>
            </a:ln>
          </p:spPr>
        </p:cxnSp>
        <p:cxnSp>
          <p:nvCxnSpPr>
            <p:cNvPr id="896" name="Google Shape;896;p32"/>
            <p:cNvCxnSpPr/>
            <p:nvPr/>
          </p:nvCxnSpPr>
          <p:spPr>
            <a:xfrm flipH="1">
              <a:off x="2841405" y="260700"/>
              <a:ext cx="308700" cy="286500"/>
            </a:xfrm>
            <a:prstGeom prst="straightConnector1">
              <a:avLst/>
            </a:prstGeom>
            <a:noFill/>
            <a:ln w="9525" cap="flat" cmpd="sng">
              <a:solidFill>
                <a:schemeClr val="dk1"/>
              </a:solidFill>
              <a:prstDash val="solid"/>
              <a:round/>
              <a:headEnd type="none" w="med" len="med"/>
              <a:tailEnd type="none" w="med" len="med"/>
            </a:ln>
          </p:spPr>
        </p:cxnSp>
        <p:cxnSp>
          <p:nvCxnSpPr>
            <p:cNvPr id="897" name="Google Shape;897;p32"/>
            <p:cNvCxnSpPr/>
            <p:nvPr/>
          </p:nvCxnSpPr>
          <p:spPr>
            <a:xfrm flipH="1">
              <a:off x="3001268" y="260700"/>
              <a:ext cx="308700" cy="286500"/>
            </a:xfrm>
            <a:prstGeom prst="straightConnector1">
              <a:avLst/>
            </a:prstGeom>
            <a:noFill/>
            <a:ln w="9525" cap="flat" cmpd="sng">
              <a:solidFill>
                <a:schemeClr val="dk1"/>
              </a:solidFill>
              <a:prstDash val="solid"/>
              <a:round/>
              <a:headEnd type="none" w="med" len="med"/>
              <a:tailEnd type="none" w="med" len="med"/>
            </a:ln>
          </p:spPr>
        </p:cxnSp>
        <p:cxnSp>
          <p:nvCxnSpPr>
            <p:cNvPr id="898" name="Google Shape;898;p32"/>
            <p:cNvCxnSpPr/>
            <p:nvPr/>
          </p:nvCxnSpPr>
          <p:spPr>
            <a:xfrm flipH="1">
              <a:off x="3161132" y="260700"/>
              <a:ext cx="308700" cy="286500"/>
            </a:xfrm>
            <a:prstGeom prst="straightConnector1">
              <a:avLst/>
            </a:prstGeom>
            <a:noFill/>
            <a:ln w="9525" cap="flat" cmpd="sng">
              <a:solidFill>
                <a:schemeClr val="dk1"/>
              </a:solidFill>
              <a:prstDash val="solid"/>
              <a:round/>
              <a:headEnd type="none" w="med" len="med"/>
              <a:tailEnd type="none" w="med" len="med"/>
            </a:ln>
          </p:spPr>
        </p:cxnSp>
        <p:cxnSp>
          <p:nvCxnSpPr>
            <p:cNvPr id="899" name="Google Shape;899;p32"/>
            <p:cNvCxnSpPr/>
            <p:nvPr/>
          </p:nvCxnSpPr>
          <p:spPr>
            <a:xfrm flipH="1">
              <a:off x="3320995" y="260700"/>
              <a:ext cx="308700" cy="286500"/>
            </a:xfrm>
            <a:prstGeom prst="straightConnector1">
              <a:avLst/>
            </a:prstGeom>
            <a:noFill/>
            <a:ln w="9525" cap="flat" cmpd="sng">
              <a:solidFill>
                <a:schemeClr val="dk1"/>
              </a:solidFill>
              <a:prstDash val="solid"/>
              <a:round/>
              <a:headEnd type="none" w="med" len="med"/>
              <a:tailEnd type="none" w="med" len="med"/>
            </a:ln>
          </p:spPr>
        </p:cxnSp>
        <p:cxnSp>
          <p:nvCxnSpPr>
            <p:cNvPr id="900" name="Google Shape;900;p32"/>
            <p:cNvCxnSpPr/>
            <p:nvPr/>
          </p:nvCxnSpPr>
          <p:spPr>
            <a:xfrm flipH="1">
              <a:off x="3480859" y="260700"/>
              <a:ext cx="308700" cy="286500"/>
            </a:xfrm>
            <a:prstGeom prst="straightConnector1">
              <a:avLst/>
            </a:prstGeom>
            <a:noFill/>
            <a:ln w="9525" cap="flat" cmpd="sng">
              <a:solidFill>
                <a:schemeClr val="dk1"/>
              </a:solidFill>
              <a:prstDash val="solid"/>
              <a:round/>
              <a:headEnd type="none" w="med" len="med"/>
              <a:tailEnd type="none" w="med" len="med"/>
            </a:ln>
          </p:spPr>
        </p:cxnSp>
        <p:cxnSp>
          <p:nvCxnSpPr>
            <p:cNvPr id="901" name="Google Shape;901;p32"/>
            <p:cNvCxnSpPr/>
            <p:nvPr/>
          </p:nvCxnSpPr>
          <p:spPr>
            <a:xfrm flipH="1">
              <a:off x="3640723" y="260700"/>
              <a:ext cx="308700" cy="286500"/>
            </a:xfrm>
            <a:prstGeom prst="straightConnector1">
              <a:avLst/>
            </a:prstGeom>
            <a:noFill/>
            <a:ln w="9525" cap="flat" cmpd="sng">
              <a:solidFill>
                <a:schemeClr val="dk1"/>
              </a:solidFill>
              <a:prstDash val="solid"/>
              <a:round/>
              <a:headEnd type="none" w="med" len="med"/>
              <a:tailEnd type="none" w="med" len="med"/>
            </a:ln>
          </p:spPr>
        </p:cxnSp>
        <p:cxnSp>
          <p:nvCxnSpPr>
            <p:cNvPr id="902" name="Google Shape;902;p32"/>
            <p:cNvCxnSpPr/>
            <p:nvPr/>
          </p:nvCxnSpPr>
          <p:spPr>
            <a:xfrm flipH="1">
              <a:off x="3800586" y="260700"/>
              <a:ext cx="308700" cy="286500"/>
            </a:xfrm>
            <a:prstGeom prst="straightConnector1">
              <a:avLst/>
            </a:prstGeom>
            <a:noFill/>
            <a:ln w="9525" cap="flat" cmpd="sng">
              <a:solidFill>
                <a:schemeClr val="dk1"/>
              </a:solidFill>
              <a:prstDash val="solid"/>
              <a:round/>
              <a:headEnd type="none" w="med" len="med"/>
              <a:tailEnd type="none" w="med" len="med"/>
            </a:ln>
          </p:spPr>
        </p:cxnSp>
        <p:cxnSp>
          <p:nvCxnSpPr>
            <p:cNvPr id="903" name="Google Shape;903;p32"/>
            <p:cNvCxnSpPr/>
            <p:nvPr/>
          </p:nvCxnSpPr>
          <p:spPr>
            <a:xfrm flipH="1">
              <a:off x="3960450" y="260700"/>
              <a:ext cx="308700" cy="286500"/>
            </a:xfrm>
            <a:prstGeom prst="straightConnector1">
              <a:avLst/>
            </a:prstGeom>
            <a:noFill/>
            <a:ln w="9525" cap="flat" cmpd="sng">
              <a:solidFill>
                <a:schemeClr val="dk1"/>
              </a:solidFill>
              <a:prstDash val="solid"/>
              <a:round/>
              <a:headEnd type="none" w="med" len="med"/>
              <a:tailEnd type="none" w="med" len="med"/>
            </a:ln>
          </p:spPr>
        </p:cxnSp>
      </p:grpSp>
      <p:sp>
        <p:nvSpPr>
          <p:cNvPr id="904" name="Google Shape;904;p32"/>
          <p:cNvSpPr/>
          <p:nvPr/>
        </p:nvSpPr>
        <p:spPr>
          <a:xfrm>
            <a:off x="7252400" y="436590"/>
            <a:ext cx="1717232" cy="226026"/>
          </a:xfrm>
          <a:custGeom>
            <a:avLst/>
            <a:gdLst/>
            <a:ahLst/>
            <a:cxnLst/>
            <a:rect l="l" t="t" r="r" b="b"/>
            <a:pathLst>
              <a:path w="61155" h="4912" extrusionOk="0">
                <a:moveTo>
                  <a:pt x="0" y="1"/>
                </a:moveTo>
                <a:lnTo>
                  <a:pt x="0" y="4912"/>
                </a:lnTo>
                <a:lnTo>
                  <a:pt x="61154" y="4912"/>
                </a:lnTo>
                <a:lnTo>
                  <a:pt x="61154" y="1"/>
                </a:lnTo>
                <a:close/>
              </a:path>
            </a:pathLst>
          </a:custGeom>
          <a:solidFill>
            <a:srgbClr val="EBED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Title 10">
            <a:extLst>
              <a:ext uri="{FF2B5EF4-FFF2-40B4-BE49-F238E27FC236}">
                <a16:creationId xmlns:a16="http://schemas.microsoft.com/office/drawing/2014/main" id="{84F19965-AFB7-8D1D-E0C6-1613982C544A}"/>
              </a:ext>
            </a:extLst>
          </p:cNvPr>
          <p:cNvSpPr>
            <a:spLocks noGrp="1"/>
          </p:cNvSpPr>
          <p:nvPr>
            <p:ph type="title" idx="9"/>
          </p:nvPr>
        </p:nvSpPr>
        <p:spPr>
          <a:xfrm>
            <a:off x="1915980" y="1908590"/>
            <a:ext cx="2409146" cy="1127757"/>
          </a:xfrm>
        </p:spPr>
        <p:txBody>
          <a:bodyPr/>
          <a:lstStyle/>
          <a:p>
            <a:r>
              <a:rPr lang="en-US" dirty="0"/>
              <a:t>Give some tricks in football tactics</a:t>
            </a:r>
          </a:p>
        </p:txBody>
      </p:sp>
      <p:sp>
        <p:nvSpPr>
          <p:cNvPr id="13" name="Title 12">
            <a:extLst>
              <a:ext uri="{FF2B5EF4-FFF2-40B4-BE49-F238E27FC236}">
                <a16:creationId xmlns:a16="http://schemas.microsoft.com/office/drawing/2014/main" id="{2CB9773F-443F-23EF-06FD-80142C36AAE3}"/>
              </a:ext>
            </a:extLst>
          </p:cNvPr>
          <p:cNvSpPr>
            <a:spLocks noGrp="1"/>
          </p:cNvSpPr>
          <p:nvPr>
            <p:ph type="title" idx="15"/>
          </p:nvPr>
        </p:nvSpPr>
        <p:spPr>
          <a:xfrm>
            <a:off x="5882806" y="802180"/>
            <a:ext cx="2672745" cy="750900"/>
          </a:xfrm>
        </p:spPr>
        <p:txBody>
          <a:bodyPr/>
          <a:lstStyle/>
          <a:p>
            <a:r>
              <a:rPr lang="en-US" dirty="0"/>
              <a:t>Make booking football courts easier and make a tournaments</a:t>
            </a:r>
          </a:p>
        </p:txBody>
      </p:sp>
      <p:pic>
        <p:nvPicPr>
          <p:cNvPr id="14" name="Graphic 13" descr="Chevron arrows with solid fill">
            <a:extLst>
              <a:ext uri="{FF2B5EF4-FFF2-40B4-BE49-F238E27FC236}">
                <a16:creationId xmlns:a16="http://schemas.microsoft.com/office/drawing/2014/main" id="{4ADA1E7C-2722-5E85-082A-E376BD0D42D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114800" y="4212802"/>
            <a:ext cx="914400" cy="914400"/>
          </a:xfrm>
          <a:prstGeom prst="rect">
            <a:avLst/>
          </a:prstGeom>
        </p:spPr>
      </p:pic>
      <p:grpSp>
        <p:nvGrpSpPr>
          <p:cNvPr id="15" name="Google Shape;885;p32">
            <a:extLst>
              <a:ext uri="{FF2B5EF4-FFF2-40B4-BE49-F238E27FC236}">
                <a16:creationId xmlns:a16="http://schemas.microsoft.com/office/drawing/2014/main" id="{D4B33F3A-19C5-C7AF-2772-15232E5916D4}"/>
              </a:ext>
            </a:extLst>
          </p:cNvPr>
          <p:cNvGrpSpPr/>
          <p:nvPr/>
        </p:nvGrpSpPr>
        <p:grpSpPr>
          <a:xfrm flipH="1">
            <a:off x="8786525" y="2122332"/>
            <a:ext cx="113753" cy="1603746"/>
            <a:chOff x="351725" y="2147797"/>
            <a:chExt cx="137400" cy="1937125"/>
          </a:xfrm>
        </p:grpSpPr>
        <p:sp>
          <p:nvSpPr>
            <p:cNvPr id="16" name="Google Shape;886;p32">
              <a:extLst>
                <a:ext uri="{FF2B5EF4-FFF2-40B4-BE49-F238E27FC236}">
                  <a16:creationId xmlns:a16="http://schemas.microsoft.com/office/drawing/2014/main" id="{157EB6DD-A987-E53E-6C9E-95C6E21448AB}"/>
                </a:ext>
              </a:extLst>
            </p:cNvPr>
            <p:cNvSpPr/>
            <p:nvPr/>
          </p:nvSpPr>
          <p:spPr>
            <a:xfrm>
              <a:off x="351725" y="2147797"/>
              <a:ext cx="137400" cy="1188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887;p32">
              <a:extLst>
                <a:ext uri="{FF2B5EF4-FFF2-40B4-BE49-F238E27FC236}">
                  <a16:creationId xmlns:a16="http://schemas.microsoft.com/office/drawing/2014/main" id="{C755CB65-4ED5-6F54-E854-6AE9483615F7}"/>
                </a:ext>
              </a:extLst>
            </p:cNvPr>
            <p:cNvSpPr/>
            <p:nvPr/>
          </p:nvSpPr>
          <p:spPr>
            <a:xfrm>
              <a:off x="351725" y="2671172"/>
              <a:ext cx="137400" cy="1188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888;p32">
              <a:extLst>
                <a:ext uri="{FF2B5EF4-FFF2-40B4-BE49-F238E27FC236}">
                  <a16:creationId xmlns:a16="http://schemas.microsoft.com/office/drawing/2014/main" id="{A889002A-587A-A3D6-CFD5-239D0126D393}"/>
                </a:ext>
              </a:extLst>
            </p:cNvPr>
            <p:cNvSpPr/>
            <p:nvPr/>
          </p:nvSpPr>
          <p:spPr>
            <a:xfrm>
              <a:off x="351725" y="2965947"/>
              <a:ext cx="137400" cy="1188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889;p32">
              <a:extLst>
                <a:ext uri="{FF2B5EF4-FFF2-40B4-BE49-F238E27FC236}">
                  <a16:creationId xmlns:a16="http://schemas.microsoft.com/office/drawing/2014/main" id="{FBCE321E-8D24-7AE6-9B50-7A4C4FCD39C8}"/>
                </a:ext>
              </a:extLst>
            </p:cNvPr>
            <p:cNvSpPr/>
            <p:nvPr/>
          </p:nvSpPr>
          <p:spPr>
            <a:xfrm>
              <a:off x="351725" y="3442747"/>
              <a:ext cx="137400" cy="1188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890;p32">
              <a:extLst>
                <a:ext uri="{FF2B5EF4-FFF2-40B4-BE49-F238E27FC236}">
                  <a16:creationId xmlns:a16="http://schemas.microsoft.com/office/drawing/2014/main" id="{6018A77F-87C5-0700-CD06-7846D78F019E}"/>
                </a:ext>
              </a:extLst>
            </p:cNvPr>
            <p:cNvSpPr/>
            <p:nvPr/>
          </p:nvSpPr>
          <p:spPr>
            <a:xfrm>
              <a:off x="351725" y="3966122"/>
              <a:ext cx="137400" cy="1188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 name="TextBox 20">
            <a:extLst>
              <a:ext uri="{FF2B5EF4-FFF2-40B4-BE49-F238E27FC236}">
                <a16:creationId xmlns:a16="http://schemas.microsoft.com/office/drawing/2014/main" id="{E08F7BFC-E478-11D5-35F8-902D5C63B677}"/>
              </a:ext>
            </a:extLst>
          </p:cNvPr>
          <p:cNvSpPr txBox="1"/>
          <p:nvPr/>
        </p:nvSpPr>
        <p:spPr>
          <a:xfrm>
            <a:off x="7339757" y="409716"/>
            <a:ext cx="1566760" cy="307777"/>
          </a:xfrm>
          <a:prstGeom prst="rect">
            <a:avLst/>
          </a:prstGeom>
          <a:noFill/>
        </p:spPr>
        <p:txBody>
          <a:bodyPr wrap="square" rtlCol="0">
            <a:spAutoFit/>
          </a:bodyPr>
          <a:lstStyle/>
          <a:p>
            <a:pPr algn="ctr"/>
            <a:r>
              <a:rPr lang="en-US" i="1" dirty="0">
                <a:latin typeface="Montserrat ExtraBold" panose="00000900000000000000" pitchFamily="2" charset="0"/>
              </a:rPr>
              <a:t>REMONTADA</a:t>
            </a:r>
          </a:p>
        </p:txBody>
      </p:sp>
      <p:grpSp>
        <p:nvGrpSpPr>
          <p:cNvPr id="4" name="Google Shape;849;p32">
            <a:extLst>
              <a:ext uri="{FF2B5EF4-FFF2-40B4-BE49-F238E27FC236}">
                <a16:creationId xmlns:a16="http://schemas.microsoft.com/office/drawing/2014/main" id="{765D6908-D5D8-555D-4F42-3217658B6E07}"/>
              </a:ext>
            </a:extLst>
          </p:cNvPr>
          <p:cNvGrpSpPr/>
          <p:nvPr/>
        </p:nvGrpSpPr>
        <p:grpSpPr>
          <a:xfrm>
            <a:off x="4818876" y="2206228"/>
            <a:ext cx="984333" cy="750875"/>
            <a:chOff x="6268229" y="1126723"/>
            <a:chExt cx="2821246" cy="1847625"/>
          </a:xfrm>
        </p:grpSpPr>
        <p:sp>
          <p:nvSpPr>
            <p:cNvPr id="5" name="Google Shape;850;p32">
              <a:extLst>
                <a:ext uri="{FF2B5EF4-FFF2-40B4-BE49-F238E27FC236}">
                  <a16:creationId xmlns:a16="http://schemas.microsoft.com/office/drawing/2014/main" id="{FBF91AEC-346A-C362-82BE-06022B5A1B2C}"/>
                </a:ext>
              </a:extLst>
            </p:cNvPr>
            <p:cNvSpPr/>
            <p:nvPr/>
          </p:nvSpPr>
          <p:spPr>
            <a:xfrm>
              <a:off x="6268229" y="1126723"/>
              <a:ext cx="2821246" cy="1847604"/>
            </a:xfrm>
            <a:custGeom>
              <a:avLst/>
              <a:gdLst/>
              <a:ahLst/>
              <a:cxnLst/>
              <a:rect l="l" t="t" r="r" b="b"/>
              <a:pathLst>
                <a:path w="71719" h="46968" extrusionOk="0">
                  <a:moveTo>
                    <a:pt x="634" y="46634"/>
                  </a:moveTo>
                  <a:lnTo>
                    <a:pt x="1168" y="46834"/>
                  </a:lnTo>
                  <a:lnTo>
                    <a:pt x="1635" y="46734"/>
                  </a:lnTo>
                  <a:lnTo>
                    <a:pt x="2102" y="46434"/>
                  </a:lnTo>
                  <a:lnTo>
                    <a:pt x="2569" y="46434"/>
                  </a:lnTo>
                  <a:lnTo>
                    <a:pt x="3103" y="46400"/>
                  </a:lnTo>
                  <a:lnTo>
                    <a:pt x="3670" y="46534"/>
                  </a:lnTo>
                  <a:lnTo>
                    <a:pt x="4170" y="46400"/>
                  </a:lnTo>
                  <a:lnTo>
                    <a:pt x="4704" y="46334"/>
                  </a:lnTo>
                  <a:lnTo>
                    <a:pt x="5238" y="46234"/>
                  </a:lnTo>
                  <a:lnTo>
                    <a:pt x="5771" y="46367"/>
                  </a:lnTo>
                  <a:lnTo>
                    <a:pt x="6272" y="46367"/>
                  </a:lnTo>
                  <a:lnTo>
                    <a:pt x="6805" y="46500"/>
                  </a:lnTo>
                  <a:lnTo>
                    <a:pt x="7306" y="46467"/>
                  </a:lnTo>
                  <a:lnTo>
                    <a:pt x="7773" y="46234"/>
                  </a:lnTo>
                  <a:lnTo>
                    <a:pt x="8273" y="46434"/>
                  </a:lnTo>
                  <a:lnTo>
                    <a:pt x="8773" y="46434"/>
                  </a:lnTo>
                  <a:lnTo>
                    <a:pt x="9240" y="46200"/>
                  </a:lnTo>
                  <a:lnTo>
                    <a:pt x="9741" y="46434"/>
                  </a:lnTo>
                  <a:lnTo>
                    <a:pt x="10241" y="46400"/>
                  </a:lnTo>
                  <a:lnTo>
                    <a:pt x="10675" y="46100"/>
                  </a:lnTo>
                  <a:lnTo>
                    <a:pt x="11175" y="46134"/>
                  </a:lnTo>
                  <a:lnTo>
                    <a:pt x="11642" y="45900"/>
                  </a:lnTo>
                  <a:lnTo>
                    <a:pt x="12142" y="45967"/>
                  </a:lnTo>
                  <a:lnTo>
                    <a:pt x="12609" y="45867"/>
                  </a:lnTo>
                  <a:lnTo>
                    <a:pt x="13110" y="46033"/>
                  </a:lnTo>
                  <a:lnTo>
                    <a:pt x="13610" y="45933"/>
                  </a:lnTo>
                  <a:lnTo>
                    <a:pt x="14111" y="46000"/>
                  </a:lnTo>
                  <a:lnTo>
                    <a:pt x="14578" y="45833"/>
                  </a:lnTo>
                  <a:lnTo>
                    <a:pt x="15078" y="45900"/>
                  </a:lnTo>
                  <a:lnTo>
                    <a:pt x="15578" y="45933"/>
                  </a:lnTo>
                  <a:lnTo>
                    <a:pt x="16045" y="45867"/>
                  </a:lnTo>
                  <a:lnTo>
                    <a:pt x="16512" y="45566"/>
                  </a:lnTo>
                  <a:lnTo>
                    <a:pt x="17013" y="45633"/>
                  </a:lnTo>
                  <a:lnTo>
                    <a:pt x="17480" y="45700"/>
                  </a:lnTo>
                  <a:lnTo>
                    <a:pt x="17980" y="45633"/>
                  </a:lnTo>
                  <a:lnTo>
                    <a:pt x="18447" y="45433"/>
                  </a:lnTo>
                  <a:lnTo>
                    <a:pt x="18914" y="45600"/>
                  </a:lnTo>
                  <a:lnTo>
                    <a:pt x="19448" y="45400"/>
                  </a:lnTo>
                  <a:lnTo>
                    <a:pt x="19881" y="45633"/>
                  </a:lnTo>
                  <a:lnTo>
                    <a:pt x="20382" y="45833"/>
                  </a:lnTo>
                  <a:lnTo>
                    <a:pt x="20849" y="45900"/>
                  </a:lnTo>
                  <a:lnTo>
                    <a:pt x="21382" y="45733"/>
                  </a:lnTo>
                  <a:lnTo>
                    <a:pt x="21849" y="46000"/>
                  </a:lnTo>
                  <a:lnTo>
                    <a:pt x="22316" y="46167"/>
                  </a:lnTo>
                  <a:lnTo>
                    <a:pt x="22817" y="46167"/>
                  </a:lnTo>
                  <a:lnTo>
                    <a:pt x="23284" y="46434"/>
                  </a:lnTo>
                  <a:lnTo>
                    <a:pt x="23684" y="46567"/>
                  </a:lnTo>
                  <a:lnTo>
                    <a:pt x="24118" y="46367"/>
                  </a:lnTo>
                  <a:lnTo>
                    <a:pt x="24551" y="46667"/>
                  </a:lnTo>
                  <a:lnTo>
                    <a:pt x="25018" y="46634"/>
                  </a:lnTo>
                  <a:lnTo>
                    <a:pt x="25452" y="46267"/>
                  </a:lnTo>
                  <a:lnTo>
                    <a:pt x="25952" y="46500"/>
                  </a:lnTo>
                  <a:lnTo>
                    <a:pt x="26453" y="46601"/>
                  </a:lnTo>
                  <a:lnTo>
                    <a:pt x="26920" y="46500"/>
                  </a:lnTo>
                  <a:lnTo>
                    <a:pt x="27353" y="46167"/>
                  </a:lnTo>
                  <a:lnTo>
                    <a:pt x="27887" y="46467"/>
                  </a:lnTo>
                  <a:lnTo>
                    <a:pt x="28387" y="46334"/>
                  </a:lnTo>
                  <a:lnTo>
                    <a:pt x="28888" y="46334"/>
                  </a:lnTo>
                  <a:lnTo>
                    <a:pt x="29355" y="46134"/>
                  </a:lnTo>
                  <a:lnTo>
                    <a:pt x="29855" y="46000"/>
                  </a:lnTo>
                  <a:lnTo>
                    <a:pt x="30322" y="46000"/>
                  </a:lnTo>
                  <a:lnTo>
                    <a:pt x="30856" y="46100"/>
                  </a:lnTo>
                  <a:lnTo>
                    <a:pt x="31323" y="45967"/>
                  </a:lnTo>
                  <a:lnTo>
                    <a:pt x="31823" y="45967"/>
                  </a:lnTo>
                  <a:lnTo>
                    <a:pt x="32324" y="46000"/>
                  </a:lnTo>
                  <a:lnTo>
                    <a:pt x="32824" y="46067"/>
                  </a:lnTo>
                  <a:lnTo>
                    <a:pt x="33324" y="46000"/>
                  </a:lnTo>
                  <a:lnTo>
                    <a:pt x="33791" y="45833"/>
                  </a:lnTo>
                  <a:lnTo>
                    <a:pt x="34292" y="45767"/>
                  </a:lnTo>
                  <a:lnTo>
                    <a:pt x="34792" y="45867"/>
                  </a:lnTo>
                  <a:lnTo>
                    <a:pt x="35292" y="45733"/>
                  </a:lnTo>
                  <a:lnTo>
                    <a:pt x="35793" y="45600"/>
                  </a:lnTo>
                  <a:lnTo>
                    <a:pt x="36260" y="45500"/>
                  </a:lnTo>
                  <a:lnTo>
                    <a:pt x="36760" y="45633"/>
                  </a:lnTo>
                  <a:lnTo>
                    <a:pt x="37227" y="45500"/>
                  </a:lnTo>
                  <a:lnTo>
                    <a:pt x="37727" y="45533"/>
                  </a:lnTo>
                  <a:lnTo>
                    <a:pt x="38194" y="45266"/>
                  </a:lnTo>
                  <a:lnTo>
                    <a:pt x="38661" y="45266"/>
                  </a:lnTo>
                  <a:lnTo>
                    <a:pt x="39162" y="45400"/>
                  </a:lnTo>
                  <a:lnTo>
                    <a:pt x="39662" y="45700"/>
                  </a:lnTo>
                  <a:lnTo>
                    <a:pt x="40196" y="45500"/>
                  </a:lnTo>
                  <a:lnTo>
                    <a:pt x="40730" y="45700"/>
                  </a:lnTo>
                  <a:lnTo>
                    <a:pt x="41230" y="45633"/>
                  </a:lnTo>
                  <a:lnTo>
                    <a:pt x="41764" y="45667"/>
                  </a:lnTo>
                  <a:lnTo>
                    <a:pt x="42297" y="45633"/>
                  </a:lnTo>
                  <a:lnTo>
                    <a:pt x="42798" y="45767"/>
                  </a:lnTo>
                  <a:lnTo>
                    <a:pt x="43265" y="45633"/>
                  </a:lnTo>
                  <a:lnTo>
                    <a:pt x="43732" y="45366"/>
                  </a:lnTo>
                  <a:lnTo>
                    <a:pt x="44232" y="45366"/>
                  </a:lnTo>
                  <a:lnTo>
                    <a:pt x="44732" y="45466"/>
                  </a:lnTo>
                  <a:lnTo>
                    <a:pt x="45199" y="45166"/>
                  </a:lnTo>
                  <a:lnTo>
                    <a:pt x="45733" y="45366"/>
                  </a:lnTo>
                  <a:lnTo>
                    <a:pt x="46300" y="45200"/>
                  </a:lnTo>
                  <a:lnTo>
                    <a:pt x="46734" y="45667"/>
                  </a:lnTo>
                  <a:lnTo>
                    <a:pt x="47301" y="45433"/>
                  </a:lnTo>
                  <a:lnTo>
                    <a:pt x="47801" y="45700"/>
                  </a:lnTo>
                  <a:lnTo>
                    <a:pt x="48368" y="45566"/>
                  </a:lnTo>
                  <a:lnTo>
                    <a:pt x="48869" y="45833"/>
                  </a:lnTo>
                  <a:lnTo>
                    <a:pt x="49402" y="46000"/>
                  </a:lnTo>
                  <a:lnTo>
                    <a:pt x="49969" y="45933"/>
                  </a:lnTo>
                  <a:lnTo>
                    <a:pt x="50436" y="46100"/>
                  </a:lnTo>
                  <a:lnTo>
                    <a:pt x="50970" y="45900"/>
                  </a:lnTo>
                  <a:lnTo>
                    <a:pt x="51471" y="46000"/>
                  </a:lnTo>
                  <a:lnTo>
                    <a:pt x="52004" y="46100"/>
                  </a:lnTo>
                  <a:lnTo>
                    <a:pt x="52471" y="45900"/>
                  </a:lnTo>
                  <a:lnTo>
                    <a:pt x="53038" y="46000"/>
                  </a:lnTo>
                  <a:lnTo>
                    <a:pt x="53539" y="45900"/>
                  </a:lnTo>
                  <a:lnTo>
                    <a:pt x="53906" y="45466"/>
                  </a:lnTo>
                  <a:lnTo>
                    <a:pt x="54439" y="45500"/>
                  </a:lnTo>
                  <a:lnTo>
                    <a:pt x="54873" y="45300"/>
                  </a:lnTo>
                  <a:lnTo>
                    <a:pt x="55373" y="45300"/>
                  </a:lnTo>
                  <a:lnTo>
                    <a:pt x="55840" y="45166"/>
                  </a:lnTo>
                  <a:lnTo>
                    <a:pt x="56274" y="44966"/>
                  </a:lnTo>
                  <a:lnTo>
                    <a:pt x="56808" y="45033"/>
                  </a:lnTo>
                  <a:lnTo>
                    <a:pt x="57208" y="44566"/>
                  </a:lnTo>
                  <a:lnTo>
                    <a:pt x="57708" y="44599"/>
                  </a:lnTo>
                  <a:lnTo>
                    <a:pt x="58209" y="44733"/>
                  </a:lnTo>
                  <a:lnTo>
                    <a:pt x="58642" y="44432"/>
                  </a:lnTo>
                  <a:lnTo>
                    <a:pt x="59143" y="44266"/>
                  </a:lnTo>
                  <a:lnTo>
                    <a:pt x="59643" y="44366"/>
                  </a:lnTo>
                  <a:lnTo>
                    <a:pt x="60143" y="44532"/>
                  </a:lnTo>
                  <a:lnTo>
                    <a:pt x="60610" y="44432"/>
                  </a:lnTo>
                  <a:lnTo>
                    <a:pt x="61077" y="44466"/>
                  </a:lnTo>
                  <a:lnTo>
                    <a:pt x="61611" y="44532"/>
                  </a:lnTo>
                  <a:lnTo>
                    <a:pt x="62178" y="44432"/>
                  </a:lnTo>
                  <a:lnTo>
                    <a:pt x="62745" y="44499"/>
                  </a:lnTo>
                  <a:lnTo>
                    <a:pt x="63179" y="44699"/>
                  </a:lnTo>
                  <a:lnTo>
                    <a:pt x="63646" y="44666"/>
                  </a:lnTo>
                  <a:lnTo>
                    <a:pt x="64080" y="44699"/>
                  </a:lnTo>
                  <a:lnTo>
                    <a:pt x="64547" y="44499"/>
                  </a:lnTo>
                  <a:lnTo>
                    <a:pt x="64980" y="44232"/>
                  </a:lnTo>
                  <a:lnTo>
                    <a:pt x="65447" y="44299"/>
                  </a:lnTo>
                  <a:lnTo>
                    <a:pt x="65847" y="44132"/>
                  </a:lnTo>
                  <a:lnTo>
                    <a:pt x="66381" y="44232"/>
                  </a:lnTo>
                  <a:lnTo>
                    <a:pt x="66882" y="44099"/>
                  </a:lnTo>
                  <a:lnTo>
                    <a:pt x="67215" y="43732"/>
                  </a:lnTo>
                  <a:lnTo>
                    <a:pt x="67715" y="43598"/>
                  </a:lnTo>
                  <a:lnTo>
                    <a:pt x="68116" y="43265"/>
                  </a:lnTo>
                  <a:lnTo>
                    <a:pt x="68616" y="43198"/>
                  </a:lnTo>
                  <a:lnTo>
                    <a:pt x="68950" y="42764"/>
                  </a:lnTo>
                  <a:lnTo>
                    <a:pt x="69483" y="42898"/>
                  </a:lnTo>
                  <a:lnTo>
                    <a:pt x="69917" y="42798"/>
                  </a:lnTo>
                  <a:lnTo>
                    <a:pt x="70384" y="42864"/>
                  </a:lnTo>
                  <a:lnTo>
                    <a:pt x="70884" y="42931"/>
                  </a:lnTo>
                  <a:lnTo>
                    <a:pt x="71351" y="42898"/>
                  </a:lnTo>
                  <a:lnTo>
                    <a:pt x="71718" y="42698"/>
                  </a:lnTo>
                  <a:lnTo>
                    <a:pt x="71718" y="934"/>
                  </a:lnTo>
                  <a:lnTo>
                    <a:pt x="71418" y="834"/>
                  </a:lnTo>
                  <a:lnTo>
                    <a:pt x="70918" y="934"/>
                  </a:lnTo>
                  <a:lnTo>
                    <a:pt x="70451" y="1168"/>
                  </a:lnTo>
                  <a:lnTo>
                    <a:pt x="69950" y="1168"/>
                  </a:lnTo>
                  <a:lnTo>
                    <a:pt x="69450" y="1035"/>
                  </a:lnTo>
                  <a:lnTo>
                    <a:pt x="68950" y="1301"/>
                  </a:lnTo>
                  <a:lnTo>
                    <a:pt x="68449" y="1068"/>
                  </a:lnTo>
                  <a:lnTo>
                    <a:pt x="67882" y="1201"/>
                  </a:lnTo>
                  <a:lnTo>
                    <a:pt x="67449" y="734"/>
                  </a:lnTo>
                  <a:lnTo>
                    <a:pt x="66882" y="901"/>
                  </a:lnTo>
                  <a:lnTo>
                    <a:pt x="66381" y="634"/>
                  </a:lnTo>
                  <a:lnTo>
                    <a:pt x="65814" y="734"/>
                  </a:lnTo>
                  <a:lnTo>
                    <a:pt x="65347" y="434"/>
                  </a:lnTo>
                  <a:lnTo>
                    <a:pt x="64847" y="234"/>
                  </a:lnTo>
                  <a:lnTo>
                    <a:pt x="64280" y="267"/>
                  </a:lnTo>
                  <a:lnTo>
                    <a:pt x="63779" y="67"/>
                  </a:lnTo>
                  <a:lnTo>
                    <a:pt x="63246" y="267"/>
                  </a:lnTo>
                  <a:lnTo>
                    <a:pt x="62745" y="134"/>
                  </a:lnTo>
                  <a:lnTo>
                    <a:pt x="62245" y="0"/>
                  </a:lnTo>
                  <a:lnTo>
                    <a:pt x="61745" y="201"/>
                  </a:lnTo>
                  <a:lnTo>
                    <a:pt x="61211" y="34"/>
                  </a:lnTo>
                  <a:lnTo>
                    <a:pt x="60677" y="101"/>
                  </a:lnTo>
                  <a:lnTo>
                    <a:pt x="60310" y="534"/>
                  </a:lnTo>
                  <a:lnTo>
                    <a:pt x="59776" y="467"/>
                  </a:lnTo>
                  <a:lnTo>
                    <a:pt x="59309" y="634"/>
                  </a:lnTo>
                  <a:lnTo>
                    <a:pt x="58809" y="601"/>
                  </a:lnTo>
                  <a:lnTo>
                    <a:pt x="58342" y="701"/>
                  </a:lnTo>
                  <a:lnTo>
                    <a:pt x="57908" y="901"/>
                  </a:lnTo>
                  <a:lnTo>
                    <a:pt x="57375" y="801"/>
                  </a:lnTo>
                  <a:lnTo>
                    <a:pt x="56974" y="1235"/>
                  </a:lnTo>
                  <a:lnTo>
                    <a:pt x="56474" y="1201"/>
                  </a:lnTo>
                  <a:lnTo>
                    <a:pt x="55974" y="1035"/>
                  </a:lnTo>
                  <a:lnTo>
                    <a:pt x="55507" y="1301"/>
                  </a:lnTo>
                  <a:lnTo>
                    <a:pt x="55006" y="1435"/>
                  </a:lnTo>
                  <a:lnTo>
                    <a:pt x="54539" y="1335"/>
                  </a:lnTo>
                  <a:lnTo>
                    <a:pt x="54039" y="1135"/>
                  </a:lnTo>
                  <a:lnTo>
                    <a:pt x="53572" y="1201"/>
                  </a:lnTo>
                  <a:lnTo>
                    <a:pt x="53072" y="1135"/>
                  </a:lnTo>
                  <a:lnTo>
                    <a:pt x="52571" y="1068"/>
                  </a:lnTo>
                  <a:lnTo>
                    <a:pt x="51971" y="1101"/>
                  </a:lnTo>
                  <a:lnTo>
                    <a:pt x="51437" y="1035"/>
                  </a:lnTo>
                  <a:lnTo>
                    <a:pt x="51004" y="801"/>
                  </a:lnTo>
                  <a:lnTo>
                    <a:pt x="50537" y="801"/>
                  </a:lnTo>
                  <a:lnTo>
                    <a:pt x="50103" y="734"/>
                  </a:lnTo>
                  <a:lnTo>
                    <a:pt x="49636" y="901"/>
                  </a:lnTo>
                  <a:lnTo>
                    <a:pt x="49202" y="1168"/>
                  </a:lnTo>
                  <a:lnTo>
                    <a:pt x="48735" y="1068"/>
                  </a:lnTo>
                  <a:lnTo>
                    <a:pt x="48302" y="1235"/>
                  </a:lnTo>
                  <a:lnTo>
                    <a:pt x="47768" y="1068"/>
                  </a:lnTo>
                  <a:lnTo>
                    <a:pt x="47268" y="1168"/>
                  </a:lnTo>
                  <a:lnTo>
                    <a:pt x="46901" y="1535"/>
                  </a:lnTo>
                  <a:lnTo>
                    <a:pt x="46400" y="1635"/>
                  </a:lnTo>
                  <a:lnTo>
                    <a:pt x="46000" y="1935"/>
                  </a:lnTo>
                  <a:lnTo>
                    <a:pt x="45500" y="1969"/>
                  </a:lnTo>
                  <a:lnTo>
                    <a:pt x="45133" y="2436"/>
                  </a:lnTo>
                  <a:lnTo>
                    <a:pt x="44632" y="2269"/>
                  </a:lnTo>
                  <a:lnTo>
                    <a:pt x="44165" y="2302"/>
                  </a:lnTo>
                  <a:lnTo>
                    <a:pt x="43698" y="2235"/>
                  </a:lnTo>
                  <a:lnTo>
                    <a:pt x="43231" y="2169"/>
                  </a:lnTo>
                  <a:lnTo>
                    <a:pt x="42764" y="2169"/>
                  </a:lnTo>
                  <a:lnTo>
                    <a:pt x="42264" y="2369"/>
                  </a:lnTo>
                  <a:lnTo>
                    <a:pt x="41730" y="2202"/>
                  </a:lnTo>
                  <a:lnTo>
                    <a:pt x="41230" y="2469"/>
                  </a:lnTo>
                  <a:lnTo>
                    <a:pt x="40730" y="2536"/>
                  </a:lnTo>
                  <a:lnTo>
                    <a:pt x="40229" y="2135"/>
                  </a:lnTo>
                  <a:lnTo>
                    <a:pt x="39729" y="2235"/>
                  </a:lnTo>
                  <a:lnTo>
                    <a:pt x="39228" y="2169"/>
                  </a:lnTo>
                  <a:lnTo>
                    <a:pt x="38695" y="2436"/>
                  </a:lnTo>
                  <a:lnTo>
                    <a:pt x="38194" y="2369"/>
                  </a:lnTo>
                  <a:lnTo>
                    <a:pt x="37694" y="2169"/>
                  </a:lnTo>
                  <a:lnTo>
                    <a:pt x="37194" y="2502"/>
                  </a:lnTo>
                  <a:lnTo>
                    <a:pt x="36693" y="2369"/>
                  </a:lnTo>
                  <a:lnTo>
                    <a:pt x="36160" y="2335"/>
                  </a:lnTo>
                  <a:lnTo>
                    <a:pt x="35659" y="2502"/>
                  </a:lnTo>
                  <a:lnTo>
                    <a:pt x="35159" y="2202"/>
                  </a:lnTo>
                  <a:lnTo>
                    <a:pt x="34625" y="2335"/>
                  </a:lnTo>
                  <a:lnTo>
                    <a:pt x="34125" y="2436"/>
                  </a:lnTo>
                  <a:lnTo>
                    <a:pt x="33591" y="2202"/>
                  </a:lnTo>
                  <a:lnTo>
                    <a:pt x="33091" y="2569"/>
                  </a:lnTo>
                  <a:lnTo>
                    <a:pt x="32590" y="2436"/>
                  </a:lnTo>
                  <a:lnTo>
                    <a:pt x="32057" y="2469"/>
                  </a:lnTo>
                  <a:lnTo>
                    <a:pt x="31556" y="2536"/>
                  </a:lnTo>
                  <a:lnTo>
                    <a:pt x="31056" y="2269"/>
                  </a:lnTo>
                  <a:lnTo>
                    <a:pt x="30522" y="2569"/>
                  </a:lnTo>
                  <a:lnTo>
                    <a:pt x="30022" y="2369"/>
                  </a:lnTo>
                  <a:lnTo>
                    <a:pt x="29522" y="2502"/>
                  </a:lnTo>
                  <a:lnTo>
                    <a:pt x="28988" y="2569"/>
                  </a:lnTo>
                  <a:lnTo>
                    <a:pt x="28487" y="2569"/>
                  </a:lnTo>
                  <a:lnTo>
                    <a:pt x="27987" y="2736"/>
                  </a:lnTo>
                  <a:lnTo>
                    <a:pt x="27487" y="2636"/>
                  </a:lnTo>
                  <a:lnTo>
                    <a:pt x="26986" y="2869"/>
                  </a:lnTo>
                  <a:lnTo>
                    <a:pt x="26453" y="2736"/>
                  </a:lnTo>
                  <a:lnTo>
                    <a:pt x="26019" y="3103"/>
                  </a:lnTo>
                  <a:lnTo>
                    <a:pt x="25452" y="3003"/>
                  </a:lnTo>
                  <a:lnTo>
                    <a:pt x="24952" y="3036"/>
                  </a:lnTo>
                  <a:lnTo>
                    <a:pt x="24418" y="3003"/>
                  </a:lnTo>
                  <a:lnTo>
                    <a:pt x="23984" y="3370"/>
                  </a:lnTo>
                  <a:lnTo>
                    <a:pt x="23417" y="3370"/>
                  </a:lnTo>
                  <a:lnTo>
                    <a:pt x="22850" y="3470"/>
                  </a:lnTo>
                  <a:lnTo>
                    <a:pt x="22350" y="3703"/>
                  </a:lnTo>
                  <a:lnTo>
                    <a:pt x="21849" y="3970"/>
                  </a:lnTo>
                  <a:lnTo>
                    <a:pt x="21349" y="3803"/>
                  </a:lnTo>
                  <a:lnTo>
                    <a:pt x="20882" y="4003"/>
                  </a:lnTo>
                  <a:lnTo>
                    <a:pt x="20415" y="3903"/>
                  </a:lnTo>
                  <a:lnTo>
                    <a:pt x="19948" y="3903"/>
                  </a:lnTo>
                  <a:lnTo>
                    <a:pt x="19414" y="3937"/>
                  </a:lnTo>
                  <a:lnTo>
                    <a:pt x="18914" y="3770"/>
                  </a:lnTo>
                  <a:lnTo>
                    <a:pt x="18414" y="3970"/>
                  </a:lnTo>
                  <a:lnTo>
                    <a:pt x="17913" y="3703"/>
                  </a:lnTo>
                  <a:lnTo>
                    <a:pt x="17413" y="3736"/>
                  </a:lnTo>
                  <a:lnTo>
                    <a:pt x="16879" y="3970"/>
                  </a:lnTo>
                  <a:lnTo>
                    <a:pt x="16412" y="3670"/>
                  </a:lnTo>
                  <a:lnTo>
                    <a:pt x="15878" y="3837"/>
                  </a:lnTo>
                  <a:lnTo>
                    <a:pt x="15411" y="3670"/>
                  </a:lnTo>
                  <a:lnTo>
                    <a:pt x="14878" y="3803"/>
                  </a:lnTo>
                  <a:lnTo>
                    <a:pt x="14411" y="3636"/>
                  </a:lnTo>
                  <a:lnTo>
                    <a:pt x="13910" y="3536"/>
                  </a:lnTo>
                  <a:lnTo>
                    <a:pt x="13510" y="3169"/>
                  </a:lnTo>
                  <a:lnTo>
                    <a:pt x="13010" y="3036"/>
                  </a:lnTo>
                  <a:lnTo>
                    <a:pt x="12476" y="3169"/>
                  </a:lnTo>
                  <a:lnTo>
                    <a:pt x="12009" y="2903"/>
                  </a:lnTo>
                  <a:lnTo>
                    <a:pt x="11475" y="2836"/>
                  </a:lnTo>
                  <a:lnTo>
                    <a:pt x="10908" y="3069"/>
                  </a:lnTo>
                  <a:lnTo>
                    <a:pt x="10441" y="2702"/>
                  </a:lnTo>
                  <a:lnTo>
                    <a:pt x="9941" y="2702"/>
                  </a:lnTo>
                  <a:lnTo>
                    <a:pt x="9374" y="2736"/>
                  </a:lnTo>
                  <a:lnTo>
                    <a:pt x="8840" y="2702"/>
                  </a:lnTo>
                  <a:lnTo>
                    <a:pt x="8273" y="2669"/>
                  </a:lnTo>
                  <a:lnTo>
                    <a:pt x="7773" y="2369"/>
                  </a:lnTo>
                  <a:lnTo>
                    <a:pt x="7239" y="2736"/>
                  </a:lnTo>
                  <a:lnTo>
                    <a:pt x="6739" y="2736"/>
                  </a:lnTo>
                  <a:lnTo>
                    <a:pt x="6205" y="2436"/>
                  </a:lnTo>
                  <a:lnTo>
                    <a:pt x="5738" y="2802"/>
                  </a:lnTo>
                  <a:lnTo>
                    <a:pt x="5137" y="2602"/>
                  </a:lnTo>
                  <a:lnTo>
                    <a:pt x="4804" y="3136"/>
                  </a:lnTo>
                  <a:lnTo>
                    <a:pt x="4270" y="3069"/>
                  </a:lnTo>
                  <a:lnTo>
                    <a:pt x="3870" y="3370"/>
                  </a:lnTo>
                  <a:lnTo>
                    <a:pt x="3403" y="3536"/>
                  </a:lnTo>
                  <a:lnTo>
                    <a:pt x="2936" y="3636"/>
                  </a:lnTo>
                  <a:lnTo>
                    <a:pt x="2469" y="3770"/>
                  </a:lnTo>
                  <a:lnTo>
                    <a:pt x="1935" y="3670"/>
                  </a:lnTo>
                  <a:lnTo>
                    <a:pt x="1535" y="4103"/>
                  </a:lnTo>
                  <a:lnTo>
                    <a:pt x="1001" y="3903"/>
                  </a:lnTo>
                  <a:lnTo>
                    <a:pt x="568" y="4137"/>
                  </a:lnTo>
                  <a:lnTo>
                    <a:pt x="67" y="4137"/>
                  </a:lnTo>
                  <a:lnTo>
                    <a:pt x="0" y="4170"/>
                  </a:lnTo>
                  <a:lnTo>
                    <a:pt x="0" y="46967"/>
                  </a:lnTo>
                  <a:lnTo>
                    <a:pt x="201" y="46867"/>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851;p32">
              <a:extLst>
                <a:ext uri="{FF2B5EF4-FFF2-40B4-BE49-F238E27FC236}">
                  <a16:creationId xmlns:a16="http://schemas.microsoft.com/office/drawing/2014/main" id="{C621FC39-D646-91AE-8B61-887E3517130D}"/>
                </a:ext>
              </a:extLst>
            </p:cNvPr>
            <p:cNvSpPr/>
            <p:nvPr/>
          </p:nvSpPr>
          <p:spPr>
            <a:xfrm>
              <a:off x="6268229" y="2761728"/>
              <a:ext cx="2821246" cy="212619"/>
            </a:xfrm>
            <a:custGeom>
              <a:avLst/>
              <a:gdLst/>
              <a:ahLst/>
              <a:cxnLst/>
              <a:rect l="l" t="t" r="r" b="b"/>
              <a:pathLst>
                <a:path w="71719" h="5405" extrusionOk="0">
                  <a:moveTo>
                    <a:pt x="2102" y="4871"/>
                  </a:moveTo>
                  <a:lnTo>
                    <a:pt x="2569" y="4871"/>
                  </a:lnTo>
                  <a:lnTo>
                    <a:pt x="3103" y="4837"/>
                  </a:lnTo>
                  <a:lnTo>
                    <a:pt x="3670" y="4971"/>
                  </a:lnTo>
                  <a:lnTo>
                    <a:pt x="4170" y="4837"/>
                  </a:lnTo>
                  <a:lnTo>
                    <a:pt x="4704" y="4771"/>
                  </a:lnTo>
                  <a:lnTo>
                    <a:pt x="5238" y="4671"/>
                  </a:lnTo>
                  <a:lnTo>
                    <a:pt x="5771" y="4804"/>
                  </a:lnTo>
                  <a:lnTo>
                    <a:pt x="6272" y="4804"/>
                  </a:lnTo>
                  <a:lnTo>
                    <a:pt x="6805" y="4937"/>
                  </a:lnTo>
                  <a:lnTo>
                    <a:pt x="7306" y="4904"/>
                  </a:lnTo>
                  <a:lnTo>
                    <a:pt x="7773" y="4671"/>
                  </a:lnTo>
                  <a:lnTo>
                    <a:pt x="8273" y="4871"/>
                  </a:lnTo>
                  <a:lnTo>
                    <a:pt x="8773" y="4871"/>
                  </a:lnTo>
                  <a:lnTo>
                    <a:pt x="9240" y="4637"/>
                  </a:lnTo>
                  <a:lnTo>
                    <a:pt x="9741" y="4871"/>
                  </a:lnTo>
                  <a:lnTo>
                    <a:pt x="10241" y="4837"/>
                  </a:lnTo>
                  <a:lnTo>
                    <a:pt x="10675" y="4537"/>
                  </a:lnTo>
                  <a:lnTo>
                    <a:pt x="11175" y="4571"/>
                  </a:lnTo>
                  <a:lnTo>
                    <a:pt x="11642" y="4337"/>
                  </a:lnTo>
                  <a:lnTo>
                    <a:pt x="12142" y="4404"/>
                  </a:lnTo>
                  <a:lnTo>
                    <a:pt x="12609" y="4304"/>
                  </a:lnTo>
                  <a:lnTo>
                    <a:pt x="13110" y="4470"/>
                  </a:lnTo>
                  <a:lnTo>
                    <a:pt x="13610" y="4370"/>
                  </a:lnTo>
                  <a:lnTo>
                    <a:pt x="14111" y="4437"/>
                  </a:lnTo>
                  <a:lnTo>
                    <a:pt x="14578" y="4270"/>
                  </a:lnTo>
                  <a:lnTo>
                    <a:pt x="15078" y="4337"/>
                  </a:lnTo>
                  <a:lnTo>
                    <a:pt x="15578" y="4370"/>
                  </a:lnTo>
                  <a:lnTo>
                    <a:pt x="16045" y="4304"/>
                  </a:lnTo>
                  <a:lnTo>
                    <a:pt x="16512" y="4003"/>
                  </a:lnTo>
                  <a:lnTo>
                    <a:pt x="17013" y="4070"/>
                  </a:lnTo>
                  <a:lnTo>
                    <a:pt x="17480" y="4137"/>
                  </a:lnTo>
                  <a:lnTo>
                    <a:pt x="17980" y="4070"/>
                  </a:lnTo>
                  <a:lnTo>
                    <a:pt x="18447" y="3870"/>
                  </a:lnTo>
                  <a:lnTo>
                    <a:pt x="18914" y="4037"/>
                  </a:lnTo>
                  <a:lnTo>
                    <a:pt x="19448" y="3837"/>
                  </a:lnTo>
                  <a:lnTo>
                    <a:pt x="19881" y="4070"/>
                  </a:lnTo>
                  <a:lnTo>
                    <a:pt x="20382" y="4270"/>
                  </a:lnTo>
                  <a:lnTo>
                    <a:pt x="20849" y="4337"/>
                  </a:lnTo>
                  <a:lnTo>
                    <a:pt x="21382" y="4170"/>
                  </a:lnTo>
                  <a:lnTo>
                    <a:pt x="21849" y="4437"/>
                  </a:lnTo>
                  <a:lnTo>
                    <a:pt x="22316" y="4604"/>
                  </a:lnTo>
                  <a:lnTo>
                    <a:pt x="22817" y="4604"/>
                  </a:lnTo>
                  <a:lnTo>
                    <a:pt x="23284" y="4871"/>
                  </a:lnTo>
                  <a:lnTo>
                    <a:pt x="23684" y="5004"/>
                  </a:lnTo>
                  <a:lnTo>
                    <a:pt x="24118" y="4804"/>
                  </a:lnTo>
                  <a:lnTo>
                    <a:pt x="24551" y="5104"/>
                  </a:lnTo>
                  <a:lnTo>
                    <a:pt x="25018" y="5071"/>
                  </a:lnTo>
                  <a:lnTo>
                    <a:pt x="25452" y="4704"/>
                  </a:lnTo>
                  <a:lnTo>
                    <a:pt x="25952" y="4937"/>
                  </a:lnTo>
                  <a:lnTo>
                    <a:pt x="26453" y="5038"/>
                  </a:lnTo>
                  <a:lnTo>
                    <a:pt x="26920" y="4937"/>
                  </a:lnTo>
                  <a:lnTo>
                    <a:pt x="27353" y="4604"/>
                  </a:lnTo>
                  <a:lnTo>
                    <a:pt x="27887" y="4904"/>
                  </a:lnTo>
                  <a:lnTo>
                    <a:pt x="28387" y="4771"/>
                  </a:lnTo>
                  <a:lnTo>
                    <a:pt x="28888" y="4771"/>
                  </a:lnTo>
                  <a:lnTo>
                    <a:pt x="29355" y="4571"/>
                  </a:lnTo>
                  <a:lnTo>
                    <a:pt x="29855" y="4437"/>
                  </a:lnTo>
                  <a:lnTo>
                    <a:pt x="30322" y="4437"/>
                  </a:lnTo>
                  <a:lnTo>
                    <a:pt x="30856" y="4537"/>
                  </a:lnTo>
                  <a:lnTo>
                    <a:pt x="31323" y="4404"/>
                  </a:lnTo>
                  <a:lnTo>
                    <a:pt x="31823" y="4404"/>
                  </a:lnTo>
                  <a:lnTo>
                    <a:pt x="32324" y="4437"/>
                  </a:lnTo>
                  <a:lnTo>
                    <a:pt x="32824" y="4504"/>
                  </a:lnTo>
                  <a:lnTo>
                    <a:pt x="33324" y="4437"/>
                  </a:lnTo>
                  <a:lnTo>
                    <a:pt x="33791" y="4270"/>
                  </a:lnTo>
                  <a:lnTo>
                    <a:pt x="34292" y="4204"/>
                  </a:lnTo>
                  <a:lnTo>
                    <a:pt x="34792" y="4304"/>
                  </a:lnTo>
                  <a:lnTo>
                    <a:pt x="35292" y="4170"/>
                  </a:lnTo>
                  <a:lnTo>
                    <a:pt x="35793" y="4037"/>
                  </a:lnTo>
                  <a:lnTo>
                    <a:pt x="36260" y="3937"/>
                  </a:lnTo>
                  <a:lnTo>
                    <a:pt x="36760" y="4070"/>
                  </a:lnTo>
                  <a:lnTo>
                    <a:pt x="37227" y="3937"/>
                  </a:lnTo>
                  <a:lnTo>
                    <a:pt x="37727" y="3970"/>
                  </a:lnTo>
                  <a:lnTo>
                    <a:pt x="38194" y="3703"/>
                  </a:lnTo>
                  <a:lnTo>
                    <a:pt x="38661" y="3703"/>
                  </a:lnTo>
                  <a:lnTo>
                    <a:pt x="39162" y="3837"/>
                  </a:lnTo>
                  <a:lnTo>
                    <a:pt x="39662" y="4137"/>
                  </a:lnTo>
                  <a:lnTo>
                    <a:pt x="40196" y="3937"/>
                  </a:lnTo>
                  <a:lnTo>
                    <a:pt x="40730" y="4137"/>
                  </a:lnTo>
                  <a:lnTo>
                    <a:pt x="41230" y="4070"/>
                  </a:lnTo>
                  <a:lnTo>
                    <a:pt x="41764" y="4104"/>
                  </a:lnTo>
                  <a:lnTo>
                    <a:pt x="42297" y="4070"/>
                  </a:lnTo>
                  <a:lnTo>
                    <a:pt x="42798" y="4204"/>
                  </a:lnTo>
                  <a:lnTo>
                    <a:pt x="43265" y="4070"/>
                  </a:lnTo>
                  <a:lnTo>
                    <a:pt x="43732" y="3803"/>
                  </a:lnTo>
                  <a:lnTo>
                    <a:pt x="44232" y="3803"/>
                  </a:lnTo>
                  <a:lnTo>
                    <a:pt x="44732" y="3903"/>
                  </a:lnTo>
                  <a:lnTo>
                    <a:pt x="45199" y="3603"/>
                  </a:lnTo>
                  <a:lnTo>
                    <a:pt x="45733" y="3803"/>
                  </a:lnTo>
                  <a:lnTo>
                    <a:pt x="46300" y="3637"/>
                  </a:lnTo>
                  <a:lnTo>
                    <a:pt x="46734" y="4104"/>
                  </a:lnTo>
                  <a:lnTo>
                    <a:pt x="47301" y="3870"/>
                  </a:lnTo>
                  <a:lnTo>
                    <a:pt x="47801" y="4137"/>
                  </a:lnTo>
                  <a:lnTo>
                    <a:pt x="48368" y="4003"/>
                  </a:lnTo>
                  <a:lnTo>
                    <a:pt x="48869" y="4270"/>
                  </a:lnTo>
                  <a:lnTo>
                    <a:pt x="49402" y="4437"/>
                  </a:lnTo>
                  <a:lnTo>
                    <a:pt x="49969" y="4370"/>
                  </a:lnTo>
                  <a:lnTo>
                    <a:pt x="50436" y="4537"/>
                  </a:lnTo>
                  <a:lnTo>
                    <a:pt x="50970" y="4337"/>
                  </a:lnTo>
                  <a:lnTo>
                    <a:pt x="51471" y="4437"/>
                  </a:lnTo>
                  <a:lnTo>
                    <a:pt x="52004" y="4537"/>
                  </a:lnTo>
                  <a:lnTo>
                    <a:pt x="52471" y="4337"/>
                  </a:lnTo>
                  <a:lnTo>
                    <a:pt x="53038" y="4437"/>
                  </a:lnTo>
                  <a:lnTo>
                    <a:pt x="53539" y="4337"/>
                  </a:lnTo>
                  <a:lnTo>
                    <a:pt x="53906" y="3903"/>
                  </a:lnTo>
                  <a:lnTo>
                    <a:pt x="54439" y="3937"/>
                  </a:lnTo>
                  <a:lnTo>
                    <a:pt x="54873" y="3737"/>
                  </a:lnTo>
                  <a:lnTo>
                    <a:pt x="55373" y="3737"/>
                  </a:lnTo>
                  <a:lnTo>
                    <a:pt x="55840" y="3603"/>
                  </a:lnTo>
                  <a:lnTo>
                    <a:pt x="56274" y="3403"/>
                  </a:lnTo>
                  <a:lnTo>
                    <a:pt x="56808" y="3470"/>
                  </a:lnTo>
                  <a:lnTo>
                    <a:pt x="57208" y="3003"/>
                  </a:lnTo>
                  <a:lnTo>
                    <a:pt x="57708" y="3036"/>
                  </a:lnTo>
                  <a:lnTo>
                    <a:pt x="58209" y="3170"/>
                  </a:lnTo>
                  <a:lnTo>
                    <a:pt x="58642" y="2869"/>
                  </a:lnTo>
                  <a:lnTo>
                    <a:pt x="59143" y="2703"/>
                  </a:lnTo>
                  <a:lnTo>
                    <a:pt x="59643" y="2803"/>
                  </a:lnTo>
                  <a:lnTo>
                    <a:pt x="60143" y="2969"/>
                  </a:lnTo>
                  <a:lnTo>
                    <a:pt x="60610" y="2869"/>
                  </a:lnTo>
                  <a:lnTo>
                    <a:pt x="61077" y="2903"/>
                  </a:lnTo>
                  <a:lnTo>
                    <a:pt x="61611" y="2969"/>
                  </a:lnTo>
                  <a:lnTo>
                    <a:pt x="62178" y="2869"/>
                  </a:lnTo>
                  <a:lnTo>
                    <a:pt x="62745" y="2936"/>
                  </a:lnTo>
                  <a:lnTo>
                    <a:pt x="63179" y="3136"/>
                  </a:lnTo>
                  <a:lnTo>
                    <a:pt x="63646" y="3103"/>
                  </a:lnTo>
                  <a:lnTo>
                    <a:pt x="64080" y="3136"/>
                  </a:lnTo>
                  <a:lnTo>
                    <a:pt x="64547" y="2936"/>
                  </a:lnTo>
                  <a:lnTo>
                    <a:pt x="64980" y="2669"/>
                  </a:lnTo>
                  <a:lnTo>
                    <a:pt x="65447" y="2736"/>
                  </a:lnTo>
                  <a:lnTo>
                    <a:pt x="65847" y="2569"/>
                  </a:lnTo>
                  <a:lnTo>
                    <a:pt x="66381" y="2669"/>
                  </a:lnTo>
                  <a:lnTo>
                    <a:pt x="66882" y="2536"/>
                  </a:lnTo>
                  <a:lnTo>
                    <a:pt x="67215" y="2169"/>
                  </a:lnTo>
                  <a:lnTo>
                    <a:pt x="67715" y="2035"/>
                  </a:lnTo>
                  <a:lnTo>
                    <a:pt x="68116" y="1702"/>
                  </a:lnTo>
                  <a:lnTo>
                    <a:pt x="68616" y="1635"/>
                  </a:lnTo>
                  <a:lnTo>
                    <a:pt x="68950" y="1201"/>
                  </a:lnTo>
                  <a:lnTo>
                    <a:pt x="69483" y="1335"/>
                  </a:lnTo>
                  <a:lnTo>
                    <a:pt x="69917" y="1235"/>
                  </a:lnTo>
                  <a:lnTo>
                    <a:pt x="70384" y="1301"/>
                  </a:lnTo>
                  <a:lnTo>
                    <a:pt x="70884" y="1368"/>
                  </a:lnTo>
                  <a:lnTo>
                    <a:pt x="71351" y="1335"/>
                  </a:lnTo>
                  <a:lnTo>
                    <a:pt x="71718" y="1135"/>
                  </a:lnTo>
                  <a:lnTo>
                    <a:pt x="71718" y="167"/>
                  </a:lnTo>
                  <a:lnTo>
                    <a:pt x="71718" y="167"/>
                  </a:lnTo>
                  <a:lnTo>
                    <a:pt x="71218" y="101"/>
                  </a:lnTo>
                  <a:lnTo>
                    <a:pt x="70751" y="67"/>
                  </a:lnTo>
                  <a:lnTo>
                    <a:pt x="70317" y="134"/>
                  </a:lnTo>
                  <a:lnTo>
                    <a:pt x="69784" y="1"/>
                  </a:lnTo>
                  <a:lnTo>
                    <a:pt x="69450" y="468"/>
                  </a:lnTo>
                  <a:lnTo>
                    <a:pt x="68950" y="534"/>
                  </a:lnTo>
                  <a:lnTo>
                    <a:pt x="68549" y="834"/>
                  </a:lnTo>
                  <a:lnTo>
                    <a:pt x="68049" y="968"/>
                  </a:lnTo>
                  <a:lnTo>
                    <a:pt x="67715" y="1368"/>
                  </a:lnTo>
                  <a:lnTo>
                    <a:pt x="67215" y="1502"/>
                  </a:lnTo>
                  <a:lnTo>
                    <a:pt x="66681" y="1368"/>
                  </a:lnTo>
                  <a:lnTo>
                    <a:pt x="66281" y="1535"/>
                  </a:lnTo>
                  <a:lnTo>
                    <a:pt x="65814" y="1502"/>
                  </a:lnTo>
                  <a:lnTo>
                    <a:pt x="65380" y="1768"/>
                  </a:lnTo>
                  <a:lnTo>
                    <a:pt x="64913" y="1969"/>
                  </a:lnTo>
                  <a:lnTo>
                    <a:pt x="64480" y="1935"/>
                  </a:lnTo>
                  <a:lnTo>
                    <a:pt x="64013" y="1969"/>
                  </a:lnTo>
                  <a:lnTo>
                    <a:pt x="63579" y="1768"/>
                  </a:lnTo>
                  <a:lnTo>
                    <a:pt x="63012" y="1735"/>
                  </a:lnTo>
                  <a:lnTo>
                    <a:pt x="62445" y="1802"/>
                  </a:lnTo>
                  <a:lnTo>
                    <a:pt x="61945" y="1735"/>
                  </a:lnTo>
                  <a:lnTo>
                    <a:pt x="61444" y="1702"/>
                  </a:lnTo>
                  <a:lnTo>
                    <a:pt x="60977" y="1802"/>
                  </a:lnTo>
                  <a:lnTo>
                    <a:pt x="60477" y="1635"/>
                  </a:lnTo>
                  <a:lnTo>
                    <a:pt x="59977" y="1568"/>
                  </a:lnTo>
                  <a:lnTo>
                    <a:pt x="59510" y="1702"/>
                  </a:lnTo>
                  <a:lnTo>
                    <a:pt x="59043" y="2002"/>
                  </a:lnTo>
                  <a:lnTo>
                    <a:pt x="58542" y="1869"/>
                  </a:lnTo>
                  <a:lnTo>
                    <a:pt x="58042" y="1869"/>
                  </a:lnTo>
                  <a:lnTo>
                    <a:pt x="57642" y="2336"/>
                  </a:lnTo>
                  <a:lnTo>
                    <a:pt x="57141" y="2269"/>
                  </a:lnTo>
                  <a:lnTo>
                    <a:pt x="56674" y="2469"/>
                  </a:lnTo>
                  <a:lnTo>
                    <a:pt x="56241" y="2602"/>
                  </a:lnTo>
                  <a:lnTo>
                    <a:pt x="55707" y="2602"/>
                  </a:lnTo>
                  <a:lnTo>
                    <a:pt x="55273" y="2803"/>
                  </a:lnTo>
                  <a:lnTo>
                    <a:pt x="54740" y="2803"/>
                  </a:lnTo>
                  <a:lnTo>
                    <a:pt x="54406" y="3203"/>
                  </a:lnTo>
                  <a:lnTo>
                    <a:pt x="53872" y="3303"/>
                  </a:lnTo>
                  <a:lnTo>
                    <a:pt x="53339" y="3203"/>
                  </a:lnTo>
                  <a:lnTo>
                    <a:pt x="52838" y="3436"/>
                  </a:lnTo>
                  <a:lnTo>
                    <a:pt x="52338" y="3303"/>
                  </a:lnTo>
                  <a:lnTo>
                    <a:pt x="51837" y="3236"/>
                  </a:lnTo>
                  <a:lnTo>
                    <a:pt x="51304" y="3436"/>
                  </a:lnTo>
                  <a:lnTo>
                    <a:pt x="50803" y="3270"/>
                  </a:lnTo>
                  <a:lnTo>
                    <a:pt x="50236" y="3336"/>
                  </a:lnTo>
                  <a:lnTo>
                    <a:pt x="49736" y="3170"/>
                  </a:lnTo>
                  <a:lnTo>
                    <a:pt x="49236" y="2869"/>
                  </a:lnTo>
                  <a:lnTo>
                    <a:pt x="48669" y="3036"/>
                  </a:lnTo>
                  <a:lnTo>
                    <a:pt x="48135" y="2769"/>
                  </a:lnTo>
                  <a:lnTo>
                    <a:pt x="47601" y="3003"/>
                  </a:lnTo>
                  <a:lnTo>
                    <a:pt x="47134" y="2569"/>
                  </a:lnTo>
                  <a:lnTo>
                    <a:pt x="46600" y="2703"/>
                  </a:lnTo>
                  <a:lnTo>
                    <a:pt x="46067" y="2502"/>
                  </a:lnTo>
                  <a:lnTo>
                    <a:pt x="45566" y="2803"/>
                  </a:lnTo>
                  <a:lnTo>
                    <a:pt x="45066" y="2703"/>
                  </a:lnTo>
                  <a:lnTo>
                    <a:pt x="44599" y="2736"/>
                  </a:lnTo>
                  <a:lnTo>
                    <a:pt x="44132" y="2969"/>
                  </a:lnTo>
                  <a:lnTo>
                    <a:pt x="43632" y="3136"/>
                  </a:lnTo>
                  <a:lnTo>
                    <a:pt x="43131" y="3003"/>
                  </a:lnTo>
                  <a:lnTo>
                    <a:pt x="42598" y="3036"/>
                  </a:lnTo>
                  <a:lnTo>
                    <a:pt x="42097" y="3003"/>
                  </a:lnTo>
                  <a:lnTo>
                    <a:pt x="41563" y="3036"/>
                  </a:lnTo>
                  <a:lnTo>
                    <a:pt x="41030" y="2869"/>
                  </a:lnTo>
                  <a:lnTo>
                    <a:pt x="40496" y="3069"/>
                  </a:lnTo>
                  <a:lnTo>
                    <a:pt x="39996" y="2769"/>
                  </a:lnTo>
                  <a:lnTo>
                    <a:pt x="39529" y="2636"/>
                  </a:lnTo>
                  <a:lnTo>
                    <a:pt x="39028" y="2636"/>
                  </a:lnTo>
                  <a:lnTo>
                    <a:pt x="38561" y="2903"/>
                  </a:lnTo>
                  <a:lnTo>
                    <a:pt x="38061" y="2903"/>
                  </a:lnTo>
                  <a:lnTo>
                    <a:pt x="37594" y="3003"/>
                  </a:lnTo>
                  <a:lnTo>
                    <a:pt x="37094" y="2903"/>
                  </a:lnTo>
                  <a:lnTo>
                    <a:pt x="36627" y="3003"/>
                  </a:lnTo>
                  <a:lnTo>
                    <a:pt x="36126" y="3136"/>
                  </a:lnTo>
                  <a:lnTo>
                    <a:pt x="35659" y="3236"/>
                  </a:lnTo>
                  <a:lnTo>
                    <a:pt x="35159" y="3136"/>
                  </a:lnTo>
                  <a:lnTo>
                    <a:pt x="34659" y="3203"/>
                  </a:lnTo>
                  <a:lnTo>
                    <a:pt x="34158" y="3403"/>
                  </a:lnTo>
                  <a:lnTo>
                    <a:pt x="33691" y="3436"/>
                  </a:lnTo>
                  <a:lnTo>
                    <a:pt x="33157" y="3403"/>
                  </a:lnTo>
                  <a:lnTo>
                    <a:pt x="32657" y="3370"/>
                  </a:lnTo>
                  <a:lnTo>
                    <a:pt x="32190" y="3370"/>
                  </a:lnTo>
                  <a:lnTo>
                    <a:pt x="31690" y="3503"/>
                  </a:lnTo>
                  <a:lnTo>
                    <a:pt x="31189" y="3403"/>
                  </a:lnTo>
                  <a:lnTo>
                    <a:pt x="30689" y="3403"/>
                  </a:lnTo>
                  <a:lnTo>
                    <a:pt x="30189" y="3536"/>
                  </a:lnTo>
                  <a:lnTo>
                    <a:pt x="29722" y="3737"/>
                  </a:lnTo>
                  <a:lnTo>
                    <a:pt x="29221" y="3770"/>
                  </a:lnTo>
                  <a:lnTo>
                    <a:pt x="28754" y="3903"/>
                  </a:lnTo>
                  <a:lnTo>
                    <a:pt x="28221" y="3603"/>
                  </a:lnTo>
                  <a:lnTo>
                    <a:pt x="27754" y="3903"/>
                  </a:lnTo>
                  <a:lnTo>
                    <a:pt x="27287" y="4003"/>
                  </a:lnTo>
                  <a:lnTo>
                    <a:pt x="26820" y="3937"/>
                  </a:lnTo>
                  <a:lnTo>
                    <a:pt x="26319" y="3703"/>
                  </a:lnTo>
                  <a:lnTo>
                    <a:pt x="25852" y="4070"/>
                  </a:lnTo>
                  <a:lnTo>
                    <a:pt x="25385" y="4104"/>
                  </a:lnTo>
                  <a:lnTo>
                    <a:pt x="24985" y="3803"/>
                  </a:lnTo>
                  <a:lnTo>
                    <a:pt x="24518" y="4003"/>
                  </a:lnTo>
                  <a:lnTo>
                    <a:pt x="24118" y="3870"/>
                  </a:lnTo>
                  <a:lnTo>
                    <a:pt x="23684" y="3603"/>
                  </a:lnTo>
                  <a:lnTo>
                    <a:pt x="23150" y="3603"/>
                  </a:lnTo>
                  <a:lnTo>
                    <a:pt x="22683" y="3436"/>
                  </a:lnTo>
                  <a:lnTo>
                    <a:pt x="22250" y="3170"/>
                  </a:lnTo>
                  <a:lnTo>
                    <a:pt x="21716" y="3336"/>
                  </a:lnTo>
                  <a:lnTo>
                    <a:pt x="21216" y="3270"/>
                  </a:lnTo>
                  <a:lnTo>
                    <a:pt x="20749" y="3069"/>
                  </a:lnTo>
                  <a:lnTo>
                    <a:pt x="20282" y="2869"/>
                  </a:lnTo>
                  <a:lnTo>
                    <a:pt x="19781" y="3036"/>
                  </a:lnTo>
                  <a:lnTo>
                    <a:pt x="19281" y="2869"/>
                  </a:lnTo>
                  <a:lnTo>
                    <a:pt x="18814" y="3103"/>
                  </a:lnTo>
                  <a:lnTo>
                    <a:pt x="18347" y="3170"/>
                  </a:lnTo>
                  <a:lnTo>
                    <a:pt x="17847" y="3069"/>
                  </a:lnTo>
                  <a:lnTo>
                    <a:pt x="17346" y="3036"/>
                  </a:lnTo>
                  <a:lnTo>
                    <a:pt x="16913" y="3336"/>
                  </a:lnTo>
                  <a:lnTo>
                    <a:pt x="16412" y="3403"/>
                  </a:lnTo>
                  <a:lnTo>
                    <a:pt x="15912" y="3370"/>
                  </a:lnTo>
                  <a:lnTo>
                    <a:pt x="15411" y="3303"/>
                  </a:lnTo>
                  <a:lnTo>
                    <a:pt x="14944" y="3470"/>
                  </a:lnTo>
                  <a:lnTo>
                    <a:pt x="14444" y="3403"/>
                  </a:lnTo>
                  <a:lnTo>
                    <a:pt x="13977" y="3503"/>
                  </a:lnTo>
                  <a:lnTo>
                    <a:pt x="13477" y="3336"/>
                  </a:lnTo>
                  <a:lnTo>
                    <a:pt x="12976" y="3436"/>
                  </a:lnTo>
                  <a:lnTo>
                    <a:pt x="12476" y="3370"/>
                  </a:lnTo>
                  <a:lnTo>
                    <a:pt x="12009" y="3603"/>
                  </a:lnTo>
                  <a:lnTo>
                    <a:pt x="11542" y="3570"/>
                  </a:lnTo>
                  <a:lnTo>
                    <a:pt x="11075" y="3903"/>
                  </a:lnTo>
                  <a:lnTo>
                    <a:pt x="10575" y="3903"/>
                  </a:lnTo>
                  <a:lnTo>
                    <a:pt x="10074" y="3703"/>
                  </a:lnTo>
                  <a:lnTo>
                    <a:pt x="9607" y="3903"/>
                  </a:lnTo>
                  <a:lnTo>
                    <a:pt x="9140" y="3903"/>
                  </a:lnTo>
                  <a:lnTo>
                    <a:pt x="8640" y="3703"/>
                  </a:lnTo>
                  <a:lnTo>
                    <a:pt x="8140" y="3970"/>
                  </a:lnTo>
                  <a:lnTo>
                    <a:pt x="7639" y="4003"/>
                  </a:lnTo>
                  <a:lnTo>
                    <a:pt x="7139" y="3870"/>
                  </a:lnTo>
                  <a:lnTo>
                    <a:pt x="6639" y="3870"/>
                  </a:lnTo>
                  <a:lnTo>
                    <a:pt x="6105" y="3737"/>
                  </a:lnTo>
                  <a:lnTo>
                    <a:pt x="5571" y="3870"/>
                  </a:lnTo>
                  <a:lnTo>
                    <a:pt x="5037" y="3903"/>
                  </a:lnTo>
                  <a:lnTo>
                    <a:pt x="4504" y="4037"/>
                  </a:lnTo>
                  <a:lnTo>
                    <a:pt x="3970" y="3937"/>
                  </a:lnTo>
                  <a:lnTo>
                    <a:pt x="3403" y="3937"/>
                  </a:lnTo>
                  <a:lnTo>
                    <a:pt x="2936" y="3970"/>
                  </a:lnTo>
                  <a:lnTo>
                    <a:pt x="2469" y="4270"/>
                  </a:lnTo>
                  <a:lnTo>
                    <a:pt x="2002" y="4337"/>
                  </a:lnTo>
                  <a:lnTo>
                    <a:pt x="1502" y="4170"/>
                  </a:lnTo>
                  <a:lnTo>
                    <a:pt x="1068" y="4404"/>
                  </a:lnTo>
                  <a:lnTo>
                    <a:pt x="601" y="4604"/>
                  </a:lnTo>
                  <a:lnTo>
                    <a:pt x="134" y="4871"/>
                  </a:lnTo>
                  <a:lnTo>
                    <a:pt x="0" y="4871"/>
                  </a:lnTo>
                  <a:lnTo>
                    <a:pt x="0" y="5404"/>
                  </a:lnTo>
                  <a:lnTo>
                    <a:pt x="201" y="5304"/>
                  </a:lnTo>
                  <a:lnTo>
                    <a:pt x="634" y="5071"/>
                  </a:lnTo>
                  <a:lnTo>
                    <a:pt x="1168" y="5271"/>
                  </a:lnTo>
                  <a:lnTo>
                    <a:pt x="1635" y="517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852;p32">
              <a:extLst>
                <a:ext uri="{FF2B5EF4-FFF2-40B4-BE49-F238E27FC236}">
                  <a16:creationId xmlns:a16="http://schemas.microsoft.com/office/drawing/2014/main" id="{5E86DC8C-B1A5-61B0-43A1-597528A76F71}"/>
                </a:ext>
              </a:extLst>
            </p:cNvPr>
            <p:cNvSpPr/>
            <p:nvPr/>
          </p:nvSpPr>
          <p:spPr>
            <a:xfrm>
              <a:off x="6268229" y="1126723"/>
              <a:ext cx="2821246" cy="187679"/>
            </a:xfrm>
            <a:custGeom>
              <a:avLst/>
              <a:gdLst/>
              <a:ahLst/>
              <a:cxnLst/>
              <a:rect l="l" t="t" r="r" b="b"/>
              <a:pathLst>
                <a:path w="71719" h="4771" extrusionOk="0">
                  <a:moveTo>
                    <a:pt x="70918" y="934"/>
                  </a:moveTo>
                  <a:lnTo>
                    <a:pt x="70451" y="1168"/>
                  </a:lnTo>
                  <a:lnTo>
                    <a:pt x="69950" y="1168"/>
                  </a:lnTo>
                  <a:lnTo>
                    <a:pt x="69450" y="1035"/>
                  </a:lnTo>
                  <a:lnTo>
                    <a:pt x="68950" y="1301"/>
                  </a:lnTo>
                  <a:lnTo>
                    <a:pt x="68449" y="1068"/>
                  </a:lnTo>
                  <a:lnTo>
                    <a:pt x="67882" y="1201"/>
                  </a:lnTo>
                  <a:lnTo>
                    <a:pt x="67449" y="734"/>
                  </a:lnTo>
                  <a:lnTo>
                    <a:pt x="66882" y="901"/>
                  </a:lnTo>
                  <a:lnTo>
                    <a:pt x="66381" y="634"/>
                  </a:lnTo>
                  <a:lnTo>
                    <a:pt x="65814" y="734"/>
                  </a:lnTo>
                  <a:lnTo>
                    <a:pt x="65347" y="434"/>
                  </a:lnTo>
                  <a:lnTo>
                    <a:pt x="64847" y="234"/>
                  </a:lnTo>
                  <a:lnTo>
                    <a:pt x="64280" y="267"/>
                  </a:lnTo>
                  <a:lnTo>
                    <a:pt x="63779" y="67"/>
                  </a:lnTo>
                  <a:lnTo>
                    <a:pt x="63246" y="267"/>
                  </a:lnTo>
                  <a:lnTo>
                    <a:pt x="62745" y="134"/>
                  </a:lnTo>
                  <a:lnTo>
                    <a:pt x="62245" y="0"/>
                  </a:lnTo>
                  <a:lnTo>
                    <a:pt x="61745" y="201"/>
                  </a:lnTo>
                  <a:lnTo>
                    <a:pt x="61211" y="34"/>
                  </a:lnTo>
                  <a:lnTo>
                    <a:pt x="60677" y="101"/>
                  </a:lnTo>
                  <a:lnTo>
                    <a:pt x="60310" y="534"/>
                  </a:lnTo>
                  <a:lnTo>
                    <a:pt x="59776" y="467"/>
                  </a:lnTo>
                  <a:lnTo>
                    <a:pt x="59309" y="634"/>
                  </a:lnTo>
                  <a:lnTo>
                    <a:pt x="58809" y="601"/>
                  </a:lnTo>
                  <a:lnTo>
                    <a:pt x="58342" y="701"/>
                  </a:lnTo>
                  <a:lnTo>
                    <a:pt x="57908" y="901"/>
                  </a:lnTo>
                  <a:lnTo>
                    <a:pt x="57375" y="801"/>
                  </a:lnTo>
                  <a:lnTo>
                    <a:pt x="56974" y="1235"/>
                  </a:lnTo>
                  <a:lnTo>
                    <a:pt x="56474" y="1201"/>
                  </a:lnTo>
                  <a:lnTo>
                    <a:pt x="55974" y="1035"/>
                  </a:lnTo>
                  <a:lnTo>
                    <a:pt x="55507" y="1301"/>
                  </a:lnTo>
                  <a:lnTo>
                    <a:pt x="55006" y="1435"/>
                  </a:lnTo>
                  <a:lnTo>
                    <a:pt x="54539" y="1335"/>
                  </a:lnTo>
                  <a:lnTo>
                    <a:pt x="54039" y="1135"/>
                  </a:lnTo>
                  <a:lnTo>
                    <a:pt x="53572" y="1201"/>
                  </a:lnTo>
                  <a:lnTo>
                    <a:pt x="53072" y="1135"/>
                  </a:lnTo>
                  <a:lnTo>
                    <a:pt x="52571" y="1068"/>
                  </a:lnTo>
                  <a:lnTo>
                    <a:pt x="51971" y="1101"/>
                  </a:lnTo>
                  <a:lnTo>
                    <a:pt x="51437" y="1035"/>
                  </a:lnTo>
                  <a:lnTo>
                    <a:pt x="51004" y="801"/>
                  </a:lnTo>
                  <a:lnTo>
                    <a:pt x="50537" y="801"/>
                  </a:lnTo>
                  <a:lnTo>
                    <a:pt x="50103" y="734"/>
                  </a:lnTo>
                  <a:lnTo>
                    <a:pt x="49636" y="901"/>
                  </a:lnTo>
                  <a:lnTo>
                    <a:pt x="49202" y="1168"/>
                  </a:lnTo>
                  <a:lnTo>
                    <a:pt x="48735" y="1068"/>
                  </a:lnTo>
                  <a:lnTo>
                    <a:pt x="48302" y="1235"/>
                  </a:lnTo>
                  <a:lnTo>
                    <a:pt x="47768" y="1068"/>
                  </a:lnTo>
                  <a:lnTo>
                    <a:pt x="47268" y="1168"/>
                  </a:lnTo>
                  <a:lnTo>
                    <a:pt x="46901" y="1535"/>
                  </a:lnTo>
                  <a:lnTo>
                    <a:pt x="46400" y="1635"/>
                  </a:lnTo>
                  <a:lnTo>
                    <a:pt x="46000" y="1935"/>
                  </a:lnTo>
                  <a:lnTo>
                    <a:pt x="45500" y="1969"/>
                  </a:lnTo>
                  <a:lnTo>
                    <a:pt x="45133" y="2436"/>
                  </a:lnTo>
                  <a:lnTo>
                    <a:pt x="44632" y="2269"/>
                  </a:lnTo>
                  <a:lnTo>
                    <a:pt x="44165" y="2302"/>
                  </a:lnTo>
                  <a:lnTo>
                    <a:pt x="43698" y="2235"/>
                  </a:lnTo>
                  <a:lnTo>
                    <a:pt x="43231" y="2169"/>
                  </a:lnTo>
                  <a:lnTo>
                    <a:pt x="42764" y="2169"/>
                  </a:lnTo>
                  <a:lnTo>
                    <a:pt x="42264" y="2369"/>
                  </a:lnTo>
                  <a:lnTo>
                    <a:pt x="41730" y="2202"/>
                  </a:lnTo>
                  <a:lnTo>
                    <a:pt x="41230" y="2469"/>
                  </a:lnTo>
                  <a:lnTo>
                    <a:pt x="40730" y="2536"/>
                  </a:lnTo>
                  <a:lnTo>
                    <a:pt x="40229" y="2135"/>
                  </a:lnTo>
                  <a:lnTo>
                    <a:pt x="39729" y="2235"/>
                  </a:lnTo>
                  <a:lnTo>
                    <a:pt x="39228" y="2169"/>
                  </a:lnTo>
                  <a:lnTo>
                    <a:pt x="38695" y="2436"/>
                  </a:lnTo>
                  <a:lnTo>
                    <a:pt x="38194" y="2369"/>
                  </a:lnTo>
                  <a:lnTo>
                    <a:pt x="37694" y="2169"/>
                  </a:lnTo>
                  <a:lnTo>
                    <a:pt x="37194" y="2502"/>
                  </a:lnTo>
                  <a:lnTo>
                    <a:pt x="36693" y="2369"/>
                  </a:lnTo>
                  <a:lnTo>
                    <a:pt x="36160" y="2335"/>
                  </a:lnTo>
                  <a:lnTo>
                    <a:pt x="35659" y="2502"/>
                  </a:lnTo>
                  <a:lnTo>
                    <a:pt x="35159" y="2202"/>
                  </a:lnTo>
                  <a:lnTo>
                    <a:pt x="34625" y="2335"/>
                  </a:lnTo>
                  <a:lnTo>
                    <a:pt x="34125" y="2436"/>
                  </a:lnTo>
                  <a:lnTo>
                    <a:pt x="33591" y="2202"/>
                  </a:lnTo>
                  <a:lnTo>
                    <a:pt x="33091" y="2569"/>
                  </a:lnTo>
                  <a:lnTo>
                    <a:pt x="32590" y="2436"/>
                  </a:lnTo>
                  <a:lnTo>
                    <a:pt x="32057" y="2469"/>
                  </a:lnTo>
                  <a:lnTo>
                    <a:pt x="31556" y="2536"/>
                  </a:lnTo>
                  <a:lnTo>
                    <a:pt x="31056" y="2269"/>
                  </a:lnTo>
                  <a:lnTo>
                    <a:pt x="30522" y="2569"/>
                  </a:lnTo>
                  <a:lnTo>
                    <a:pt x="30022" y="2369"/>
                  </a:lnTo>
                  <a:lnTo>
                    <a:pt x="29522" y="2502"/>
                  </a:lnTo>
                  <a:lnTo>
                    <a:pt x="28988" y="2569"/>
                  </a:lnTo>
                  <a:lnTo>
                    <a:pt x="28487" y="2569"/>
                  </a:lnTo>
                  <a:lnTo>
                    <a:pt x="27987" y="2736"/>
                  </a:lnTo>
                  <a:lnTo>
                    <a:pt x="27487" y="2636"/>
                  </a:lnTo>
                  <a:lnTo>
                    <a:pt x="26986" y="2869"/>
                  </a:lnTo>
                  <a:lnTo>
                    <a:pt x="26453" y="2736"/>
                  </a:lnTo>
                  <a:lnTo>
                    <a:pt x="26019" y="3103"/>
                  </a:lnTo>
                  <a:lnTo>
                    <a:pt x="25452" y="3003"/>
                  </a:lnTo>
                  <a:lnTo>
                    <a:pt x="24952" y="3036"/>
                  </a:lnTo>
                  <a:lnTo>
                    <a:pt x="24418" y="3003"/>
                  </a:lnTo>
                  <a:lnTo>
                    <a:pt x="23984" y="3370"/>
                  </a:lnTo>
                  <a:lnTo>
                    <a:pt x="23417" y="3370"/>
                  </a:lnTo>
                  <a:lnTo>
                    <a:pt x="22850" y="3470"/>
                  </a:lnTo>
                  <a:lnTo>
                    <a:pt x="22350" y="3703"/>
                  </a:lnTo>
                  <a:lnTo>
                    <a:pt x="21849" y="3970"/>
                  </a:lnTo>
                  <a:lnTo>
                    <a:pt x="21349" y="3803"/>
                  </a:lnTo>
                  <a:lnTo>
                    <a:pt x="20882" y="4003"/>
                  </a:lnTo>
                  <a:lnTo>
                    <a:pt x="20415" y="3903"/>
                  </a:lnTo>
                  <a:lnTo>
                    <a:pt x="19948" y="3903"/>
                  </a:lnTo>
                  <a:lnTo>
                    <a:pt x="19414" y="3937"/>
                  </a:lnTo>
                  <a:lnTo>
                    <a:pt x="18914" y="3770"/>
                  </a:lnTo>
                  <a:lnTo>
                    <a:pt x="18414" y="3970"/>
                  </a:lnTo>
                  <a:lnTo>
                    <a:pt x="17913" y="3703"/>
                  </a:lnTo>
                  <a:lnTo>
                    <a:pt x="17413" y="3736"/>
                  </a:lnTo>
                  <a:lnTo>
                    <a:pt x="16879" y="3970"/>
                  </a:lnTo>
                  <a:lnTo>
                    <a:pt x="16412" y="3670"/>
                  </a:lnTo>
                  <a:lnTo>
                    <a:pt x="15878" y="3837"/>
                  </a:lnTo>
                  <a:lnTo>
                    <a:pt x="15411" y="3670"/>
                  </a:lnTo>
                  <a:lnTo>
                    <a:pt x="14878" y="3803"/>
                  </a:lnTo>
                  <a:lnTo>
                    <a:pt x="14411" y="3636"/>
                  </a:lnTo>
                  <a:lnTo>
                    <a:pt x="13910" y="3536"/>
                  </a:lnTo>
                  <a:lnTo>
                    <a:pt x="13510" y="3169"/>
                  </a:lnTo>
                  <a:lnTo>
                    <a:pt x="13010" y="3036"/>
                  </a:lnTo>
                  <a:lnTo>
                    <a:pt x="12476" y="3169"/>
                  </a:lnTo>
                  <a:lnTo>
                    <a:pt x="12009" y="2903"/>
                  </a:lnTo>
                  <a:lnTo>
                    <a:pt x="11475" y="2836"/>
                  </a:lnTo>
                  <a:lnTo>
                    <a:pt x="10908" y="3069"/>
                  </a:lnTo>
                  <a:lnTo>
                    <a:pt x="10441" y="2702"/>
                  </a:lnTo>
                  <a:lnTo>
                    <a:pt x="9941" y="2702"/>
                  </a:lnTo>
                  <a:lnTo>
                    <a:pt x="9374" y="2736"/>
                  </a:lnTo>
                  <a:lnTo>
                    <a:pt x="8840" y="2702"/>
                  </a:lnTo>
                  <a:lnTo>
                    <a:pt x="8273" y="2669"/>
                  </a:lnTo>
                  <a:lnTo>
                    <a:pt x="7773" y="2369"/>
                  </a:lnTo>
                  <a:lnTo>
                    <a:pt x="7239" y="2736"/>
                  </a:lnTo>
                  <a:lnTo>
                    <a:pt x="6739" y="2736"/>
                  </a:lnTo>
                  <a:lnTo>
                    <a:pt x="6205" y="2436"/>
                  </a:lnTo>
                  <a:lnTo>
                    <a:pt x="5738" y="2802"/>
                  </a:lnTo>
                  <a:lnTo>
                    <a:pt x="5137" y="2602"/>
                  </a:lnTo>
                  <a:lnTo>
                    <a:pt x="4804" y="3136"/>
                  </a:lnTo>
                  <a:lnTo>
                    <a:pt x="4270" y="3069"/>
                  </a:lnTo>
                  <a:lnTo>
                    <a:pt x="3870" y="3370"/>
                  </a:lnTo>
                  <a:lnTo>
                    <a:pt x="3403" y="3536"/>
                  </a:lnTo>
                  <a:lnTo>
                    <a:pt x="2936" y="3636"/>
                  </a:lnTo>
                  <a:lnTo>
                    <a:pt x="2469" y="3770"/>
                  </a:lnTo>
                  <a:lnTo>
                    <a:pt x="1935" y="3670"/>
                  </a:lnTo>
                  <a:lnTo>
                    <a:pt x="1535" y="4103"/>
                  </a:lnTo>
                  <a:lnTo>
                    <a:pt x="1001" y="3903"/>
                  </a:lnTo>
                  <a:lnTo>
                    <a:pt x="568" y="4137"/>
                  </a:lnTo>
                  <a:lnTo>
                    <a:pt x="67" y="4137"/>
                  </a:lnTo>
                  <a:lnTo>
                    <a:pt x="0" y="4170"/>
                  </a:lnTo>
                  <a:lnTo>
                    <a:pt x="0" y="4771"/>
                  </a:lnTo>
                  <a:lnTo>
                    <a:pt x="367" y="4537"/>
                  </a:lnTo>
                  <a:lnTo>
                    <a:pt x="868" y="4570"/>
                  </a:lnTo>
                  <a:lnTo>
                    <a:pt x="1301" y="4337"/>
                  </a:lnTo>
                  <a:lnTo>
                    <a:pt x="1835" y="4537"/>
                  </a:lnTo>
                  <a:lnTo>
                    <a:pt x="2235" y="4103"/>
                  </a:lnTo>
                  <a:lnTo>
                    <a:pt x="2769" y="4203"/>
                  </a:lnTo>
                  <a:lnTo>
                    <a:pt x="3236" y="4070"/>
                  </a:lnTo>
                  <a:lnTo>
                    <a:pt x="3736" y="4003"/>
                  </a:lnTo>
                  <a:lnTo>
                    <a:pt x="4170" y="3837"/>
                  </a:lnTo>
                  <a:lnTo>
                    <a:pt x="4604" y="3536"/>
                  </a:lnTo>
                  <a:lnTo>
                    <a:pt x="5137" y="3603"/>
                  </a:lnTo>
                  <a:lnTo>
                    <a:pt x="5471" y="3103"/>
                  </a:lnTo>
                  <a:lnTo>
                    <a:pt x="6071" y="3269"/>
                  </a:lnTo>
                  <a:lnTo>
                    <a:pt x="6538" y="2936"/>
                  </a:lnTo>
                  <a:lnTo>
                    <a:pt x="7072" y="3236"/>
                  </a:lnTo>
                  <a:lnTo>
                    <a:pt x="7573" y="3236"/>
                  </a:lnTo>
                  <a:lnTo>
                    <a:pt x="8106" y="2869"/>
                  </a:lnTo>
                  <a:lnTo>
                    <a:pt x="8607" y="3169"/>
                  </a:lnTo>
                  <a:lnTo>
                    <a:pt x="9174" y="3203"/>
                  </a:lnTo>
                  <a:lnTo>
                    <a:pt x="9707" y="3236"/>
                  </a:lnTo>
                  <a:lnTo>
                    <a:pt x="10241" y="3203"/>
                  </a:lnTo>
                  <a:lnTo>
                    <a:pt x="10775" y="3203"/>
                  </a:lnTo>
                  <a:lnTo>
                    <a:pt x="11242" y="3570"/>
                  </a:lnTo>
                  <a:lnTo>
                    <a:pt x="11809" y="3370"/>
                  </a:lnTo>
                  <a:lnTo>
                    <a:pt x="12309" y="3436"/>
                  </a:lnTo>
                  <a:lnTo>
                    <a:pt x="12810" y="3736"/>
                  </a:lnTo>
                  <a:lnTo>
                    <a:pt x="13343" y="3570"/>
                  </a:lnTo>
                  <a:lnTo>
                    <a:pt x="13810" y="3703"/>
                  </a:lnTo>
                  <a:lnTo>
                    <a:pt x="14244" y="4103"/>
                  </a:lnTo>
                  <a:lnTo>
                    <a:pt x="14711" y="4203"/>
                  </a:lnTo>
                  <a:lnTo>
                    <a:pt x="15211" y="4337"/>
                  </a:lnTo>
                  <a:lnTo>
                    <a:pt x="15712" y="4237"/>
                  </a:lnTo>
                  <a:lnTo>
                    <a:pt x="16212" y="4404"/>
                  </a:lnTo>
                  <a:lnTo>
                    <a:pt x="16712" y="4237"/>
                  </a:lnTo>
                  <a:lnTo>
                    <a:pt x="17213" y="4537"/>
                  </a:lnTo>
                  <a:lnTo>
                    <a:pt x="17713" y="4337"/>
                  </a:lnTo>
                  <a:lnTo>
                    <a:pt x="18247" y="4304"/>
                  </a:lnTo>
                  <a:lnTo>
                    <a:pt x="18714" y="4570"/>
                  </a:lnTo>
                  <a:lnTo>
                    <a:pt x="19248" y="4370"/>
                  </a:lnTo>
                  <a:lnTo>
                    <a:pt x="19748" y="4537"/>
                  </a:lnTo>
                  <a:lnTo>
                    <a:pt x="20248" y="4504"/>
                  </a:lnTo>
                  <a:lnTo>
                    <a:pt x="20715" y="4504"/>
                  </a:lnTo>
                  <a:lnTo>
                    <a:pt x="21182" y="4604"/>
                  </a:lnTo>
                  <a:lnTo>
                    <a:pt x="21683" y="4437"/>
                  </a:lnTo>
                  <a:lnTo>
                    <a:pt x="22150" y="4604"/>
                  </a:lnTo>
                  <a:lnTo>
                    <a:pt x="22650" y="4337"/>
                  </a:lnTo>
                  <a:lnTo>
                    <a:pt x="23184" y="4103"/>
                  </a:lnTo>
                  <a:lnTo>
                    <a:pt x="23717" y="4003"/>
                  </a:lnTo>
                  <a:lnTo>
                    <a:pt x="24284" y="4003"/>
                  </a:lnTo>
                  <a:lnTo>
                    <a:pt x="24751" y="3670"/>
                  </a:lnTo>
                  <a:lnTo>
                    <a:pt x="25285" y="3703"/>
                  </a:lnTo>
                  <a:lnTo>
                    <a:pt x="25786" y="3636"/>
                  </a:lnTo>
                  <a:lnTo>
                    <a:pt x="26319" y="3770"/>
                  </a:lnTo>
                  <a:lnTo>
                    <a:pt x="26786" y="3403"/>
                  </a:lnTo>
                  <a:lnTo>
                    <a:pt x="27320" y="3536"/>
                  </a:lnTo>
                  <a:lnTo>
                    <a:pt x="27787" y="3303"/>
                  </a:lnTo>
                  <a:lnTo>
                    <a:pt x="28321" y="3403"/>
                  </a:lnTo>
                  <a:lnTo>
                    <a:pt x="28821" y="3269"/>
                  </a:lnTo>
                  <a:lnTo>
                    <a:pt x="29321" y="3269"/>
                  </a:lnTo>
                  <a:lnTo>
                    <a:pt x="29822" y="3203"/>
                  </a:lnTo>
                  <a:lnTo>
                    <a:pt x="30355" y="3069"/>
                  </a:lnTo>
                  <a:lnTo>
                    <a:pt x="30856" y="3269"/>
                  </a:lnTo>
                  <a:lnTo>
                    <a:pt x="31356" y="2969"/>
                  </a:lnTo>
                  <a:lnTo>
                    <a:pt x="31890" y="3236"/>
                  </a:lnTo>
                  <a:lnTo>
                    <a:pt x="32390" y="3169"/>
                  </a:lnTo>
                  <a:lnTo>
                    <a:pt x="32924" y="3169"/>
                  </a:lnTo>
                  <a:lnTo>
                    <a:pt x="33424" y="3303"/>
                  </a:lnTo>
                  <a:lnTo>
                    <a:pt x="33925" y="2936"/>
                  </a:lnTo>
                  <a:lnTo>
                    <a:pt x="34458" y="3169"/>
                  </a:lnTo>
                  <a:lnTo>
                    <a:pt x="34959" y="3069"/>
                  </a:lnTo>
                  <a:lnTo>
                    <a:pt x="35459" y="2969"/>
                  </a:lnTo>
                  <a:lnTo>
                    <a:pt x="35993" y="3269"/>
                  </a:lnTo>
                  <a:lnTo>
                    <a:pt x="36493" y="3103"/>
                  </a:lnTo>
                  <a:lnTo>
                    <a:pt x="36994" y="3136"/>
                  </a:lnTo>
                  <a:lnTo>
                    <a:pt x="37527" y="3269"/>
                  </a:lnTo>
                  <a:lnTo>
                    <a:pt x="38028" y="2936"/>
                  </a:lnTo>
                  <a:lnTo>
                    <a:pt x="38528" y="3169"/>
                  </a:lnTo>
                  <a:lnTo>
                    <a:pt x="39028" y="3236"/>
                  </a:lnTo>
                  <a:lnTo>
                    <a:pt x="39562" y="2969"/>
                  </a:lnTo>
                  <a:lnTo>
                    <a:pt x="40062" y="3036"/>
                  </a:lnTo>
                  <a:lnTo>
                    <a:pt x="40563" y="2936"/>
                  </a:lnTo>
                  <a:lnTo>
                    <a:pt x="41063" y="3370"/>
                  </a:lnTo>
                  <a:lnTo>
                    <a:pt x="41563" y="3269"/>
                  </a:lnTo>
                  <a:lnTo>
                    <a:pt x="42064" y="3003"/>
                  </a:lnTo>
                  <a:lnTo>
                    <a:pt x="42564" y="3203"/>
                  </a:lnTo>
                  <a:lnTo>
                    <a:pt x="43065" y="2969"/>
                  </a:lnTo>
                  <a:lnTo>
                    <a:pt x="43565" y="2969"/>
                  </a:lnTo>
                  <a:lnTo>
                    <a:pt x="43999" y="3069"/>
                  </a:lnTo>
                  <a:lnTo>
                    <a:pt x="44466" y="3136"/>
                  </a:lnTo>
                  <a:lnTo>
                    <a:pt x="44933" y="3103"/>
                  </a:lnTo>
                  <a:lnTo>
                    <a:pt x="45433" y="3269"/>
                  </a:lnTo>
                  <a:lnTo>
                    <a:pt x="45833" y="2836"/>
                  </a:lnTo>
                  <a:lnTo>
                    <a:pt x="46334" y="2802"/>
                  </a:lnTo>
                  <a:lnTo>
                    <a:pt x="46734" y="2502"/>
                  </a:lnTo>
                  <a:lnTo>
                    <a:pt x="47234" y="2402"/>
                  </a:lnTo>
                  <a:lnTo>
                    <a:pt x="47601" y="2035"/>
                  </a:lnTo>
                  <a:lnTo>
                    <a:pt x="48101" y="1935"/>
                  </a:lnTo>
                  <a:lnTo>
                    <a:pt x="48635" y="2102"/>
                  </a:lnTo>
                  <a:lnTo>
                    <a:pt x="49069" y="1969"/>
                  </a:lnTo>
                  <a:lnTo>
                    <a:pt x="49536" y="2035"/>
                  </a:lnTo>
                  <a:lnTo>
                    <a:pt x="49969" y="1802"/>
                  </a:lnTo>
                  <a:lnTo>
                    <a:pt x="50436" y="1635"/>
                  </a:lnTo>
                  <a:lnTo>
                    <a:pt x="50870" y="1702"/>
                  </a:lnTo>
                  <a:lnTo>
                    <a:pt x="51337" y="1702"/>
                  </a:lnTo>
                  <a:lnTo>
                    <a:pt x="51771" y="1935"/>
                  </a:lnTo>
                  <a:lnTo>
                    <a:pt x="52304" y="2002"/>
                  </a:lnTo>
                  <a:lnTo>
                    <a:pt x="52905" y="1969"/>
                  </a:lnTo>
                  <a:lnTo>
                    <a:pt x="53405" y="2069"/>
                  </a:lnTo>
                  <a:lnTo>
                    <a:pt x="53872" y="2135"/>
                  </a:lnTo>
                  <a:lnTo>
                    <a:pt x="54373" y="2069"/>
                  </a:lnTo>
                  <a:lnTo>
                    <a:pt x="54840" y="2269"/>
                  </a:lnTo>
                  <a:lnTo>
                    <a:pt x="55340" y="2369"/>
                  </a:lnTo>
                  <a:lnTo>
                    <a:pt x="55840" y="2269"/>
                  </a:lnTo>
                  <a:lnTo>
                    <a:pt x="56307" y="2002"/>
                  </a:lnTo>
                  <a:lnTo>
                    <a:pt x="56808" y="2169"/>
                  </a:lnTo>
                  <a:lnTo>
                    <a:pt x="57308" y="2202"/>
                  </a:lnTo>
                  <a:lnTo>
                    <a:pt x="57708" y="1768"/>
                  </a:lnTo>
                  <a:lnTo>
                    <a:pt x="58242" y="1868"/>
                  </a:lnTo>
                  <a:lnTo>
                    <a:pt x="58676" y="1702"/>
                  </a:lnTo>
                  <a:lnTo>
                    <a:pt x="59176" y="1602"/>
                  </a:lnTo>
                  <a:lnTo>
                    <a:pt x="59676" y="1635"/>
                  </a:lnTo>
                  <a:lnTo>
                    <a:pt x="60110" y="1468"/>
                  </a:lnTo>
                  <a:lnTo>
                    <a:pt x="60644" y="1502"/>
                  </a:lnTo>
                  <a:lnTo>
                    <a:pt x="61044" y="1101"/>
                  </a:lnTo>
                  <a:lnTo>
                    <a:pt x="61544" y="1035"/>
                  </a:lnTo>
                  <a:lnTo>
                    <a:pt x="62078" y="1201"/>
                  </a:lnTo>
                  <a:lnTo>
                    <a:pt x="62578" y="1001"/>
                  </a:lnTo>
                  <a:lnTo>
                    <a:pt x="63079" y="1135"/>
                  </a:lnTo>
                  <a:lnTo>
                    <a:pt x="63579" y="1268"/>
                  </a:lnTo>
                  <a:lnTo>
                    <a:pt x="64146" y="1101"/>
                  </a:lnTo>
                  <a:lnTo>
                    <a:pt x="64613" y="1301"/>
                  </a:lnTo>
                  <a:lnTo>
                    <a:pt x="65180" y="1268"/>
                  </a:lnTo>
                  <a:lnTo>
                    <a:pt x="65681" y="1468"/>
                  </a:lnTo>
                  <a:lnTo>
                    <a:pt x="66148" y="1802"/>
                  </a:lnTo>
                  <a:lnTo>
                    <a:pt x="66748" y="1668"/>
                  </a:lnTo>
                  <a:lnTo>
                    <a:pt x="67215" y="1969"/>
                  </a:lnTo>
                  <a:lnTo>
                    <a:pt x="67816" y="1802"/>
                  </a:lnTo>
                  <a:lnTo>
                    <a:pt x="68216" y="2269"/>
                  </a:lnTo>
                  <a:lnTo>
                    <a:pt x="68783" y="2135"/>
                  </a:lnTo>
                  <a:lnTo>
                    <a:pt x="69283" y="2402"/>
                  </a:lnTo>
                  <a:lnTo>
                    <a:pt x="69784" y="2102"/>
                  </a:lnTo>
                  <a:lnTo>
                    <a:pt x="70284" y="2235"/>
                  </a:lnTo>
                  <a:lnTo>
                    <a:pt x="70784" y="2269"/>
                  </a:lnTo>
                  <a:lnTo>
                    <a:pt x="71251" y="2035"/>
                  </a:lnTo>
                  <a:lnTo>
                    <a:pt x="71718" y="1935"/>
                  </a:lnTo>
                  <a:lnTo>
                    <a:pt x="71718" y="934"/>
                  </a:lnTo>
                  <a:lnTo>
                    <a:pt x="71418" y="834"/>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 name="Google Shape;862;p32">
            <a:extLst>
              <a:ext uri="{FF2B5EF4-FFF2-40B4-BE49-F238E27FC236}">
                <a16:creationId xmlns:a16="http://schemas.microsoft.com/office/drawing/2014/main" id="{886DFF95-9CF7-05AE-25B0-492074E52A76}"/>
              </a:ext>
            </a:extLst>
          </p:cNvPr>
          <p:cNvSpPr txBox="1">
            <a:spLocks/>
          </p:cNvSpPr>
          <p:nvPr/>
        </p:nvSpPr>
        <p:spPr>
          <a:xfrm>
            <a:off x="4919093" y="2329365"/>
            <a:ext cx="783900" cy="5046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400"/>
              <a:buFont typeface="Montserrat ExtraBold"/>
              <a:buNone/>
              <a:defRPr sz="3400" b="0" i="1" u="none" strike="noStrike" cap="none">
                <a:solidFill>
                  <a:schemeClr val="dk1"/>
                </a:solidFill>
                <a:latin typeface="Montserrat ExtraBold"/>
                <a:ea typeface="Montserrat ExtraBold"/>
                <a:cs typeface="Montserrat ExtraBold"/>
                <a:sym typeface="Montserrat ExtraBold"/>
              </a:defRPr>
            </a:lvl1pPr>
            <a:lvl2pPr marR="0" lvl="1" algn="ctr" rtl="0">
              <a:lnSpc>
                <a:spcPct val="100000"/>
              </a:lnSpc>
              <a:spcBef>
                <a:spcPts val="0"/>
              </a:spcBef>
              <a:spcAft>
                <a:spcPts val="0"/>
              </a:spcAft>
              <a:buClr>
                <a:schemeClr val="dk1"/>
              </a:buClr>
              <a:buSzPts val="2400"/>
              <a:buFont typeface="Montserrat ExtraBold"/>
              <a:buNone/>
              <a:defRPr sz="2400" b="0" i="1" u="none" strike="noStrike" cap="none">
                <a:solidFill>
                  <a:schemeClr val="dk1"/>
                </a:solidFill>
                <a:latin typeface="Montserrat ExtraBold"/>
                <a:ea typeface="Montserrat ExtraBold"/>
                <a:cs typeface="Montserrat ExtraBold"/>
                <a:sym typeface="Montserrat ExtraBold"/>
              </a:defRPr>
            </a:lvl2pPr>
            <a:lvl3pPr marR="0" lvl="2" algn="ctr" rtl="0">
              <a:lnSpc>
                <a:spcPct val="100000"/>
              </a:lnSpc>
              <a:spcBef>
                <a:spcPts val="0"/>
              </a:spcBef>
              <a:spcAft>
                <a:spcPts val="0"/>
              </a:spcAft>
              <a:buClr>
                <a:schemeClr val="dk1"/>
              </a:buClr>
              <a:buSzPts val="2400"/>
              <a:buFont typeface="Montserrat ExtraBold"/>
              <a:buNone/>
              <a:defRPr sz="2400" b="0" i="1" u="none" strike="noStrike" cap="none">
                <a:solidFill>
                  <a:schemeClr val="dk1"/>
                </a:solidFill>
                <a:latin typeface="Montserrat ExtraBold"/>
                <a:ea typeface="Montserrat ExtraBold"/>
                <a:cs typeface="Montserrat ExtraBold"/>
                <a:sym typeface="Montserrat ExtraBold"/>
              </a:defRPr>
            </a:lvl3pPr>
            <a:lvl4pPr marR="0" lvl="3" algn="ctr" rtl="0">
              <a:lnSpc>
                <a:spcPct val="100000"/>
              </a:lnSpc>
              <a:spcBef>
                <a:spcPts val="0"/>
              </a:spcBef>
              <a:spcAft>
                <a:spcPts val="0"/>
              </a:spcAft>
              <a:buClr>
                <a:schemeClr val="dk1"/>
              </a:buClr>
              <a:buSzPts val="2400"/>
              <a:buFont typeface="Montserrat ExtraBold"/>
              <a:buNone/>
              <a:defRPr sz="2400" b="0" i="1" u="none" strike="noStrike" cap="none">
                <a:solidFill>
                  <a:schemeClr val="dk1"/>
                </a:solidFill>
                <a:latin typeface="Montserrat ExtraBold"/>
                <a:ea typeface="Montserrat ExtraBold"/>
                <a:cs typeface="Montserrat ExtraBold"/>
                <a:sym typeface="Montserrat ExtraBold"/>
              </a:defRPr>
            </a:lvl4pPr>
            <a:lvl5pPr marR="0" lvl="4" algn="ctr" rtl="0">
              <a:lnSpc>
                <a:spcPct val="100000"/>
              </a:lnSpc>
              <a:spcBef>
                <a:spcPts val="0"/>
              </a:spcBef>
              <a:spcAft>
                <a:spcPts val="0"/>
              </a:spcAft>
              <a:buClr>
                <a:schemeClr val="dk1"/>
              </a:buClr>
              <a:buSzPts val="2400"/>
              <a:buFont typeface="Montserrat ExtraBold"/>
              <a:buNone/>
              <a:defRPr sz="2400" b="0" i="1" u="none" strike="noStrike" cap="none">
                <a:solidFill>
                  <a:schemeClr val="dk1"/>
                </a:solidFill>
                <a:latin typeface="Montserrat ExtraBold"/>
                <a:ea typeface="Montserrat ExtraBold"/>
                <a:cs typeface="Montserrat ExtraBold"/>
                <a:sym typeface="Montserrat ExtraBold"/>
              </a:defRPr>
            </a:lvl5pPr>
            <a:lvl6pPr marR="0" lvl="5" algn="ctr" rtl="0">
              <a:lnSpc>
                <a:spcPct val="100000"/>
              </a:lnSpc>
              <a:spcBef>
                <a:spcPts val="0"/>
              </a:spcBef>
              <a:spcAft>
                <a:spcPts val="0"/>
              </a:spcAft>
              <a:buClr>
                <a:schemeClr val="dk1"/>
              </a:buClr>
              <a:buSzPts val="2400"/>
              <a:buFont typeface="Montserrat ExtraBold"/>
              <a:buNone/>
              <a:defRPr sz="2400" b="0" i="1" u="none" strike="noStrike" cap="none">
                <a:solidFill>
                  <a:schemeClr val="dk1"/>
                </a:solidFill>
                <a:latin typeface="Montserrat ExtraBold"/>
                <a:ea typeface="Montserrat ExtraBold"/>
                <a:cs typeface="Montserrat ExtraBold"/>
                <a:sym typeface="Montserrat ExtraBold"/>
              </a:defRPr>
            </a:lvl6pPr>
            <a:lvl7pPr marR="0" lvl="6" algn="ctr" rtl="0">
              <a:lnSpc>
                <a:spcPct val="100000"/>
              </a:lnSpc>
              <a:spcBef>
                <a:spcPts val="0"/>
              </a:spcBef>
              <a:spcAft>
                <a:spcPts val="0"/>
              </a:spcAft>
              <a:buClr>
                <a:schemeClr val="dk1"/>
              </a:buClr>
              <a:buSzPts val="2400"/>
              <a:buFont typeface="Montserrat ExtraBold"/>
              <a:buNone/>
              <a:defRPr sz="2400" b="0" i="1" u="none" strike="noStrike" cap="none">
                <a:solidFill>
                  <a:schemeClr val="dk1"/>
                </a:solidFill>
                <a:latin typeface="Montserrat ExtraBold"/>
                <a:ea typeface="Montserrat ExtraBold"/>
                <a:cs typeface="Montserrat ExtraBold"/>
                <a:sym typeface="Montserrat ExtraBold"/>
              </a:defRPr>
            </a:lvl7pPr>
            <a:lvl8pPr marR="0" lvl="7" algn="ctr" rtl="0">
              <a:lnSpc>
                <a:spcPct val="100000"/>
              </a:lnSpc>
              <a:spcBef>
                <a:spcPts val="0"/>
              </a:spcBef>
              <a:spcAft>
                <a:spcPts val="0"/>
              </a:spcAft>
              <a:buClr>
                <a:schemeClr val="dk1"/>
              </a:buClr>
              <a:buSzPts val="2400"/>
              <a:buFont typeface="Montserrat ExtraBold"/>
              <a:buNone/>
              <a:defRPr sz="2400" b="0" i="1" u="none" strike="noStrike" cap="none">
                <a:solidFill>
                  <a:schemeClr val="dk1"/>
                </a:solidFill>
                <a:latin typeface="Montserrat ExtraBold"/>
                <a:ea typeface="Montserrat ExtraBold"/>
                <a:cs typeface="Montserrat ExtraBold"/>
                <a:sym typeface="Montserrat ExtraBold"/>
              </a:defRPr>
            </a:lvl8pPr>
            <a:lvl9pPr marR="0" lvl="8" algn="ctr" rtl="0">
              <a:lnSpc>
                <a:spcPct val="100000"/>
              </a:lnSpc>
              <a:spcBef>
                <a:spcPts val="0"/>
              </a:spcBef>
              <a:spcAft>
                <a:spcPts val="0"/>
              </a:spcAft>
              <a:buClr>
                <a:schemeClr val="dk1"/>
              </a:buClr>
              <a:buSzPts val="2400"/>
              <a:buFont typeface="Montserrat ExtraBold"/>
              <a:buNone/>
              <a:defRPr sz="2400" b="0" i="1" u="none" strike="noStrike" cap="none">
                <a:solidFill>
                  <a:schemeClr val="dk1"/>
                </a:solidFill>
                <a:latin typeface="Montserrat ExtraBold"/>
                <a:ea typeface="Montserrat ExtraBold"/>
                <a:cs typeface="Montserrat ExtraBold"/>
                <a:sym typeface="Montserrat ExtraBold"/>
              </a:defRPr>
            </a:lvl9pPr>
          </a:lstStyle>
          <a:p>
            <a:r>
              <a:rPr lang="en" dirty="0">
                <a:solidFill>
                  <a:schemeClr val="lt1"/>
                </a:solidFill>
              </a:rPr>
              <a:t>0</a:t>
            </a:r>
            <a:r>
              <a:rPr lang="ar-EG" dirty="0">
                <a:solidFill>
                  <a:schemeClr val="lt1"/>
                </a:solidFill>
              </a:rPr>
              <a:t>5</a:t>
            </a:r>
            <a:endParaRPr lang="en" dirty="0">
              <a:solidFill>
                <a:schemeClr val="lt1"/>
              </a:solidFill>
            </a:endParaRPr>
          </a:p>
        </p:txBody>
      </p:sp>
      <p:sp>
        <p:nvSpPr>
          <p:cNvPr id="9" name="Title 12">
            <a:extLst>
              <a:ext uri="{FF2B5EF4-FFF2-40B4-BE49-F238E27FC236}">
                <a16:creationId xmlns:a16="http://schemas.microsoft.com/office/drawing/2014/main" id="{82CA828F-D78D-3A11-9B72-F0D8602721A8}"/>
              </a:ext>
            </a:extLst>
          </p:cNvPr>
          <p:cNvSpPr txBox="1">
            <a:spLocks/>
          </p:cNvSpPr>
          <p:nvPr/>
        </p:nvSpPr>
        <p:spPr>
          <a:xfrm>
            <a:off x="5982378" y="2206215"/>
            <a:ext cx="2672745" cy="7509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300"/>
              <a:buFont typeface="Montserrat ExtraBold"/>
              <a:buNone/>
              <a:defRPr sz="2000" b="0" i="1" u="none" strike="noStrike" cap="none">
                <a:solidFill>
                  <a:schemeClr val="dk1"/>
                </a:solidFill>
                <a:latin typeface="Montserrat ExtraBold"/>
                <a:ea typeface="Montserrat ExtraBold"/>
                <a:cs typeface="Montserrat ExtraBold"/>
                <a:sym typeface="Montserrat ExtraBold"/>
              </a:defRPr>
            </a:lvl1pPr>
            <a:lvl2pPr marR="0" lvl="1" algn="l" rtl="0">
              <a:lnSpc>
                <a:spcPct val="100000"/>
              </a:lnSpc>
              <a:spcBef>
                <a:spcPts val="0"/>
              </a:spcBef>
              <a:spcAft>
                <a:spcPts val="0"/>
              </a:spcAft>
              <a:buClr>
                <a:schemeClr val="dk1"/>
              </a:buClr>
              <a:buSzPts val="2800"/>
              <a:buFont typeface="Montserrat ExtraBold"/>
              <a:buNone/>
              <a:defRPr sz="2800" b="0" i="1" u="none" strike="noStrike" cap="none">
                <a:solidFill>
                  <a:schemeClr val="dk1"/>
                </a:solidFill>
                <a:latin typeface="Montserrat ExtraBold"/>
                <a:ea typeface="Montserrat ExtraBold"/>
                <a:cs typeface="Montserrat ExtraBold"/>
                <a:sym typeface="Montserrat ExtraBold"/>
              </a:defRPr>
            </a:lvl2pPr>
            <a:lvl3pPr marR="0" lvl="2" algn="l" rtl="0">
              <a:lnSpc>
                <a:spcPct val="100000"/>
              </a:lnSpc>
              <a:spcBef>
                <a:spcPts val="0"/>
              </a:spcBef>
              <a:spcAft>
                <a:spcPts val="0"/>
              </a:spcAft>
              <a:buClr>
                <a:schemeClr val="dk1"/>
              </a:buClr>
              <a:buSzPts val="2800"/>
              <a:buFont typeface="Montserrat ExtraBold"/>
              <a:buNone/>
              <a:defRPr sz="2800" b="0" i="1" u="none" strike="noStrike" cap="none">
                <a:solidFill>
                  <a:schemeClr val="dk1"/>
                </a:solidFill>
                <a:latin typeface="Montserrat ExtraBold"/>
                <a:ea typeface="Montserrat ExtraBold"/>
                <a:cs typeface="Montserrat ExtraBold"/>
                <a:sym typeface="Montserrat ExtraBold"/>
              </a:defRPr>
            </a:lvl3pPr>
            <a:lvl4pPr marR="0" lvl="3" algn="l" rtl="0">
              <a:lnSpc>
                <a:spcPct val="100000"/>
              </a:lnSpc>
              <a:spcBef>
                <a:spcPts val="0"/>
              </a:spcBef>
              <a:spcAft>
                <a:spcPts val="0"/>
              </a:spcAft>
              <a:buClr>
                <a:schemeClr val="dk1"/>
              </a:buClr>
              <a:buSzPts val="2800"/>
              <a:buFont typeface="Montserrat ExtraBold"/>
              <a:buNone/>
              <a:defRPr sz="2800" b="0" i="1" u="none" strike="noStrike" cap="none">
                <a:solidFill>
                  <a:schemeClr val="dk1"/>
                </a:solidFill>
                <a:latin typeface="Montserrat ExtraBold"/>
                <a:ea typeface="Montserrat ExtraBold"/>
                <a:cs typeface="Montserrat ExtraBold"/>
                <a:sym typeface="Montserrat ExtraBold"/>
              </a:defRPr>
            </a:lvl4pPr>
            <a:lvl5pPr marR="0" lvl="4" algn="l" rtl="0">
              <a:lnSpc>
                <a:spcPct val="100000"/>
              </a:lnSpc>
              <a:spcBef>
                <a:spcPts val="0"/>
              </a:spcBef>
              <a:spcAft>
                <a:spcPts val="0"/>
              </a:spcAft>
              <a:buClr>
                <a:schemeClr val="dk1"/>
              </a:buClr>
              <a:buSzPts val="2800"/>
              <a:buFont typeface="Montserrat ExtraBold"/>
              <a:buNone/>
              <a:defRPr sz="2800" b="0" i="1" u="none" strike="noStrike" cap="none">
                <a:solidFill>
                  <a:schemeClr val="dk1"/>
                </a:solidFill>
                <a:latin typeface="Montserrat ExtraBold"/>
                <a:ea typeface="Montserrat ExtraBold"/>
                <a:cs typeface="Montserrat ExtraBold"/>
                <a:sym typeface="Montserrat ExtraBold"/>
              </a:defRPr>
            </a:lvl5pPr>
            <a:lvl6pPr marR="0" lvl="5" algn="l" rtl="0">
              <a:lnSpc>
                <a:spcPct val="100000"/>
              </a:lnSpc>
              <a:spcBef>
                <a:spcPts val="0"/>
              </a:spcBef>
              <a:spcAft>
                <a:spcPts val="0"/>
              </a:spcAft>
              <a:buClr>
                <a:schemeClr val="dk1"/>
              </a:buClr>
              <a:buSzPts val="2800"/>
              <a:buFont typeface="Montserrat ExtraBold"/>
              <a:buNone/>
              <a:defRPr sz="2800" b="0" i="1" u="none" strike="noStrike" cap="none">
                <a:solidFill>
                  <a:schemeClr val="dk1"/>
                </a:solidFill>
                <a:latin typeface="Montserrat ExtraBold"/>
                <a:ea typeface="Montserrat ExtraBold"/>
                <a:cs typeface="Montserrat ExtraBold"/>
                <a:sym typeface="Montserrat ExtraBold"/>
              </a:defRPr>
            </a:lvl6pPr>
            <a:lvl7pPr marR="0" lvl="6" algn="l" rtl="0">
              <a:lnSpc>
                <a:spcPct val="100000"/>
              </a:lnSpc>
              <a:spcBef>
                <a:spcPts val="0"/>
              </a:spcBef>
              <a:spcAft>
                <a:spcPts val="0"/>
              </a:spcAft>
              <a:buClr>
                <a:schemeClr val="dk1"/>
              </a:buClr>
              <a:buSzPts val="2800"/>
              <a:buFont typeface="Montserrat ExtraBold"/>
              <a:buNone/>
              <a:defRPr sz="2800" b="0" i="1" u="none" strike="noStrike" cap="none">
                <a:solidFill>
                  <a:schemeClr val="dk1"/>
                </a:solidFill>
                <a:latin typeface="Montserrat ExtraBold"/>
                <a:ea typeface="Montserrat ExtraBold"/>
                <a:cs typeface="Montserrat ExtraBold"/>
                <a:sym typeface="Montserrat ExtraBold"/>
              </a:defRPr>
            </a:lvl7pPr>
            <a:lvl8pPr marR="0" lvl="7" algn="l" rtl="0">
              <a:lnSpc>
                <a:spcPct val="100000"/>
              </a:lnSpc>
              <a:spcBef>
                <a:spcPts val="0"/>
              </a:spcBef>
              <a:spcAft>
                <a:spcPts val="0"/>
              </a:spcAft>
              <a:buClr>
                <a:schemeClr val="dk1"/>
              </a:buClr>
              <a:buSzPts val="2800"/>
              <a:buFont typeface="Montserrat ExtraBold"/>
              <a:buNone/>
              <a:defRPr sz="2800" b="0" i="1" u="none" strike="noStrike" cap="none">
                <a:solidFill>
                  <a:schemeClr val="dk1"/>
                </a:solidFill>
                <a:latin typeface="Montserrat ExtraBold"/>
                <a:ea typeface="Montserrat ExtraBold"/>
                <a:cs typeface="Montserrat ExtraBold"/>
                <a:sym typeface="Montserrat ExtraBold"/>
              </a:defRPr>
            </a:lvl8pPr>
            <a:lvl9pPr marR="0" lvl="8" algn="l" rtl="0">
              <a:lnSpc>
                <a:spcPct val="100000"/>
              </a:lnSpc>
              <a:spcBef>
                <a:spcPts val="0"/>
              </a:spcBef>
              <a:spcAft>
                <a:spcPts val="0"/>
              </a:spcAft>
              <a:buClr>
                <a:schemeClr val="dk1"/>
              </a:buClr>
              <a:buSzPts val="2800"/>
              <a:buFont typeface="Montserrat ExtraBold"/>
              <a:buNone/>
              <a:defRPr sz="2800" b="0" i="1" u="none" strike="noStrike" cap="none">
                <a:solidFill>
                  <a:schemeClr val="dk1"/>
                </a:solidFill>
                <a:latin typeface="Montserrat ExtraBold"/>
                <a:ea typeface="Montserrat ExtraBold"/>
                <a:cs typeface="Montserrat ExtraBold"/>
                <a:sym typeface="Montserrat ExtraBold"/>
              </a:defRPr>
            </a:lvl9pPr>
          </a:lstStyle>
          <a:p>
            <a:r>
              <a:rPr lang="en-GB" dirty="0" err="1"/>
              <a:t>Removids</a:t>
            </a:r>
            <a:r>
              <a:rPr lang="en-GB" dirty="0"/>
              <a:t> platform</a:t>
            </a:r>
            <a:endParaRPr lang="en-US" dirty="0"/>
          </a:p>
        </p:txBody>
      </p:sp>
    </p:spTree>
  </p:cSld>
  <p:clrMapOvr>
    <a:masterClrMapping/>
  </p:clrMapOvr>
  <p:transition spd="med">
    <p:pull/>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20"/>
        <p:cNvGrpSpPr/>
        <p:nvPr/>
      </p:nvGrpSpPr>
      <p:grpSpPr>
        <a:xfrm>
          <a:off x="0" y="0"/>
          <a:ext cx="0" cy="0"/>
          <a:chOff x="0" y="0"/>
          <a:chExt cx="0" cy="0"/>
        </a:xfrm>
      </p:grpSpPr>
      <p:sp>
        <p:nvSpPr>
          <p:cNvPr id="4" name="TextBox 3">
            <a:extLst>
              <a:ext uri="{FF2B5EF4-FFF2-40B4-BE49-F238E27FC236}">
                <a16:creationId xmlns:a16="http://schemas.microsoft.com/office/drawing/2014/main" id="{77647BDC-439F-2F6E-7778-779319BE15F7}"/>
              </a:ext>
            </a:extLst>
          </p:cNvPr>
          <p:cNvSpPr txBox="1"/>
          <p:nvPr/>
        </p:nvSpPr>
        <p:spPr>
          <a:xfrm>
            <a:off x="7595911" y="4459202"/>
            <a:ext cx="1566760" cy="307777"/>
          </a:xfrm>
          <a:prstGeom prst="rect">
            <a:avLst/>
          </a:prstGeom>
          <a:noFill/>
        </p:spPr>
        <p:txBody>
          <a:bodyPr wrap="square" rtlCol="0">
            <a:spAutoFit/>
          </a:bodyPr>
          <a:lstStyle/>
          <a:p>
            <a:pPr algn="ctr"/>
            <a:r>
              <a:rPr lang="en-US" i="1" dirty="0">
                <a:latin typeface="Montserrat ExtraBold" panose="00000900000000000000" pitchFamily="2" charset="0"/>
              </a:rPr>
              <a:t>REMONTADA</a:t>
            </a:r>
          </a:p>
        </p:txBody>
      </p:sp>
      <p:sp>
        <p:nvSpPr>
          <p:cNvPr id="7" name="Google Shape;854;p32">
            <a:extLst>
              <a:ext uri="{FF2B5EF4-FFF2-40B4-BE49-F238E27FC236}">
                <a16:creationId xmlns:a16="http://schemas.microsoft.com/office/drawing/2014/main" id="{EE7FC5B6-579C-8741-AE4D-36D8B793FC71}"/>
              </a:ext>
            </a:extLst>
          </p:cNvPr>
          <p:cNvSpPr txBox="1">
            <a:spLocks/>
          </p:cNvSpPr>
          <p:nvPr/>
        </p:nvSpPr>
        <p:spPr>
          <a:xfrm>
            <a:off x="1778227" y="694579"/>
            <a:ext cx="2067300" cy="7509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GB" sz="2000" i="1" dirty="0">
                <a:solidFill>
                  <a:schemeClr val="accent5"/>
                </a:solidFill>
                <a:latin typeface="Montserrat ExtraBold" panose="00000900000000000000" pitchFamily="2" charset="0"/>
              </a:rPr>
              <a:t>Increase your fitness and football skills</a:t>
            </a:r>
          </a:p>
        </p:txBody>
      </p:sp>
      <p:grpSp>
        <p:nvGrpSpPr>
          <p:cNvPr id="8" name="Google Shape;865;p32">
            <a:extLst>
              <a:ext uri="{FF2B5EF4-FFF2-40B4-BE49-F238E27FC236}">
                <a16:creationId xmlns:a16="http://schemas.microsoft.com/office/drawing/2014/main" id="{80DCB713-589E-2867-9A9D-D3C35CCE7629}"/>
              </a:ext>
            </a:extLst>
          </p:cNvPr>
          <p:cNvGrpSpPr/>
          <p:nvPr/>
        </p:nvGrpSpPr>
        <p:grpSpPr>
          <a:xfrm>
            <a:off x="614724" y="694592"/>
            <a:ext cx="984333" cy="750875"/>
            <a:chOff x="6268229" y="1126723"/>
            <a:chExt cx="2821246" cy="1847625"/>
          </a:xfrm>
        </p:grpSpPr>
        <p:sp>
          <p:nvSpPr>
            <p:cNvPr id="9" name="Google Shape;866;p32">
              <a:extLst>
                <a:ext uri="{FF2B5EF4-FFF2-40B4-BE49-F238E27FC236}">
                  <a16:creationId xmlns:a16="http://schemas.microsoft.com/office/drawing/2014/main" id="{E8D14D5E-DA51-9600-EDE4-200C1449E5C4}"/>
                </a:ext>
              </a:extLst>
            </p:cNvPr>
            <p:cNvSpPr/>
            <p:nvPr/>
          </p:nvSpPr>
          <p:spPr>
            <a:xfrm>
              <a:off x="6268229" y="1126723"/>
              <a:ext cx="2821246" cy="1847604"/>
            </a:xfrm>
            <a:custGeom>
              <a:avLst/>
              <a:gdLst/>
              <a:ahLst/>
              <a:cxnLst/>
              <a:rect l="l" t="t" r="r" b="b"/>
              <a:pathLst>
                <a:path w="71719" h="46968" extrusionOk="0">
                  <a:moveTo>
                    <a:pt x="634" y="46634"/>
                  </a:moveTo>
                  <a:lnTo>
                    <a:pt x="1168" y="46834"/>
                  </a:lnTo>
                  <a:lnTo>
                    <a:pt x="1635" y="46734"/>
                  </a:lnTo>
                  <a:lnTo>
                    <a:pt x="2102" y="46434"/>
                  </a:lnTo>
                  <a:lnTo>
                    <a:pt x="2569" y="46434"/>
                  </a:lnTo>
                  <a:lnTo>
                    <a:pt x="3103" y="46400"/>
                  </a:lnTo>
                  <a:lnTo>
                    <a:pt x="3670" y="46534"/>
                  </a:lnTo>
                  <a:lnTo>
                    <a:pt x="4170" y="46400"/>
                  </a:lnTo>
                  <a:lnTo>
                    <a:pt x="4704" y="46334"/>
                  </a:lnTo>
                  <a:lnTo>
                    <a:pt x="5238" y="46234"/>
                  </a:lnTo>
                  <a:lnTo>
                    <a:pt x="5771" y="46367"/>
                  </a:lnTo>
                  <a:lnTo>
                    <a:pt x="6272" y="46367"/>
                  </a:lnTo>
                  <a:lnTo>
                    <a:pt x="6805" y="46500"/>
                  </a:lnTo>
                  <a:lnTo>
                    <a:pt x="7306" y="46467"/>
                  </a:lnTo>
                  <a:lnTo>
                    <a:pt x="7773" y="46234"/>
                  </a:lnTo>
                  <a:lnTo>
                    <a:pt x="8273" y="46434"/>
                  </a:lnTo>
                  <a:lnTo>
                    <a:pt x="8773" y="46434"/>
                  </a:lnTo>
                  <a:lnTo>
                    <a:pt x="9240" y="46200"/>
                  </a:lnTo>
                  <a:lnTo>
                    <a:pt x="9741" y="46434"/>
                  </a:lnTo>
                  <a:lnTo>
                    <a:pt x="10241" y="46400"/>
                  </a:lnTo>
                  <a:lnTo>
                    <a:pt x="10675" y="46100"/>
                  </a:lnTo>
                  <a:lnTo>
                    <a:pt x="11175" y="46134"/>
                  </a:lnTo>
                  <a:lnTo>
                    <a:pt x="11642" y="45900"/>
                  </a:lnTo>
                  <a:lnTo>
                    <a:pt x="12142" y="45967"/>
                  </a:lnTo>
                  <a:lnTo>
                    <a:pt x="12609" y="45867"/>
                  </a:lnTo>
                  <a:lnTo>
                    <a:pt x="13110" y="46033"/>
                  </a:lnTo>
                  <a:lnTo>
                    <a:pt x="13610" y="45933"/>
                  </a:lnTo>
                  <a:lnTo>
                    <a:pt x="14111" y="46000"/>
                  </a:lnTo>
                  <a:lnTo>
                    <a:pt x="14578" y="45833"/>
                  </a:lnTo>
                  <a:lnTo>
                    <a:pt x="15078" y="45900"/>
                  </a:lnTo>
                  <a:lnTo>
                    <a:pt x="15578" y="45933"/>
                  </a:lnTo>
                  <a:lnTo>
                    <a:pt x="16045" y="45867"/>
                  </a:lnTo>
                  <a:lnTo>
                    <a:pt x="16512" y="45566"/>
                  </a:lnTo>
                  <a:lnTo>
                    <a:pt x="17013" y="45633"/>
                  </a:lnTo>
                  <a:lnTo>
                    <a:pt x="17480" y="45700"/>
                  </a:lnTo>
                  <a:lnTo>
                    <a:pt x="17980" y="45633"/>
                  </a:lnTo>
                  <a:lnTo>
                    <a:pt x="18447" y="45433"/>
                  </a:lnTo>
                  <a:lnTo>
                    <a:pt x="18914" y="45600"/>
                  </a:lnTo>
                  <a:lnTo>
                    <a:pt x="19448" y="45400"/>
                  </a:lnTo>
                  <a:lnTo>
                    <a:pt x="19881" y="45633"/>
                  </a:lnTo>
                  <a:lnTo>
                    <a:pt x="20382" y="45833"/>
                  </a:lnTo>
                  <a:lnTo>
                    <a:pt x="20849" y="45900"/>
                  </a:lnTo>
                  <a:lnTo>
                    <a:pt x="21382" y="45733"/>
                  </a:lnTo>
                  <a:lnTo>
                    <a:pt x="21849" y="46000"/>
                  </a:lnTo>
                  <a:lnTo>
                    <a:pt x="22316" y="46167"/>
                  </a:lnTo>
                  <a:lnTo>
                    <a:pt x="22817" y="46167"/>
                  </a:lnTo>
                  <a:lnTo>
                    <a:pt x="23284" y="46434"/>
                  </a:lnTo>
                  <a:lnTo>
                    <a:pt x="23684" y="46567"/>
                  </a:lnTo>
                  <a:lnTo>
                    <a:pt x="24118" y="46367"/>
                  </a:lnTo>
                  <a:lnTo>
                    <a:pt x="24551" y="46667"/>
                  </a:lnTo>
                  <a:lnTo>
                    <a:pt x="25018" y="46634"/>
                  </a:lnTo>
                  <a:lnTo>
                    <a:pt x="25452" y="46267"/>
                  </a:lnTo>
                  <a:lnTo>
                    <a:pt x="25952" y="46500"/>
                  </a:lnTo>
                  <a:lnTo>
                    <a:pt x="26453" y="46601"/>
                  </a:lnTo>
                  <a:lnTo>
                    <a:pt x="26920" y="46500"/>
                  </a:lnTo>
                  <a:lnTo>
                    <a:pt x="27353" y="46167"/>
                  </a:lnTo>
                  <a:lnTo>
                    <a:pt x="27887" y="46467"/>
                  </a:lnTo>
                  <a:lnTo>
                    <a:pt x="28387" y="46334"/>
                  </a:lnTo>
                  <a:lnTo>
                    <a:pt x="28888" y="46334"/>
                  </a:lnTo>
                  <a:lnTo>
                    <a:pt x="29355" y="46134"/>
                  </a:lnTo>
                  <a:lnTo>
                    <a:pt x="29855" y="46000"/>
                  </a:lnTo>
                  <a:lnTo>
                    <a:pt x="30322" y="46000"/>
                  </a:lnTo>
                  <a:lnTo>
                    <a:pt x="30856" y="46100"/>
                  </a:lnTo>
                  <a:lnTo>
                    <a:pt x="31323" y="45967"/>
                  </a:lnTo>
                  <a:lnTo>
                    <a:pt x="31823" y="45967"/>
                  </a:lnTo>
                  <a:lnTo>
                    <a:pt x="32324" y="46000"/>
                  </a:lnTo>
                  <a:lnTo>
                    <a:pt x="32824" y="46067"/>
                  </a:lnTo>
                  <a:lnTo>
                    <a:pt x="33324" y="46000"/>
                  </a:lnTo>
                  <a:lnTo>
                    <a:pt x="33791" y="45833"/>
                  </a:lnTo>
                  <a:lnTo>
                    <a:pt x="34292" y="45767"/>
                  </a:lnTo>
                  <a:lnTo>
                    <a:pt x="34792" y="45867"/>
                  </a:lnTo>
                  <a:lnTo>
                    <a:pt x="35292" y="45733"/>
                  </a:lnTo>
                  <a:lnTo>
                    <a:pt x="35793" y="45600"/>
                  </a:lnTo>
                  <a:lnTo>
                    <a:pt x="36260" y="45500"/>
                  </a:lnTo>
                  <a:lnTo>
                    <a:pt x="36760" y="45633"/>
                  </a:lnTo>
                  <a:lnTo>
                    <a:pt x="37227" y="45500"/>
                  </a:lnTo>
                  <a:lnTo>
                    <a:pt x="37727" y="45533"/>
                  </a:lnTo>
                  <a:lnTo>
                    <a:pt x="38194" y="45266"/>
                  </a:lnTo>
                  <a:lnTo>
                    <a:pt x="38661" y="45266"/>
                  </a:lnTo>
                  <a:lnTo>
                    <a:pt x="39162" y="45400"/>
                  </a:lnTo>
                  <a:lnTo>
                    <a:pt x="39662" y="45700"/>
                  </a:lnTo>
                  <a:lnTo>
                    <a:pt x="40196" y="45500"/>
                  </a:lnTo>
                  <a:lnTo>
                    <a:pt x="40730" y="45700"/>
                  </a:lnTo>
                  <a:lnTo>
                    <a:pt x="41230" y="45633"/>
                  </a:lnTo>
                  <a:lnTo>
                    <a:pt x="41764" y="45667"/>
                  </a:lnTo>
                  <a:lnTo>
                    <a:pt x="42297" y="45633"/>
                  </a:lnTo>
                  <a:lnTo>
                    <a:pt x="42798" y="45767"/>
                  </a:lnTo>
                  <a:lnTo>
                    <a:pt x="43265" y="45633"/>
                  </a:lnTo>
                  <a:lnTo>
                    <a:pt x="43732" y="45366"/>
                  </a:lnTo>
                  <a:lnTo>
                    <a:pt x="44232" y="45366"/>
                  </a:lnTo>
                  <a:lnTo>
                    <a:pt x="44732" y="45466"/>
                  </a:lnTo>
                  <a:lnTo>
                    <a:pt x="45199" y="45166"/>
                  </a:lnTo>
                  <a:lnTo>
                    <a:pt x="45733" y="45366"/>
                  </a:lnTo>
                  <a:lnTo>
                    <a:pt x="46300" y="45200"/>
                  </a:lnTo>
                  <a:lnTo>
                    <a:pt x="46734" y="45667"/>
                  </a:lnTo>
                  <a:lnTo>
                    <a:pt x="47301" y="45433"/>
                  </a:lnTo>
                  <a:lnTo>
                    <a:pt x="47801" y="45700"/>
                  </a:lnTo>
                  <a:lnTo>
                    <a:pt x="48368" y="45566"/>
                  </a:lnTo>
                  <a:lnTo>
                    <a:pt x="48869" y="45833"/>
                  </a:lnTo>
                  <a:lnTo>
                    <a:pt x="49402" y="46000"/>
                  </a:lnTo>
                  <a:lnTo>
                    <a:pt x="49969" y="45933"/>
                  </a:lnTo>
                  <a:lnTo>
                    <a:pt x="50436" y="46100"/>
                  </a:lnTo>
                  <a:lnTo>
                    <a:pt x="50970" y="45900"/>
                  </a:lnTo>
                  <a:lnTo>
                    <a:pt x="51471" y="46000"/>
                  </a:lnTo>
                  <a:lnTo>
                    <a:pt x="52004" y="46100"/>
                  </a:lnTo>
                  <a:lnTo>
                    <a:pt x="52471" y="45900"/>
                  </a:lnTo>
                  <a:lnTo>
                    <a:pt x="53038" y="46000"/>
                  </a:lnTo>
                  <a:lnTo>
                    <a:pt x="53539" y="45900"/>
                  </a:lnTo>
                  <a:lnTo>
                    <a:pt x="53906" y="45466"/>
                  </a:lnTo>
                  <a:lnTo>
                    <a:pt x="54439" y="45500"/>
                  </a:lnTo>
                  <a:lnTo>
                    <a:pt x="54873" y="45300"/>
                  </a:lnTo>
                  <a:lnTo>
                    <a:pt x="55373" y="45300"/>
                  </a:lnTo>
                  <a:lnTo>
                    <a:pt x="55840" y="45166"/>
                  </a:lnTo>
                  <a:lnTo>
                    <a:pt x="56274" y="44966"/>
                  </a:lnTo>
                  <a:lnTo>
                    <a:pt x="56808" y="45033"/>
                  </a:lnTo>
                  <a:lnTo>
                    <a:pt x="57208" y="44566"/>
                  </a:lnTo>
                  <a:lnTo>
                    <a:pt x="57708" y="44599"/>
                  </a:lnTo>
                  <a:lnTo>
                    <a:pt x="58209" y="44733"/>
                  </a:lnTo>
                  <a:lnTo>
                    <a:pt x="58642" y="44432"/>
                  </a:lnTo>
                  <a:lnTo>
                    <a:pt x="59143" y="44266"/>
                  </a:lnTo>
                  <a:lnTo>
                    <a:pt x="59643" y="44366"/>
                  </a:lnTo>
                  <a:lnTo>
                    <a:pt x="60143" y="44532"/>
                  </a:lnTo>
                  <a:lnTo>
                    <a:pt x="60610" y="44432"/>
                  </a:lnTo>
                  <a:lnTo>
                    <a:pt x="61077" y="44466"/>
                  </a:lnTo>
                  <a:lnTo>
                    <a:pt x="61611" y="44532"/>
                  </a:lnTo>
                  <a:lnTo>
                    <a:pt x="62178" y="44432"/>
                  </a:lnTo>
                  <a:lnTo>
                    <a:pt x="62745" y="44499"/>
                  </a:lnTo>
                  <a:lnTo>
                    <a:pt x="63179" y="44699"/>
                  </a:lnTo>
                  <a:lnTo>
                    <a:pt x="63646" y="44666"/>
                  </a:lnTo>
                  <a:lnTo>
                    <a:pt x="64080" y="44699"/>
                  </a:lnTo>
                  <a:lnTo>
                    <a:pt x="64547" y="44499"/>
                  </a:lnTo>
                  <a:lnTo>
                    <a:pt x="64980" y="44232"/>
                  </a:lnTo>
                  <a:lnTo>
                    <a:pt x="65447" y="44299"/>
                  </a:lnTo>
                  <a:lnTo>
                    <a:pt x="65847" y="44132"/>
                  </a:lnTo>
                  <a:lnTo>
                    <a:pt x="66381" y="44232"/>
                  </a:lnTo>
                  <a:lnTo>
                    <a:pt x="66882" y="44099"/>
                  </a:lnTo>
                  <a:lnTo>
                    <a:pt x="67215" y="43732"/>
                  </a:lnTo>
                  <a:lnTo>
                    <a:pt x="67715" y="43598"/>
                  </a:lnTo>
                  <a:lnTo>
                    <a:pt x="68116" y="43265"/>
                  </a:lnTo>
                  <a:lnTo>
                    <a:pt x="68616" y="43198"/>
                  </a:lnTo>
                  <a:lnTo>
                    <a:pt x="68950" y="42764"/>
                  </a:lnTo>
                  <a:lnTo>
                    <a:pt x="69483" y="42898"/>
                  </a:lnTo>
                  <a:lnTo>
                    <a:pt x="69917" y="42798"/>
                  </a:lnTo>
                  <a:lnTo>
                    <a:pt x="70384" y="42864"/>
                  </a:lnTo>
                  <a:lnTo>
                    <a:pt x="70884" y="42931"/>
                  </a:lnTo>
                  <a:lnTo>
                    <a:pt x="71351" y="42898"/>
                  </a:lnTo>
                  <a:lnTo>
                    <a:pt x="71718" y="42698"/>
                  </a:lnTo>
                  <a:lnTo>
                    <a:pt x="71718" y="934"/>
                  </a:lnTo>
                  <a:lnTo>
                    <a:pt x="71418" y="834"/>
                  </a:lnTo>
                  <a:lnTo>
                    <a:pt x="70918" y="934"/>
                  </a:lnTo>
                  <a:lnTo>
                    <a:pt x="70451" y="1168"/>
                  </a:lnTo>
                  <a:lnTo>
                    <a:pt x="69950" y="1168"/>
                  </a:lnTo>
                  <a:lnTo>
                    <a:pt x="69450" y="1035"/>
                  </a:lnTo>
                  <a:lnTo>
                    <a:pt x="68950" y="1301"/>
                  </a:lnTo>
                  <a:lnTo>
                    <a:pt x="68449" y="1068"/>
                  </a:lnTo>
                  <a:lnTo>
                    <a:pt x="67882" y="1201"/>
                  </a:lnTo>
                  <a:lnTo>
                    <a:pt x="67449" y="734"/>
                  </a:lnTo>
                  <a:lnTo>
                    <a:pt x="66882" y="901"/>
                  </a:lnTo>
                  <a:lnTo>
                    <a:pt x="66381" y="634"/>
                  </a:lnTo>
                  <a:lnTo>
                    <a:pt x="65814" y="734"/>
                  </a:lnTo>
                  <a:lnTo>
                    <a:pt x="65347" y="434"/>
                  </a:lnTo>
                  <a:lnTo>
                    <a:pt x="64847" y="234"/>
                  </a:lnTo>
                  <a:lnTo>
                    <a:pt x="64280" y="267"/>
                  </a:lnTo>
                  <a:lnTo>
                    <a:pt x="63779" y="67"/>
                  </a:lnTo>
                  <a:lnTo>
                    <a:pt x="63246" y="267"/>
                  </a:lnTo>
                  <a:lnTo>
                    <a:pt x="62745" y="134"/>
                  </a:lnTo>
                  <a:lnTo>
                    <a:pt x="62245" y="0"/>
                  </a:lnTo>
                  <a:lnTo>
                    <a:pt x="61745" y="201"/>
                  </a:lnTo>
                  <a:lnTo>
                    <a:pt x="61211" y="34"/>
                  </a:lnTo>
                  <a:lnTo>
                    <a:pt x="60677" y="101"/>
                  </a:lnTo>
                  <a:lnTo>
                    <a:pt x="60310" y="534"/>
                  </a:lnTo>
                  <a:lnTo>
                    <a:pt x="59776" y="467"/>
                  </a:lnTo>
                  <a:lnTo>
                    <a:pt x="59309" y="634"/>
                  </a:lnTo>
                  <a:lnTo>
                    <a:pt x="58809" y="601"/>
                  </a:lnTo>
                  <a:lnTo>
                    <a:pt x="58342" y="701"/>
                  </a:lnTo>
                  <a:lnTo>
                    <a:pt x="57908" y="901"/>
                  </a:lnTo>
                  <a:lnTo>
                    <a:pt x="57375" y="801"/>
                  </a:lnTo>
                  <a:lnTo>
                    <a:pt x="56974" y="1235"/>
                  </a:lnTo>
                  <a:lnTo>
                    <a:pt x="56474" y="1201"/>
                  </a:lnTo>
                  <a:lnTo>
                    <a:pt x="55974" y="1035"/>
                  </a:lnTo>
                  <a:lnTo>
                    <a:pt x="55507" y="1301"/>
                  </a:lnTo>
                  <a:lnTo>
                    <a:pt x="55006" y="1435"/>
                  </a:lnTo>
                  <a:lnTo>
                    <a:pt x="54539" y="1335"/>
                  </a:lnTo>
                  <a:lnTo>
                    <a:pt x="54039" y="1135"/>
                  </a:lnTo>
                  <a:lnTo>
                    <a:pt x="53572" y="1201"/>
                  </a:lnTo>
                  <a:lnTo>
                    <a:pt x="53072" y="1135"/>
                  </a:lnTo>
                  <a:lnTo>
                    <a:pt x="52571" y="1068"/>
                  </a:lnTo>
                  <a:lnTo>
                    <a:pt x="51971" y="1101"/>
                  </a:lnTo>
                  <a:lnTo>
                    <a:pt x="51437" y="1035"/>
                  </a:lnTo>
                  <a:lnTo>
                    <a:pt x="51004" y="801"/>
                  </a:lnTo>
                  <a:lnTo>
                    <a:pt x="50537" y="801"/>
                  </a:lnTo>
                  <a:lnTo>
                    <a:pt x="50103" y="734"/>
                  </a:lnTo>
                  <a:lnTo>
                    <a:pt x="49636" y="901"/>
                  </a:lnTo>
                  <a:lnTo>
                    <a:pt x="49202" y="1168"/>
                  </a:lnTo>
                  <a:lnTo>
                    <a:pt x="48735" y="1068"/>
                  </a:lnTo>
                  <a:lnTo>
                    <a:pt x="48302" y="1235"/>
                  </a:lnTo>
                  <a:lnTo>
                    <a:pt x="47768" y="1068"/>
                  </a:lnTo>
                  <a:lnTo>
                    <a:pt x="47268" y="1168"/>
                  </a:lnTo>
                  <a:lnTo>
                    <a:pt x="46901" y="1535"/>
                  </a:lnTo>
                  <a:lnTo>
                    <a:pt x="46400" y="1635"/>
                  </a:lnTo>
                  <a:lnTo>
                    <a:pt x="46000" y="1935"/>
                  </a:lnTo>
                  <a:lnTo>
                    <a:pt x="45500" y="1969"/>
                  </a:lnTo>
                  <a:lnTo>
                    <a:pt x="45133" y="2436"/>
                  </a:lnTo>
                  <a:lnTo>
                    <a:pt x="44632" y="2269"/>
                  </a:lnTo>
                  <a:lnTo>
                    <a:pt x="44165" y="2302"/>
                  </a:lnTo>
                  <a:lnTo>
                    <a:pt x="43698" y="2235"/>
                  </a:lnTo>
                  <a:lnTo>
                    <a:pt x="43231" y="2169"/>
                  </a:lnTo>
                  <a:lnTo>
                    <a:pt x="42764" y="2169"/>
                  </a:lnTo>
                  <a:lnTo>
                    <a:pt x="42264" y="2369"/>
                  </a:lnTo>
                  <a:lnTo>
                    <a:pt x="41730" y="2202"/>
                  </a:lnTo>
                  <a:lnTo>
                    <a:pt x="41230" y="2469"/>
                  </a:lnTo>
                  <a:lnTo>
                    <a:pt x="40730" y="2536"/>
                  </a:lnTo>
                  <a:lnTo>
                    <a:pt x="40229" y="2135"/>
                  </a:lnTo>
                  <a:lnTo>
                    <a:pt x="39729" y="2235"/>
                  </a:lnTo>
                  <a:lnTo>
                    <a:pt x="39228" y="2169"/>
                  </a:lnTo>
                  <a:lnTo>
                    <a:pt x="38695" y="2436"/>
                  </a:lnTo>
                  <a:lnTo>
                    <a:pt x="38194" y="2369"/>
                  </a:lnTo>
                  <a:lnTo>
                    <a:pt x="37694" y="2169"/>
                  </a:lnTo>
                  <a:lnTo>
                    <a:pt x="37194" y="2502"/>
                  </a:lnTo>
                  <a:lnTo>
                    <a:pt x="36693" y="2369"/>
                  </a:lnTo>
                  <a:lnTo>
                    <a:pt x="36160" y="2335"/>
                  </a:lnTo>
                  <a:lnTo>
                    <a:pt x="35659" y="2502"/>
                  </a:lnTo>
                  <a:lnTo>
                    <a:pt x="35159" y="2202"/>
                  </a:lnTo>
                  <a:lnTo>
                    <a:pt x="34625" y="2335"/>
                  </a:lnTo>
                  <a:lnTo>
                    <a:pt x="34125" y="2436"/>
                  </a:lnTo>
                  <a:lnTo>
                    <a:pt x="33591" y="2202"/>
                  </a:lnTo>
                  <a:lnTo>
                    <a:pt x="33091" y="2569"/>
                  </a:lnTo>
                  <a:lnTo>
                    <a:pt x="32590" y="2436"/>
                  </a:lnTo>
                  <a:lnTo>
                    <a:pt x="32057" y="2469"/>
                  </a:lnTo>
                  <a:lnTo>
                    <a:pt x="31556" y="2536"/>
                  </a:lnTo>
                  <a:lnTo>
                    <a:pt x="31056" y="2269"/>
                  </a:lnTo>
                  <a:lnTo>
                    <a:pt x="30522" y="2569"/>
                  </a:lnTo>
                  <a:lnTo>
                    <a:pt x="30022" y="2369"/>
                  </a:lnTo>
                  <a:lnTo>
                    <a:pt x="29522" y="2502"/>
                  </a:lnTo>
                  <a:lnTo>
                    <a:pt x="28988" y="2569"/>
                  </a:lnTo>
                  <a:lnTo>
                    <a:pt x="28487" y="2569"/>
                  </a:lnTo>
                  <a:lnTo>
                    <a:pt x="27987" y="2736"/>
                  </a:lnTo>
                  <a:lnTo>
                    <a:pt x="27487" y="2636"/>
                  </a:lnTo>
                  <a:lnTo>
                    <a:pt x="26986" y="2869"/>
                  </a:lnTo>
                  <a:lnTo>
                    <a:pt x="26453" y="2736"/>
                  </a:lnTo>
                  <a:lnTo>
                    <a:pt x="26019" y="3103"/>
                  </a:lnTo>
                  <a:lnTo>
                    <a:pt x="25452" y="3003"/>
                  </a:lnTo>
                  <a:lnTo>
                    <a:pt x="24952" y="3036"/>
                  </a:lnTo>
                  <a:lnTo>
                    <a:pt x="24418" y="3003"/>
                  </a:lnTo>
                  <a:lnTo>
                    <a:pt x="23984" y="3370"/>
                  </a:lnTo>
                  <a:lnTo>
                    <a:pt x="23417" y="3370"/>
                  </a:lnTo>
                  <a:lnTo>
                    <a:pt x="22850" y="3470"/>
                  </a:lnTo>
                  <a:lnTo>
                    <a:pt x="22350" y="3703"/>
                  </a:lnTo>
                  <a:lnTo>
                    <a:pt x="21849" y="3970"/>
                  </a:lnTo>
                  <a:lnTo>
                    <a:pt x="21349" y="3803"/>
                  </a:lnTo>
                  <a:lnTo>
                    <a:pt x="20882" y="4003"/>
                  </a:lnTo>
                  <a:lnTo>
                    <a:pt x="20415" y="3903"/>
                  </a:lnTo>
                  <a:lnTo>
                    <a:pt x="19948" y="3903"/>
                  </a:lnTo>
                  <a:lnTo>
                    <a:pt x="19414" y="3937"/>
                  </a:lnTo>
                  <a:lnTo>
                    <a:pt x="18914" y="3770"/>
                  </a:lnTo>
                  <a:lnTo>
                    <a:pt x="18414" y="3970"/>
                  </a:lnTo>
                  <a:lnTo>
                    <a:pt x="17913" y="3703"/>
                  </a:lnTo>
                  <a:lnTo>
                    <a:pt x="17413" y="3736"/>
                  </a:lnTo>
                  <a:lnTo>
                    <a:pt x="16879" y="3970"/>
                  </a:lnTo>
                  <a:lnTo>
                    <a:pt x="16412" y="3670"/>
                  </a:lnTo>
                  <a:lnTo>
                    <a:pt x="15878" y="3837"/>
                  </a:lnTo>
                  <a:lnTo>
                    <a:pt x="15411" y="3670"/>
                  </a:lnTo>
                  <a:lnTo>
                    <a:pt x="14878" y="3803"/>
                  </a:lnTo>
                  <a:lnTo>
                    <a:pt x="14411" y="3636"/>
                  </a:lnTo>
                  <a:lnTo>
                    <a:pt x="13910" y="3536"/>
                  </a:lnTo>
                  <a:lnTo>
                    <a:pt x="13510" y="3169"/>
                  </a:lnTo>
                  <a:lnTo>
                    <a:pt x="13010" y="3036"/>
                  </a:lnTo>
                  <a:lnTo>
                    <a:pt x="12476" y="3169"/>
                  </a:lnTo>
                  <a:lnTo>
                    <a:pt x="12009" y="2903"/>
                  </a:lnTo>
                  <a:lnTo>
                    <a:pt x="11475" y="2836"/>
                  </a:lnTo>
                  <a:lnTo>
                    <a:pt x="10908" y="3069"/>
                  </a:lnTo>
                  <a:lnTo>
                    <a:pt x="10441" y="2702"/>
                  </a:lnTo>
                  <a:lnTo>
                    <a:pt x="9941" y="2702"/>
                  </a:lnTo>
                  <a:lnTo>
                    <a:pt x="9374" y="2736"/>
                  </a:lnTo>
                  <a:lnTo>
                    <a:pt x="8840" y="2702"/>
                  </a:lnTo>
                  <a:lnTo>
                    <a:pt x="8273" y="2669"/>
                  </a:lnTo>
                  <a:lnTo>
                    <a:pt x="7773" y="2369"/>
                  </a:lnTo>
                  <a:lnTo>
                    <a:pt x="7239" y="2736"/>
                  </a:lnTo>
                  <a:lnTo>
                    <a:pt x="6739" y="2736"/>
                  </a:lnTo>
                  <a:lnTo>
                    <a:pt x="6205" y="2436"/>
                  </a:lnTo>
                  <a:lnTo>
                    <a:pt x="5738" y="2802"/>
                  </a:lnTo>
                  <a:lnTo>
                    <a:pt x="5137" y="2602"/>
                  </a:lnTo>
                  <a:lnTo>
                    <a:pt x="4804" y="3136"/>
                  </a:lnTo>
                  <a:lnTo>
                    <a:pt x="4270" y="3069"/>
                  </a:lnTo>
                  <a:lnTo>
                    <a:pt x="3870" y="3370"/>
                  </a:lnTo>
                  <a:lnTo>
                    <a:pt x="3403" y="3536"/>
                  </a:lnTo>
                  <a:lnTo>
                    <a:pt x="2936" y="3636"/>
                  </a:lnTo>
                  <a:lnTo>
                    <a:pt x="2469" y="3770"/>
                  </a:lnTo>
                  <a:lnTo>
                    <a:pt x="1935" y="3670"/>
                  </a:lnTo>
                  <a:lnTo>
                    <a:pt x="1535" y="4103"/>
                  </a:lnTo>
                  <a:lnTo>
                    <a:pt x="1001" y="3903"/>
                  </a:lnTo>
                  <a:lnTo>
                    <a:pt x="568" y="4137"/>
                  </a:lnTo>
                  <a:lnTo>
                    <a:pt x="67" y="4137"/>
                  </a:lnTo>
                  <a:lnTo>
                    <a:pt x="0" y="4170"/>
                  </a:lnTo>
                  <a:lnTo>
                    <a:pt x="0" y="46967"/>
                  </a:lnTo>
                  <a:lnTo>
                    <a:pt x="201" y="46867"/>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 name="Google Shape;867;p32">
              <a:extLst>
                <a:ext uri="{FF2B5EF4-FFF2-40B4-BE49-F238E27FC236}">
                  <a16:creationId xmlns:a16="http://schemas.microsoft.com/office/drawing/2014/main" id="{075E46DD-2ACC-5500-D084-330E0E47FD91}"/>
                </a:ext>
              </a:extLst>
            </p:cNvPr>
            <p:cNvSpPr/>
            <p:nvPr/>
          </p:nvSpPr>
          <p:spPr>
            <a:xfrm>
              <a:off x="6268229" y="2761728"/>
              <a:ext cx="2821246" cy="212619"/>
            </a:xfrm>
            <a:custGeom>
              <a:avLst/>
              <a:gdLst/>
              <a:ahLst/>
              <a:cxnLst/>
              <a:rect l="l" t="t" r="r" b="b"/>
              <a:pathLst>
                <a:path w="71719" h="5405" extrusionOk="0">
                  <a:moveTo>
                    <a:pt x="2102" y="4871"/>
                  </a:moveTo>
                  <a:lnTo>
                    <a:pt x="2569" y="4871"/>
                  </a:lnTo>
                  <a:lnTo>
                    <a:pt x="3103" y="4837"/>
                  </a:lnTo>
                  <a:lnTo>
                    <a:pt x="3670" y="4971"/>
                  </a:lnTo>
                  <a:lnTo>
                    <a:pt x="4170" y="4837"/>
                  </a:lnTo>
                  <a:lnTo>
                    <a:pt x="4704" y="4771"/>
                  </a:lnTo>
                  <a:lnTo>
                    <a:pt x="5238" y="4671"/>
                  </a:lnTo>
                  <a:lnTo>
                    <a:pt x="5771" y="4804"/>
                  </a:lnTo>
                  <a:lnTo>
                    <a:pt x="6272" y="4804"/>
                  </a:lnTo>
                  <a:lnTo>
                    <a:pt x="6805" y="4937"/>
                  </a:lnTo>
                  <a:lnTo>
                    <a:pt x="7306" y="4904"/>
                  </a:lnTo>
                  <a:lnTo>
                    <a:pt x="7773" y="4671"/>
                  </a:lnTo>
                  <a:lnTo>
                    <a:pt x="8273" y="4871"/>
                  </a:lnTo>
                  <a:lnTo>
                    <a:pt x="8773" y="4871"/>
                  </a:lnTo>
                  <a:lnTo>
                    <a:pt x="9240" y="4637"/>
                  </a:lnTo>
                  <a:lnTo>
                    <a:pt x="9741" y="4871"/>
                  </a:lnTo>
                  <a:lnTo>
                    <a:pt x="10241" y="4837"/>
                  </a:lnTo>
                  <a:lnTo>
                    <a:pt x="10675" y="4537"/>
                  </a:lnTo>
                  <a:lnTo>
                    <a:pt x="11175" y="4571"/>
                  </a:lnTo>
                  <a:lnTo>
                    <a:pt x="11642" y="4337"/>
                  </a:lnTo>
                  <a:lnTo>
                    <a:pt x="12142" y="4404"/>
                  </a:lnTo>
                  <a:lnTo>
                    <a:pt x="12609" y="4304"/>
                  </a:lnTo>
                  <a:lnTo>
                    <a:pt x="13110" y="4470"/>
                  </a:lnTo>
                  <a:lnTo>
                    <a:pt x="13610" y="4370"/>
                  </a:lnTo>
                  <a:lnTo>
                    <a:pt x="14111" y="4437"/>
                  </a:lnTo>
                  <a:lnTo>
                    <a:pt x="14578" y="4270"/>
                  </a:lnTo>
                  <a:lnTo>
                    <a:pt x="15078" y="4337"/>
                  </a:lnTo>
                  <a:lnTo>
                    <a:pt x="15578" y="4370"/>
                  </a:lnTo>
                  <a:lnTo>
                    <a:pt x="16045" y="4304"/>
                  </a:lnTo>
                  <a:lnTo>
                    <a:pt x="16512" y="4003"/>
                  </a:lnTo>
                  <a:lnTo>
                    <a:pt x="17013" y="4070"/>
                  </a:lnTo>
                  <a:lnTo>
                    <a:pt x="17480" y="4137"/>
                  </a:lnTo>
                  <a:lnTo>
                    <a:pt x="17980" y="4070"/>
                  </a:lnTo>
                  <a:lnTo>
                    <a:pt x="18447" y="3870"/>
                  </a:lnTo>
                  <a:lnTo>
                    <a:pt x="18914" y="4037"/>
                  </a:lnTo>
                  <a:lnTo>
                    <a:pt x="19448" y="3837"/>
                  </a:lnTo>
                  <a:lnTo>
                    <a:pt x="19881" y="4070"/>
                  </a:lnTo>
                  <a:lnTo>
                    <a:pt x="20382" y="4270"/>
                  </a:lnTo>
                  <a:lnTo>
                    <a:pt x="20849" y="4337"/>
                  </a:lnTo>
                  <a:lnTo>
                    <a:pt x="21382" y="4170"/>
                  </a:lnTo>
                  <a:lnTo>
                    <a:pt x="21849" y="4437"/>
                  </a:lnTo>
                  <a:lnTo>
                    <a:pt x="22316" y="4604"/>
                  </a:lnTo>
                  <a:lnTo>
                    <a:pt x="22817" y="4604"/>
                  </a:lnTo>
                  <a:lnTo>
                    <a:pt x="23284" y="4871"/>
                  </a:lnTo>
                  <a:lnTo>
                    <a:pt x="23684" y="5004"/>
                  </a:lnTo>
                  <a:lnTo>
                    <a:pt x="24118" y="4804"/>
                  </a:lnTo>
                  <a:lnTo>
                    <a:pt x="24551" y="5104"/>
                  </a:lnTo>
                  <a:lnTo>
                    <a:pt x="25018" y="5071"/>
                  </a:lnTo>
                  <a:lnTo>
                    <a:pt x="25452" y="4704"/>
                  </a:lnTo>
                  <a:lnTo>
                    <a:pt x="25952" y="4937"/>
                  </a:lnTo>
                  <a:lnTo>
                    <a:pt x="26453" y="5038"/>
                  </a:lnTo>
                  <a:lnTo>
                    <a:pt x="26920" y="4937"/>
                  </a:lnTo>
                  <a:lnTo>
                    <a:pt x="27353" y="4604"/>
                  </a:lnTo>
                  <a:lnTo>
                    <a:pt x="27887" y="4904"/>
                  </a:lnTo>
                  <a:lnTo>
                    <a:pt x="28387" y="4771"/>
                  </a:lnTo>
                  <a:lnTo>
                    <a:pt x="28888" y="4771"/>
                  </a:lnTo>
                  <a:lnTo>
                    <a:pt x="29355" y="4571"/>
                  </a:lnTo>
                  <a:lnTo>
                    <a:pt x="29855" y="4437"/>
                  </a:lnTo>
                  <a:lnTo>
                    <a:pt x="30322" y="4437"/>
                  </a:lnTo>
                  <a:lnTo>
                    <a:pt x="30856" y="4537"/>
                  </a:lnTo>
                  <a:lnTo>
                    <a:pt x="31323" y="4404"/>
                  </a:lnTo>
                  <a:lnTo>
                    <a:pt x="31823" y="4404"/>
                  </a:lnTo>
                  <a:lnTo>
                    <a:pt x="32324" y="4437"/>
                  </a:lnTo>
                  <a:lnTo>
                    <a:pt x="32824" y="4504"/>
                  </a:lnTo>
                  <a:lnTo>
                    <a:pt x="33324" y="4437"/>
                  </a:lnTo>
                  <a:lnTo>
                    <a:pt x="33791" y="4270"/>
                  </a:lnTo>
                  <a:lnTo>
                    <a:pt x="34292" y="4204"/>
                  </a:lnTo>
                  <a:lnTo>
                    <a:pt x="34792" y="4304"/>
                  </a:lnTo>
                  <a:lnTo>
                    <a:pt x="35292" y="4170"/>
                  </a:lnTo>
                  <a:lnTo>
                    <a:pt x="35793" y="4037"/>
                  </a:lnTo>
                  <a:lnTo>
                    <a:pt x="36260" y="3937"/>
                  </a:lnTo>
                  <a:lnTo>
                    <a:pt x="36760" y="4070"/>
                  </a:lnTo>
                  <a:lnTo>
                    <a:pt x="37227" y="3937"/>
                  </a:lnTo>
                  <a:lnTo>
                    <a:pt x="37727" y="3970"/>
                  </a:lnTo>
                  <a:lnTo>
                    <a:pt x="38194" y="3703"/>
                  </a:lnTo>
                  <a:lnTo>
                    <a:pt x="38661" y="3703"/>
                  </a:lnTo>
                  <a:lnTo>
                    <a:pt x="39162" y="3837"/>
                  </a:lnTo>
                  <a:lnTo>
                    <a:pt x="39662" y="4137"/>
                  </a:lnTo>
                  <a:lnTo>
                    <a:pt x="40196" y="3937"/>
                  </a:lnTo>
                  <a:lnTo>
                    <a:pt x="40730" y="4137"/>
                  </a:lnTo>
                  <a:lnTo>
                    <a:pt x="41230" y="4070"/>
                  </a:lnTo>
                  <a:lnTo>
                    <a:pt x="41764" y="4104"/>
                  </a:lnTo>
                  <a:lnTo>
                    <a:pt x="42297" y="4070"/>
                  </a:lnTo>
                  <a:lnTo>
                    <a:pt x="42798" y="4204"/>
                  </a:lnTo>
                  <a:lnTo>
                    <a:pt x="43265" y="4070"/>
                  </a:lnTo>
                  <a:lnTo>
                    <a:pt x="43732" y="3803"/>
                  </a:lnTo>
                  <a:lnTo>
                    <a:pt x="44232" y="3803"/>
                  </a:lnTo>
                  <a:lnTo>
                    <a:pt x="44732" y="3903"/>
                  </a:lnTo>
                  <a:lnTo>
                    <a:pt x="45199" y="3603"/>
                  </a:lnTo>
                  <a:lnTo>
                    <a:pt x="45733" y="3803"/>
                  </a:lnTo>
                  <a:lnTo>
                    <a:pt x="46300" y="3637"/>
                  </a:lnTo>
                  <a:lnTo>
                    <a:pt x="46734" y="4104"/>
                  </a:lnTo>
                  <a:lnTo>
                    <a:pt x="47301" y="3870"/>
                  </a:lnTo>
                  <a:lnTo>
                    <a:pt x="47801" y="4137"/>
                  </a:lnTo>
                  <a:lnTo>
                    <a:pt x="48368" y="4003"/>
                  </a:lnTo>
                  <a:lnTo>
                    <a:pt x="48869" y="4270"/>
                  </a:lnTo>
                  <a:lnTo>
                    <a:pt x="49402" y="4437"/>
                  </a:lnTo>
                  <a:lnTo>
                    <a:pt x="49969" y="4370"/>
                  </a:lnTo>
                  <a:lnTo>
                    <a:pt x="50436" y="4537"/>
                  </a:lnTo>
                  <a:lnTo>
                    <a:pt x="50970" y="4337"/>
                  </a:lnTo>
                  <a:lnTo>
                    <a:pt x="51471" y="4437"/>
                  </a:lnTo>
                  <a:lnTo>
                    <a:pt x="52004" y="4537"/>
                  </a:lnTo>
                  <a:lnTo>
                    <a:pt x="52471" y="4337"/>
                  </a:lnTo>
                  <a:lnTo>
                    <a:pt x="53038" y="4437"/>
                  </a:lnTo>
                  <a:lnTo>
                    <a:pt x="53539" y="4337"/>
                  </a:lnTo>
                  <a:lnTo>
                    <a:pt x="53906" y="3903"/>
                  </a:lnTo>
                  <a:lnTo>
                    <a:pt x="54439" y="3937"/>
                  </a:lnTo>
                  <a:lnTo>
                    <a:pt x="54873" y="3737"/>
                  </a:lnTo>
                  <a:lnTo>
                    <a:pt x="55373" y="3737"/>
                  </a:lnTo>
                  <a:lnTo>
                    <a:pt x="55840" y="3603"/>
                  </a:lnTo>
                  <a:lnTo>
                    <a:pt x="56274" y="3403"/>
                  </a:lnTo>
                  <a:lnTo>
                    <a:pt x="56808" y="3470"/>
                  </a:lnTo>
                  <a:lnTo>
                    <a:pt x="57208" y="3003"/>
                  </a:lnTo>
                  <a:lnTo>
                    <a:pt x="57708" y="3036"/>
                  </a:lnTo>
                  <a:lnTo>
                    <a:pt x="58209" y="3170"/>
                  </a:lnTo>
                  <a:lnTo>
                    <a:pt x="58642" y="2869"/>
                  </a:lnTo>
                  <a:lnTo>
                    <a:pt x="59143" y="2703"/>
                  </a:lnTo>
                  <a:lnTo>
                    <a:pt x="59643" y="2803"/>
                  </a:lnTo>
                  <a:lnTo>
                    <a:pt x="60143" y="2969"/>
                  </a:lnTo>
                  <a:lnTo>
                    <a:pt x="60610" y="2869"/>
                  </a:lnTo>
                  <a:lnTo>
                    <a:pt x="61077" y="2903"/>
                  </a:lnTo>
                  <a:lnTo>
                    <a:pt x="61611" y="2969"/>
                  </a:lnTo>
                  <a:lnTo>
                    <a:pt x="62178" y="2869"/>
                  </a:lnTo>
                  <a:lnTo>
                    <a:pt x="62745" y="2936"/>
                  </a:lnTo>
                  <a:lnTo>
                    <a:pt x="63179" y="3136"/>
                  </a:lnTo>
                  <a:lnTo>
                    <a:pt x="63646" y="3103"/>
                  </a:lnTo>
                  <a:lnTo>
                    <a:pt x="64080" y="3136"/>
                  </a:lnTo>
                  <a:lnTo>
                    <a:pt x="64547" y="2936"/>
                  </a:lnTo>
                  <a:lnTo>
                    <a:pt x="64980" y="2669"/>
                  </a:lnTo>
                  <a:lnTo>
                    <a:pt x="65447" y="2736"/>
                  </a:lnTo>
                  <a:lnTo>
                    <a:pt x="65847" y="2569"/>
                  </a:lnTo>
                  <a:lnTo>
                    <a:pt x="66381" y="2669"/>
                  </a:lnTo>
                  <a:lnTo>
                    <a:pt x="66882" y="2536"/>
                  </a:lnTo>
                  <a:lnTo>
                    <a:pt x="67215" y="2169"/>
                  </a:lnTo>
                  <a:lnTo>
                    <a:pt x="67715" y="2035"/>
                  </a:lnTo>
                  <a:lnTo>
                    <a:pt x="68116" y="1702"/>
                  </a:lnTo>
                  <a:lnTo>
                    <a:pt x="68616" y="1635"/>
                  </a:lnTo>
                  <a:lnTo>
                    <a:pt x="68950" y="1201"/>
                  </a:lnTo>
                  <a:lnTo>
                    <a:pt x="69483" y="1335"/>
                  </a:lnTo>
                  <a:lnTo>
                    <a:pt x="69917" y="1235"/>
                  </a:lnTo>
                  <a:lnTo>
                    <a:pt x="70384" y="1301"/>
                  </a:lnTo>
                  <a:lnTo>
                    <a:pt x="70884" y="1368"/>
                  </a:lnTo>
                  <a:lnTo>
                    <a:pt x="71351" y="1335"/>
                  </a:lnTo>
                  <a:lnTo>
                    <a:pt x="71718" y="1135"/>
                  </a:lnTo>
                  <a:lnTo>
                    <a:pt x="71718" y="167"/>
                  </a:lnTo>
                  <a:lnTo>
                    <a:pt x="71718" y="167"/>
                  </a:lnTo>
                  <a:lnTo>
                    <a:pt x="71218" y="101"/>
                  </a:lnTo>
                  <a:lnTo>
                    <a:pt x="70751" y="67"/>
                  </a:lnTo>
                  <a:lnTo>
                    <a:pt x="70317" y="134"/>
                  </a:lnTo>
                  <a:lnTo>
                    <a:pt x="69784" y="1"/>
                  </a:lnTo>
                  <a:lnTo>
                    <a:pt x="69450" y="468"/>
                  </a:lnTo>
                  <a:lnTo>
                    <a:pt x="68950" y="534"/>
                  </a:lnTo>
                  <a:lnTo>
                    <a:pt x="68549" y="834"/>
                  </a:lnTo>
                  <a:lnTo>
                    <a:pt x="68049" y="968"/>
                  </a:lnTo>
                  <a:lnTo>
                    <a:pt x="67715" y="1368"/>
                  </a:lnTo>
                  <a:lnTo>
                    <a:pt x="67215" y="1502"/>
                  </a:lnTo>
                  <a:lnTo>
                    <a:pt x="66681" y="1368"/>
                  </a:lnTo>
                  <a:lnTo>
                    <a:pt x="66281" y="1535"/>
                  </a:lnTo>
                  <a:lnTo>
                    <a:pt x="65814" y="1502"/>
                  </a:lnTo>
                  <a:lnTo>
                    <a:pt x="65380" y="1768"/>
                  </a:lnTo>
                  <a:lnTo>
                    <a:pt x="64913" y="1969"/>
                  </a:lnTo>
                  <a:lnTo>
                    <a:pt x="64480" y="1935"/>
                  </a:lnTo>
                  <a:lnTo>
                    <a:pt x="64013" y="1969"/>
                  </a:lnTo>
                  <a:lnTo>
                    <a:pt x="63579" y="1768"/>
                  </a:lnTo>
                  <a:lnTo>
                    <a:pt x="63012" y="1735"/>
                  </a:lnTo>
                  <a:lnTo>
                    <a:pt x="62445" y="1802"/>
                  </a:lnTo>
                  <a:lnTo>
                    <a:pt x="61945" y="1735"/>
                  </a:lnTo>
                  <a:lnTo>
                    <a:pt x="61444" y="1702"/>
                  </a:lnTo>
                  <a:lnTo>
                    <a:pt x="60977" y="1802"/>
                  </a:lnTo>
                  <a:lnTo>
                    <a:pt x="60477" y="1635"/>
                  </a:lnTo>
                  <a:lnTo>
                    <a:pt x="59977" y="1568"/>
                  </a:lnTo>
                  <a:lnTo>
                    <a:pt x="59510" y="1702"/>
                  </a:lnTo>
                  <a:lnTo>
                    <a:pt x="59043" y="2002"/>
                  </a:lnTo>
                  <a:lnTo>
                    <a:pt x="58542" y="1869"/>
                  </a:lnTo>
                  <a:lnTo>
                    <a:pt x="58042" y="1869"/>
                  </a:lnTo>
                  <a:lnTo>
                    <a:pt x="57642" y="2336"/>
                  </a:lnTo>
                  <a:lnTo>
                    <a:pt x="57141" y="2269"/>
                  </a:lnTo>
                  <a:lnTo>
                    <a:pt x="56674" y="2469"/>
                  </a:lnTo>
                  <a:lnTo>
                    <a:pt x="56241" y="2602"/>
                  </a:lnTo>
                  <a:lnTo>
                    <a:pt x="55707" y="2602"/>
                  </a:lnTo>
                  <a:lnTo>
                    <a:pt x="55273" y="2803"/>
                  </a:lnTo>
                  <a:lnTo>
                    <a:pt x="54740" y="2803"/>
                  </a:lnTo>
                  <a:lnTo>
                    <a:pt x="54406" y="3203"/>
                  </a:lnTo>
                  <a:lnTo>
                    <a:pt x="53872" y="3303"/>
                  </a:lnTo>
                  <a:lnTo>
                    <a:pt x="53339" y="3203"/>
                  </a:lnTo>
                  <a:lnTo>
                    <a:pt x="52838" y="3436"/>
                  </a:lnTo>
                  <a:lnTo>
                    <a:pt x="52338" y="3303"/>
                  </a:lnTo>
                  <a:lnTo>
                    <a:pt x="51837" y="3236"/>
                  </a:lnTo>
                  <a:lnTo>
                    <a:pt x="51304" y="3436"/>
                  </a:lnTo>
                  <a:lnTo>
                    <a:pt x="50803" y="3270"/>
                  </a:lnTo>
                  <a:lnTo>
                    <a:pt x="50236" y="3336"/>
                  </a:lnTo>
                  <a:lnTo>
                    <a:pt x="49736" y="3170"/>
                  </a:lnTo>
                  <a:lnTo>
                    <a:pt x="49236" y="2869"/>
                  </a:lnTo>
                  <a:lnTo>
                    <a:pt x="48669" y="3036"/>
                  </a:lnTo>
                  <a:lnTo>
                    <a:pt x="48135" y="2769"/>
                  </a:lnTo>
                  <a:lnTo>
                    <a:pt x="47601" y="3003"/>
                  </a:lnTo>
                  <a:lnTo>
                    <a:pt x="47134" y="2569"/>
                  </a:lnTo>
                  <a:lnTo>
                    <a:pt x="46600" y="2703"/>
                  </a:lnTo>
                  <a:lnTo>
                    <a:pt x="46067" y="2502"/>
                  </a:lnTo>
                  <a:lnTo>
                    <a:pt x="45566" y="2803"/>
                  </a:lnTo>
                  <a:lnTo>
                    <a:pt x="45066" y="2703"/>
                  </a:lnTo>
                  <a:lnTo>
                    <a:pt x="44599" y="2736"/>
                  </a:lnTo>
                  <a:lnTo>
                    <a:pt x="44132" y="2969"/>
                  </a:lnTo>
                  <a:lnTo>
                    <a:pt x="43632" y="3136"/>
                  </a:lnTo>
                  <a:lnTo>
                    <a:pt x="43131" y="3003"/>
                  </a:lnTo>
                  <a:lnTo>
                    <a:pt x="42598" y="3036"/>
                  </a:lnTo>
                  <a:lnTo>
                    <a:pt x="42097" y="3003"/>
                  </a:lnTo>
                  <a:lnTo>
                    <a:pt x="41563" y="3036"/>
                  </a:lnTo>
                  <a:lnTo>
                    <a:pt x="41030" y="2869"/>
                  </a:lnTo>
                  <a:lnTo>
                    <a:pt x="40496" y="3069"/>
                  </a:lnTo>
                  <a:lnTo>
                    <a:pt x="39996" y="2769"/>
                  </a:lnTo>
                  <a:lnTo>
                    <a:pt x="39529" y="2636"/>
                  </a:lnTo>
                  <a:lnTo>
                    <a:pt x="39028" y="2636"/>
                  </a:lnTo>
                  <a:lnTo>
                    <a:pt x="38561" y="2903"/>
                  </a:lnTo>
                  <a:lnTo>
                    <a:pt x="38061" y="2903"/>
                  </a:lnTo>
                  <a:lnTo>
                    <a:pt x="37594" y="3003"/>
                  </a:lnTo>
                  <a:lnTo>
                    <a:pt x="37094" y="2903"/>
                  </a:lnTo>
                  <a:lnTo>
                    <a:pt x="36627" y="3003"/>
                  </a:lnTo>
                  <a:lnTo>
                    <a:pt x="36126" y="3136"/>
                  </a:lnTo>
                  <a:lnTo>
                    <a:pt x="35659" y="3236"/>
                  </a:lnTo>
                  <a:lnTo>
                    <a:pt x="35159" y="3136"/>
                  </a:lnTo>
                  <a:lnTo>
                    <a:pt x="34659" y="3203"/>
                  </a:lnTo>
                  <a:lnTo>
                    <a:pt x="34158" y="3403"/>
                  </a:lnTo>
                  <a:lnTo>
                    <a:pt x="33691" y="3436"/>
                  </a:lnTo>
                  <a:lnTo>
                    <a:pt x="33157" y="3403"/>
                  </a:lnTo>
                  <a:lnTo>
                    <a:pt x="32657" y="3370"/>
                  </a:lnTo>
                  <a:lnTo>
                    <a:pt x="32190" y="3370"/>
                  </a:lnTo>
                  <a:lnTo>
                    <a:pt x="31690" y="3503"/>
                  </a:lnTo>
                  <a:lnTo>
                    <a:pt x="31189" y="3403"/>
                  </a:lnTo>
                  <a:lnTo>
                    <a:pt x="30689" y="3403"/>
                  </a:lnTo>
                  <a:lnTo>
                    <a:pt x="30189" y="3536"/>
                  </a:lnTo>
                  <a:lnTo>
                    <a:pt x="29722" y="3737"/>
                  </a:lnTo>
                  <a:lnTo>
                    <a:pt x="29221" y="3770"/>
                  </a:lnTo>
                  <a:lnTo>
                    <a:pt x="28754" y="3903"/>
                  </a:lnTo>
                  <a:lnTo>
                    <a:pt x="28221" y="3603"/>
                  </a:lnTo>
                  <a:lnTo>
                    <a:pt x="27754" y="3903"/>
                  </a:lnTo>
                  <a:lnTo>
                    <a:pt x="27287" y="4003"/>
                  </a:lnTo>
                  <a:lnTo>
                    <a:pt x="26820" y="3937"/>
                  </a:lnTo>
                  <a:lnTo>
                    <a:pt x="26319" y="3703"/>
                  </a:lnTo>
                  <a:lnTo>
                    <a:pt x="25852" y="4070"/>
                  </a:lnTo>
                  <a:lnTo>
                    <a:pt x="25385" y="4104"/>
                  </a:lnTo>
                  <a:lnTo>
                    <a:pt x="24985" y="3803"/>
                  </a:lnTo>
                  <a:lnTo>
                    <a:pt x="24518" y="4003"/>
                  </a:lnTo>
                  <a:lnTo>
                    <a:pt x="24118" y="3870"/>
                  </a:lnTo>
                  <a:lnTo>
                    <a:pt x="23684" y="3603"/>
                  </a:lnTo>
                  <a:lnTo>
                    <a:pt x="23150" y="3603"/>
                  </a:lnTo>
                  <a:lnTo>
                    <a:pt x="22683" y="3436"/>
                  </a:lnTo>
                  <a:lnTo>
                    <a:pt x="22250" y="3170"/>
                  </a:lnTo>
                  <a:lnTo>
                    <a:pt x="21716" y="3336"/>
                  </a:lnTo>
                  <a:lnTo>
                    <a:pt x="21216" y="3270"/>
                  </a:lnTo>
                  <a:lnTo>
                    <a:pt x="20749" y="3069"/>
                  </a:lnTo>
                  <a:lnTo>
                    <a:pt x="20282" y="2869"/>
                  </a:lnTo>
                  <a:lnTo>
                    <a:pt x="19781" y="3036"/>
                  </a:lnTo>
                  <a:lnTo>
                    <a:pt x="19281" y="2869"/>
                  </a:lnTo>
                  <a:lnTo>
                    <a:pt x="18814" y="3103"/>
                  </a:lnTo>
                  <a:lnTo>
                    <a:pt x="18347" y="3170"/>
                  </a:lnTo>
                  <a:lnTo>
                    <a:pt x="17847" y="3069"/>
                  </a:lnTo>
                  <a:lnTo>
                    <a:pt x="17346" y="3036"/>
                  </a:lnTo>
                  <a:lnTo>
                    <a:pt x="16913" y="3336"/>
                  </a:lnTo>
                  <a:lnTo>
                    <a:pt x="16412" y="3403"/>
                  </a:lnTo>
                  <a:lnTo>
                    <a:pt x="15912" y="3370"/>
                  </a:lnTo>
                  <a:lnTo>
                    <a:pt x="15411" y="3303"/>
                  </a:lnTo>
                  <a:lnTo>
                    <a:pt x="14944" y="3470"/>
                  </a:lnTo>
                  <a:lnTo>
                    <a:pt x="14444" y="3403"/>
                  </a:lnTo>
                  <a:lnTo>
                    <a:pt x="13977" y="3503"/>
                  </a:lnTo>
                  <a:lnTo>
                    <a:pt x="13477" y="3336"/>
                  </a:lnTo>
                  <a:lnTo>
                    <a:pt x="12976" y="3436"/>
                  </a:lnTo>
                  <a:lnTo>
                    <a:pt x="12476" y="3370"/>
                  </a:lnTo>
                  <a:lnTo>
                    <a:pt x="12009" y="3603"/>
                  </a:lnTo>
                  <a:lnTo>
                    <a:pt x="11542" y="3570"/>
                  </a:lnTo>
                  <a:lnTo>
                    <a:pt x="11075" y="3903"/>
                  </a:lnTo>
                  <a:lnTo>
                    <a:pt x="10575" y="3903"/>
                  </a:lnTo>
                  <a:lnTo>
                    <a:pt x="10074" y="3703"/>
                  </a:lnTo>
                  <a:lnTo>
                    <a:pt x="9607" y="3903"/>
                  </a:lnTo>
                  <a:lnTo>
                    <a:pt x="9140" y="3903"/>
                  </a:lnTo>
                  <a:lnTo>
                    <a:pt x="8640" y="3703"/>
                  </a:lnTo>
                  <a:lnTo>
                    <a:pt x="8140" y="3970"/>
                  </a:lnTo>
                  <a:lnTo>
                    <a:pt x="7639" y="4003"/>
                  </a:lnTo>
                  <a:lnTo>
                    <a:pt x="7139" y="3870"/>
                  </a:lnTo>
                  <a:lnTo>
                    <a:pt x="6639" y="3870"/>
                  </a:lnTo>
                  <a:lnTo>
                    <a:pt x="6105" y="3737"/>
                  </a:lnTo>
                  <a:lnTo>
                    <a:pt x="5571" y="3870"/>
                  </a:lnTo>
                  <a:lnTo>
                    <a:pt x="5037" y="3903"/>
                  </a:lnTo>
                  <a:lnTo>
                    <a:pt x="4504" y="4037"/>
                  </a:lnTo>
                  <a:lnTo>
                    <a:pt x="3970" y="3937"/>
                  </a:lnTo>
                  <a:lnTo>
                    <a:pt x="3403" y="3937"/>
                  </a:lnTo>
                  <a:lnTo>
                    <a:pt x="2936" y="3970"/>
                  </a:lnTo>
                  <a:lnTo>
                    <a:pt x="2469" y="4270"/>
                  </a:lnTo>
                  <a:lnTo>
                    <a:pt x="2002" y="4337"/>
                  </a:lnTo>
                  <a:lnTo>
                    <a:pt x="1502" y="4170"/>
                  </a:lnTo>
                  <a:lnTo>
                    <a:pt x="1068" y="4404"/>
                  </a:lnTo>
                  <a:lnTo>
                    <a:pt x="601" y="4604"/>
                  </a:lnTo>
                  <a:lnTo>
                    <a:pt x="134" y="4871"/>
                  </a:lnTo>
                  <a:lnTo>
                    <a:pt x="0" y="4871"/>
                  </a:lnTo>
                  <a:lnTo>
                    <a:pt x="0" y="5404"/>
                  </a:lnTo>
                  <a:lnTo>
                    <a:pt x="201" y="5304"/>
                  </a:lnTo>
                  <a:lnTo>
                    <a:pt x="634" y="5071"/>
                  </a:lnTo>
                  <a:lnTo>
                    <a:pt x="1168" y="5271"/>
                  </a:lnTo>
                  <a:lnTo>
                    <a:pt x="1635" y="517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 name="Google Shape;868;p32">
              <a:extLst>
                <a:ext uri="{FF2B5EF4-FFF2-40B4-BE49-F238E27FC236}">
                  <a16:creationId xmlns:a16="http://schemas.microsoft.com/office/drawing/2014/main" id="{8F01799A-DD30-283B-8FFA-9D5B38F5BC04}"/>
                </a:ext>
              </a:extLst>
            </p:cNvPr>
            <p:cNvSpPr/>
            <p:nvPr/>
          </p:nvSpPr>
          <p:spPr>
            <a:xfrm>
              <a:off x="6268229" y="1126723"/>
              <a:ext cx="2821246" cy="187679"/>
            </a:xfrm>
            <a:custGeom>
              <a:avLst/>
              <a:gdLst/>
              <a:ahLst/>
              <a:cxnLst/>
              <a:rect l="l" t="t" r="r" b="b"/>
              <a:pathLst>
                <a:path w="71719" h="4771" extrusionOk="0">
                  <a:moveTo>
                    <a:pt x="70918" y="934"/>
                  </a:moveTo>
                  <a:lnTo>
                    <a:pt x="70451" y="1168"/>
                  </a:lnTo>
                  <a:lnTo>
                    <a:pt x="69950" y="1168"/>
                  </a:lnTo>
                  <a:lnTo>
                    <a:pt x="69450" y="1035"/>
                  </a:lnTo>
                  <a:lnTo>
                    <a:pt x="68950" y="1301"/>
                  </a:lnTo>
                  <a:lnTo>
                    <a:pt x="68449" y="1068"/>
                  </a:lnTo>
                  <a:lnTo>
                    <a:pt x="67882" y="1201"/>
                  </a:lnTo>
                  <a:lnTo>
                    <a:pt x="67449" y="734"/>
                  </a:lnTo>
                  <a:lnTo>
                    <a:pt x="66882" y="901"/>
                  </a:lnTo>
                  <a:lnTo>
                    <a:pt x="66381" y="634"/>
                  </a:lnTo>
                  <a:lnTo>
                    <a:pt x="65814" y="734"/>
                  </a:lnTo>
                  <a:lnTo>
                    <a:pt x="65347" y="434"/>
                  </a:lnTo>
                  <a:lnTo>
                    <a:pt x="64847" y="234"/>
                  </a:lnTo>
                  <a:lnTo>
                    <a:pt x="64280" y="267"/>
                  </a:lnTo>
                  <a:lnTo>
                    <a:pt x="63779" y="67"/>
                  </a:lnTo>
                  <a:lnTo>
                    <a:pt x="63246" y="267"/>
                  </a:lnTo>
                  <a:lnTo>
                    <a:pt x="62745" y="134"/>
                  </a:lnTo>
                  <a:lnTo>
                    <a:pt x="62245" y="0"/>
                  </a:lnTo>
                  <a:lnTo>
                    <a:pt x="61745" y="201"/>
                  </a:lnTo>
                  <a:lnTo>
                    <a:pt x="61211" y="34"/>
                  </a:lnTo>
                  <a:lnTo>
                    <a:pt x="60677" y="101"/>
                  </a:lnTo>
                  <a:lnTo>
                    <a:pt x="60310" y="534"/>
                  </a:lnTo>
                  <a:lnTo>
                    <a:pt x="59776" y="467"/>
                  </a:lnTo>
                  <a:lnTo>
                    <a:pt x="59309" y="634"/>
                  </a:lnTo>
                  <a:lnTo>
                    <a:pt x="58809" y="601"/>
                  </a:lnTo>
                  <a:lnTo>
                    <a:pt x="58342" y="701"/>
                  </a:lnTo>
                  <a:lnTo>
                    <a:pt x="57908" y="901"/>
                  </a:lnTo>
                  <a:lnTo>
                    <a:pt x="57375" y="801"/>
                  </a:lnTo>
                  <a:lnTo>
                    <a:pt x="56974" y="1235"/>
                  </a:lnTo>
                  <a:lnTo>
                    <a:pt x="56474" y="1201"/>
                  </a:lnTo>
                  <a:lnTo>
                    <a:pt x="55974" y="1035"/>
                  </a:lnTo>
                  <a:lnTo>
                    <a:pt x="55507" y="1301"/>
                  </a:lnTo>
                  <a:lnTo>
                    <a:pt x="55006" y="1435"/>
                  </a:lnTo>
                  <a:lnTo>
                    <a:pt x="54539" y="1335"/>
                  </a:lnTo>
                  <a:lnTo>
                    <a:pt x="54039" y="1135"/>
                  </a:lnTo>
                  <a:lnTo>
                    <a:pt x="53572" y="1201"/>
                  </a:lnTo>
                  <a:lnTo>
                    <a:pt x="53072" y="1135"/>
                  </a:lnTo>
                  <a:lnTo>
                    <a:pt x="52571" y="1068"/>
                  </a:lnTo>
                  <a:lnTo>
                    <a:pt x="51971" y="1101"/>
                  </a:lnTo>
                  <a:lnTo>
                    <a:pt x="51437" y="1035"/>
                  </a:lnTo>
                  <a:lnTo>
                    <a:pt x="51004" y="801"/>
                  </a:lnTo>
                  <a:lnTo>
                    <a:pt x="50537" y="801"/>
                  </a:lnTo>
                  <a:lnTo>
                    <a:pt x="50103" y="734"/>
                  </a:lnTo>
                  <a:lnTo>
                    <a:pt x="49636" y="901"/>
                  </a:lnTo>
                  <a:lnTo>
                    <a:pt x="49202" y="1168"/>
                  </a:lnTo>
                  <a:lnTo>
                    <a:pt x="48735" y="1068"/>
                  </a:lnTo>
                  <a:lnTo>
                    <a:pt x="48302" y="1235"/>
                  </a:lnTo>
                  <a:lnTo>
                    <a:pt x="47768" y="1068"/>
                  </a:lnTo>
                  <a:lnTo>
                    <a:pt x="47268" y="1168"/>
                  </a:lnTo>
                  <a:lnTo>
                    <a:pt x="46901" y="1535"/>
                  </a:lnTo>
                  <a:lnTo>
                    <a:pt x="46400" y="1635"/>
                  </a:lnTo>
                  <a:lnTo>
                    <a:pt x="46000" y="1935"/>
                  </a:lnTo>
                  <a:lnTo>
                    <a:pt x="45500" y="1969"/>
                  </a:lnTo>
                  <a:lnTo>
                    <a:pt x="45133" y="2436"/>
                  </a:lnTo>
                  <a:lnTo>
                    <a:pt x="44632" y="2269"/>
                  </a:lnTo>
                  <a:lnTo>
                    <a:pt x="44165" y="2302"/>
                  </a:lnTo>
                  <a:lnTo>
                    <a:pt x="43698" y="2235"/>
                  </a:lnTo>
                  <a:lnTo>
                    <a:pt x="43231" y="2169"/>
                  </a:lnTo>
                  <a:lnTo>
                    <a:pt x="42764" y="2169"/>
                  </a:lnTo>
                  <a:lnTo>
                    <a:pt x="42264" y="2369"/>
                  </a:lnTo>
                  <a:lnTo>
                    <a:pt x="41730" y="2202"/>
                  </a:lnTo>
                  <a:lnTo>
                    <a:pt x="41230" y="2469"/>
                  </a:lnTo>
                  <a:lnTo>
                    <a:pt x="40730" y="2536"/>
                  </a:lnTo>
                  <a:lnTo>
                    <a:pt x="40229" y="2135"/>
                  </a:lnTo>
                  <a:lnTo>
                    <a:pt x="39729" y="2235"/>
                  </a:lnTo>
                  <a:lnTo>
                    <a:pt x="39228" y="2169"/>
                  </a:lnTo>
                  <a:lnTo>
                    <a:pt x="38695" y="2436"/>
                  </a:lnTo>
                  <a:lnTo>
                    <a:pt x="38194" y="2369"/>
                  </a:lnTo>
                  <a:lnTo>
                    <a:pt x="37694" y="2169"/>
                  </a:lnTo>
                  <a:lnTo>
                    <a:pt x="37194" y="2502"/>
                  </a:lnTo>
                  <a:lnTo>
                    <a:pt x="36693" y="2369"/>
                  </a:lnTo>
                  <a:lnTo>
                    <a:pt x="36160" y="2335"/>
                  </a:lnTo>
                  <a:lnTo>
                    <a:pt x="35659" y="2502"/>
                  </a:lnTo>
                  <a:lnTo>
                    <a:pt x="35159" y="2202"/>
                  </a:lnTo>
                  <a:lnTo>
                    <a:pt x="34625" y="2335"/>
                  </a:lnTo>
                  <a:lnTo>
                    <a:pt x="34125" y="2436"/>
                  </a:lnTo>
                  <a:lnTo>
                    <a:pt x="33591" y="2202"/>
                  </a:lnTo>
                  <a:lnTo>
                    <a:pt x="33091" y="2569"/>
                  </a:lnTo>
                  <a:lnTo>
                    <a:pt x="32590" y="2436"/>
                  </a:lnTo>
                  <a:lnTo>
                    <a:pt x="32057" y="2469"/>
                  </a:lnTo>
                  <a:lnTo>
                    <a:pt x="31556" y="2536"/>
                  </a:lnTo>
                  <a:lnTo>
                    <a:pt x="31056" y="2269"/>
                  </a:lnTo>
                  <a:lnTo>
                    <a:pt x="30522" y="2569"/>
                  </a:lnTo>
                  <a:lnTo>
                    <a:pt x="30022" y="2369"/>
                  </a:lnTo>
                  <a:lnTo>
                    <a:pt x="29522" y="2502"/>
                  </a:lnTo>
                  <a:lnTo>
                    <a:pt x="28988" y="2569"/>
                  </a:lnTo>
                  <a:lnTo>
                    <a:pt x="28487" y="2569"/>
                  </a:lnTo>
                  <a:lnTo>
                    <a:pt x="27987" y="2736"/>
                  </a:lnTo>
                  <a:lnTo>
                    <a:pt x="27487" y="2636"/>
                  </a:lnTo>
                  <a:lnTo>
                    <a:pt x="26986" y="2869"/>
                  </a:lnTo>
                  <a:lnTo>
                    <a:pt x="26453" y="2736"/>
                  </a:lnTo>
                  <a:lnTo>
                    <a:pt x="26019" y="3103"/>
                  </a:lnTo>
                  <a:lnTo>
                    <a:pt x="25452" y="3003"/>
                  </a:lnTo>
                  <a:lnTo>
                    <a:pt x="24952" y="3036"/>
                  </a:lnTo>
                  <a:lnTo>
                    <a:pt x="24418" y="3003"/>
                  </a:lnTo>
                  <a:lnTo>
                    <a:pt x="23984" y="3370"/>
                  </a:lnTo>
                  <a:lnTo>
                    <a:pt x="23417" y="3370"/>
                  </a:lnTo>
                  <a:lnTo>
                    <a:pt x="22850" y="3470"/>
                  </a:lnTo>
                  <a:lnTo>
                    <a:pt x="22350" y="3703"/>
                  </a:lnTo>
                  <a:lnTo>
                    <a:pt x="21849" y="3970"/>
                  </a:lnTo>
                  <a:lnTo>
                    <a:pt x="21349" y="3803"/>
                  </a:lnTo>
                  <a:lnTo>
                    <a:pt x="20882" y="4003"/>
                  </a:lnTo>
                  <a:lnTo>
                    <a:pt x="20415" y="3903"/>
                  </a:lnTo>
                  <a:lnTo>
                    <a:pt x="19948" y="3903"/>
                  </a:lnTo>
                  <a:lnTo>
                    <a:pt x="19414" y="3937"/>
                  </a:lnTo>
                  <a:lnTo>
                    <a:pt x="18914" y="3770"/>
                  </a:lnTo>
                  <a:lnTo>
                    <a:pt x="18414" y="3970"/>
                  </a:lnTo>
                  <a:lnTo>
                    <a:pt x="17913" y="3703"/>
                  </a:lnTo>
                  <a:lnTo>
                    <a:pt x="17413" y="3736"/>
                  </a:lnTo>
                  <a:lnTo>
                    <a:pt x="16879" y="3970"/>
                  </a:lnTo>
                  <a:lnTo>
                    <a:pt x="16412" y="3670"/>
                  </a:lnTo>
                  <a:lnTo>
                    <a:pt x="15878" y="3837"/>
                  </a:lnTo>
                  <a:lnTo>
                    <a:pt x="15411" y="3670"/>
                  </a:lnTo>
                  <a:lnTo>
                    <a:pt x="14878" y="3803"/>
                  </a:lnTo>
                  <a:lnTo>
                    <a:pt x="14411" y="3636"/>
                  </a:lnTo>
                  <a:lnTo>
                    <a:pt x="13910" y="3536"/>
                  </a:lnTo>
                  <a:lnTo>
                    <a:pt x="13510" y="3169"/>
                  </a:lnTo>
                  <a:lnTo>
                    <a:pt x="13010" y="3036"/>
                  </a:lnTo>
                  <a:lnTo>
                    <a:pt x="12476" y="3169"/>
                  </a:lnTo>
                  <a:lnTo>
                    <a:pt x="12009" y="2903"/>
                  </a:lnTo>
                  <a:lnTo>
                    <a:pt x="11475" y="2836"/>
                  </a:lnTo>
                  <a:lnTo>
                    <a:pt x="10908" y="3069"/>
                  </a:lnTo>
                  <a:lnTo>
                    <a:pt x="10441" y="2702"/>
                  </a:lnTo>
                  <a:lnTo>
                    <a:pt x="9941" y="2702"/>
                  </a:lnTo>
                  <a:lnTo>
                    <a:pt x="9374" y="2736"/>
                  </a:lnTo>
                  <a:lnTo>
                    <a:pt x="8840" y="2702"/>
                  </a:lnTo>
                  <a:lnTo>
                    <a:pt x="8273" y="2669"/>
                  </a:lnTo>
                  <a:lnTo>
                    <a:pt x="7773" y="2369"/>
                  </a:lnTo>
                  <a:lnTo>
                    <a:pt x="7239" y="2736"/>
                  </a:lnTo>
                  <a:lnTo>
                    <a:pt x="6739" y="2736"/>
                  </a:lnTo>
                  <a:lnTo>
                    <a:pt x="6205" y="2436"/>
                  </a:lnTo>
                  <a:lnTo>
                    <a:pt x="5738" y="2802"/>
                  </a:lnTo>
                  <a:lnTo>
                    <a:pt x="5137" y="2602"/>
                  </a:lnTo>
                  <a:lnTo>
                    <a:pt x="4804" y="3136"/>
                  </a:lnTo>
                  <a:lnTo>
                    <a:pt x="4270" y="3069"/>
                  </a:lnTo>
                  <a:lnTo>
                    <a:pt x="3870" y="3370"/>
                  </a:lnTo>
                  <a:lnTo>
                    <a:pt x="3403" y="3536"/>
                  </a:lnTo>
                  <a:lnTo>
                    <a:pt x="2936" y="3636"/>
                  </a:lnTo>
                  <a:lnTo>
                    <a:pt x="2469" y="3770"/>
                  </a:lnTo>
                  <a:lnTo>
                    <a:pt x="1935" y="3670"/>
                  </a:lnTo>
                  <a:lnTo>
                    <a:pt x="1535" y="4103"/>
                  </a:lnTo>
                  <a:lnTo>
                    <a:pt x="1001" y="3903"/>
                  </a:lnTo>
                  <a:lnTo>
                    <a:pt x="568" y="4137"/>
                  </a:lnTo>
                  <a:lnTo>
                    <a:pt x="67" y="4137"/>
                  </a:lnTo>
                  <a:lnTo>
                    <a:pt x="0" y="4170"/>
                  </a:lnTo>
                  <a:lnTo>
                    <a:pt x="0" y="4771"/>
                  </a:lnTo>
                  <a:lnTo>
                    <a:pt x="367" y="4537"/>
                  </a:lnTo>
                  <a:lnTo>
                    <a:pt x="868" y="4570"/>
                  </a:lnTo>
                  <a:lnTo>
                    <a:pt x="1301" y="4337"/>
                  </a:lnTo>
                  <a:lnTo>
                    <a:pt x="1835" y="4537"/>
                  </a:lnTo>
                  <a:lnTo>
                    <a:pt x="2235" y="4103"/>
                  </a:lnTo>
                  <a:lnTo>
                    <a:pt x="2769" y="4203"/>
                  </a:lnTo>
                  <a:lnTo>
                    <a:pt x="3236" y="4070"/>
                  </a:lnTo>
                  <a:lnTo>
                    <a:pt x="3736" y="4003"/>
                  </a:lnTo>
                  <a:lnTo>
                    <a:pt x="4170" y="3837"/>
                  </a:lnTo>
                  <a:lnTo>
                    <a:pt x="4604" y="3536"/>
                  </a:lnTo>
                  <a:lnTo>
                    <a:pt x="5137" y="3603"/>
                  </a:lnTo>
                  <a:lnTo>
                    <a:pt x="5471" y="3103"/>
                  </a:lnTo>
                  <a:lnTo>
                    <a:pt x="6071" y="3269"/>
                  </a:lnTo>
                  <a:lnTo>
                    <a:pt x="6538" y="2936"/>
                  </a:lnTo>
                  <a:lnTo>
                    <a:pt x="7072" y="3236"/>
                  </a:lnTo>
                  <a:lnTo>
                    <a:pt x="7573" y="3236"/>
                  </a:lnTo>
                  <a:lnTo>
                    <a:pt x="8106" y="2869"/>
                  </a:lnTo>
                  <a:lnTo>
                    <a:pt x="8607" y="3169"/>
                  </a:lnTo>
                  <a:lnTo>
                    <a:pt x="9174" y="3203"/>
                  </a:lnTo>
                  <a:lnTo>
                    <a:pt x="9707" y="3236"/>
                  </a:lnTo>
                  <a:lnTo>
                    <a:pt x="10241" y="3203"/>
                  </a:lnTo>
                  <a:lnTo>
                    <a:pt x="10775" y="3203"/>
                  </a:lnTo>
                  <a:lnTo>
                    <a:pt x="11242" y="3570"/>
                  </a:lnTo>
                  <a:lnTo>
                    <a:pt x="11809" y="3370"/>
                  </a:lnTo>
                  <a:lnTo>
                    <a:pt x="12309" y="3436"/>
                  </a:lnTo>
                  <a:lnTo>
                    <a:pt x="12810" y="3736"/>
                  </a:lnTo>
                  <a:lnTo>
                    <a:pt x="13343" y="3570"/>
                  </a:lnTo>
                  <a:lnTo>
                    <a:pt x="13810" y="3703"/>
                  </a:lnTo>
                  <a:lnTo>
                    <a:pt x="14244" y="4103"/>
                  </a:lnTo>
                  <a:lnTo>
                    <a:pt x="14711" y="4203"/>
                  </a:lnTo>
                  <a:lnTo>
                    <a:pt x="15211" y="4337"/>
                  </a:lnTo>
                  <a:lnTo>
                    <a:pt x="15712" y="4237"/>
                  </a:lnTo>
                  <a:lnTo>
                    <a:pt x="16212" y="4404"/>
                  </a:lnTo>
                  <a:lnTo>
                    <a:pt x="16712" y="4237"/>
                  </a:lnTo>
                  <a:lnTo>
                    <a:pt x="17213" y="4537"/>
                  </a:lnTo>
                  <a:lnTo>
                    <a:pt x="17713" y="4337"/>
                  </a:lnTo>
                  <a:lnTo>
                    <a:pt x="18247" y="4304"/>
                  </a:lnTo>
                  <a:lnTo>
                    <a:pt x="18714" y="4570"/>
                  </a:lnTo>
                  <a:lnTo>
                    <a:pt x="19248" y="4370"/>
                  </a:lnTo>
                  <a:lnTo>
                    <a:pt x="19748" y="4537"/>
                  </a:lnTo>
                  <a:lnTo>
                    <a:pt x="20248" y="4504"/>
                  </a:lnTo>
                  <a:lnTo>
                    <a:pt x="20715" y="4504"/>
                  </a:lnTo>
                  <a:lnTo>
                    <a:pt x="21182" y="4604"/>
                  </a:lnTo>
                  <a:lnTo>
                    <a:pt x="21683" y="4437"/>
                  </a:lnTo>
                  <a:lnTo>
                    <a:pt x="22150" y="4604"/>
                  </a:lnTo>
                  <a:lnTo>
                    <a:pt x="22650" y="4337"/>
                  </a:lnTo>
                  <a:lnTo>
                    <a:pt x="23184" y="4103"/>
                  </a:lnTo>
                  <a:lnTo>
                    <a:pt x="23717" y="4003"/>
                  </a:lnTo>
                  <a:lnTo>
                    <a:pt x="24284" y="4003"/>
                  </a:lnTo>
                  <a:lnTo>
                    <a:pt x="24751" y="3670"/>
                  </a:lnTo>
                  <a:lnTo>
                    <a:pt x="25285" y="3703"/>
                  </a:lnTo>
                  <a:lnTo>
                    <a:pt x="25786" y="3636"/>
                  </a:lnTo>
                  <a:lnTo>
                    <a:pt x="26319" y="3770"/>
                  </a:lnTo>
                  <a:lnTo>
                    <a:pt x="26786" y="3403"/>
                  </a:lnTo>
                  <a:lnTo>
                    <a:pt x="27320" y="3536"/>
                  </a:lnTo>
                  <a:lnTo>
                    <a:pt x="27787" y="3303"/>
                  </a:lnTo>
                  <a:lnTo>
                    <a:pt x="28321" y="3403"/>
                  </a:lnTo>
                  <a:lnTo>
                    <a:pt x="28821" y="3269"/>
                  </a:lnTo>
                  <a:lnTo>
                    <a:pt x="29321" y="3269"/>
                  </a:lnTo>
                  <a:lnTo>
                    <a:pt x="29822" y="3203"/>
                  </a:lnTo>
                  <a:lnTo>
                    <a:pt x="30355" y="3069"/>
                  </a:lnTo>
                  <a:lnTo>
                    <a:pt x="30856" y="3269"/>
                  </a:lnTo>
                  <a:lnTo>
                    <a:pt x="31356" y="2969"/>
                  </a:lnTo>
                  <a:lnTo>
                    <a:pt x="31890" y="3236"/>
                  </a:lnTo>
                  <a:lnTo>
                    <a:pt x="32390" y="3169"/>
                  </a:lnTo>
                  <a:lnTo>
                    <a:pt x="32924" y="3169"/>
                  </a:lnTo>
                  <a:lnTo>
                    <a:pt x="33424" y="3303"/>
                  </a:lnTo>
                  <a:lnTo>
                    <a:pt x="33925" y="2936"/>
                  </a:lnTo>
                  <a:lnTo>
                    <a:pt x="34458" y="3169"/>
                  </a:lnTo>
                  <a:lnTo>
                    <a:pt x="34959" y="3069"/>
                  </a:lnTo>
                  <a:lnTo>
                    <a:pt x="35459" y="2969"/>
                  </a:lnTo>
                  <a:lnTo>
                    <a:pt x="35993" y="3269"/>
                  </a:lnTo>
                  <a:lnTo>
                    <a:pt x="36493" y="3103"/>
                  </a:lnTo>
                  <a:lnTo>
                    <a:pt x="36994" y="3136"/>
                  </a:lnTo>
                  <a:lnTo>
                    <a:pt x="37527" y="3269"/>
                  </a:lnTo>
                  <a:lnTo>
                    <a:pt x="38028" y="2936"/>
                  </a:lnTo>
                  <a:lnTo>
                    <a:pt x="38528" y="3169"/>
                  </a:lnTo>
                  <a:lnTo>
                    <a:pt x="39028" y="3236"/>
                  </a:lnTo>
                  <a:lnTo>
                    <a:pt x="39562" y="2969"/>
                  </a:lnTo>
                  <a:lnTo>
                    <a:pt x="40062" y="3036"/>
                  </a:lnTo>
                  <a:lnTo>
                    <a:pt x="40563" y="2936"/>
                  </a:lnTo>
                  <a:lnTo>
                    <a:pt x="41063" y="3370"/>
                  </a:lnTo>
                  <a:lnTo>
                    <a:pt x="41563" y="3269"/>
                  </a:lnTo>
                  <a:lnTo>
                    <a:pt x="42064" y="3003"/>
                  </a:lnTo>
                  <a:lnTo>
                    <a:pt x="42564" y="3203"/>
                  </a:lnTo>
                  <a:lnTo>
                    <a:pt x="43065" y="2969"/>
                  </a:lnTo>
                  <a:lnTo>
                    <a:pt x="43565" y="2969"/>
                  </a:lnTo>
                  <a:lnTo>
                    <a:pt x="43999" y="3069"/>
                  </a:lnTo>
                  <a:lnTo>
                    <a:pt x="44466" y="3136"/>
                  </a:lnTo>
                  <a:lnTo>
                    <a:pt x="44933" y="3103"/>
                  </a:lnTo>
                  <a:lnTo>
                    <a:pt x="45433" y="3269"/>
                  </a:lnTo>
                  <a:lnTo>
                    <a:pt x="45833" y="2836"/>
                  </a:lnTo>
                  <a:lnTo>
                    <a:pt x="46334" y="2802"/>
                  </a:lnTo>
                  <a:lnTo>
                    <a:pt x="46734" y="2502"/>
                  </a:lnTo>
                  <a:lnTo>
                    <a:pt x="47234" y="2402"/>
                  </a:lnTo>
                  <a:lnTo>
                    <a:pt x="47601" y="2035"/>
                  </a:lnTo>
                  <a:lnTo>
                    <a:pt x="48101" y="1935"/>
                  </a:lnTo>
                  <a:lnTo>
                    <a:pt x="48635" y="2102"/>
                  </a:lnTo>
                  <a:lnTo>
                    <a:pt x="49069" y="1969"/>
                  </a:lnTo>
                  <a:lnTo>
                    <a:pt x="49536" y="2035"/>
                  </a:lnTo>
                  <a:lnTo>
                    <a:pt x="49969" y="1802"/>
                  </a:lnTo>
                  <a:lnTo>
                    <a:pt x="50436" y="1635"/>
                  </a:lnTo>
                  <a:lnTo>
                    <a:pt x="50870" y="1702"/>
                  </a:lnTo>
                  <a:lnTo>
                    <a:pt x="51337" y="1702"/>
                  </a:lnTo>
                  <a:lnTo>
                    <a:pt x="51771" y="1935"/>
                  </a:lnTo>
                  <a:lnTo>
                    <a:pt x="52304" y="2002"/>
                  </a:lnTo>
                  <a:lnTo>
                    <a:pt x="52905" y="1969"/>
                  </a:lnTo>
                  <a:lnTo>
                    <a:pt x="53405" y="2069"/>
                  </a:lnTo>
                  <a:lnTo>
                    <a:pt x="53872" y="2135"/>
                  </a:lnTo>
                  <a:lnTo>
                    <a:pt x="54373" y="2069"/>
                  </a:lnTo>
                  <a:lnTo>
                    <a:pt x="54840" y="2269"/>
                  </a:lnTo>
                  <a:lnTo>
                    <a:pt x="55340" y="2369"/>
                  </a:lnTo>
                  <a:lnTo>
                    <a:pt x="55840" y="2269"/>
                  </a:lnTo>
                  <a:lnTo>
                    <a:pt x="56307" y="2002"/>
                  </a:lnTo>
                  <a:lnTo>
                    <a:pt x="56808" y="2169"/>
                  </a:lnTo>
                  <a:lnTo>
                    <a:pt x="57308" y="2202"/>
                  </a:lnTo>
                  <a:lnTo>
                    <a:pt x="57708" y="1768"/>
                  </a:lnTo>
                  <a:lnTo>
                    <a:pt x="58242" y="1868"/>
                  </a:lnTo>
                  <a:lnTo>
                    <a:pt x="58676" y="1702"/>
                  </a:lnTo>
                  <a:lnTo>
                    <a:pt x="59176" y="1602"/>
                  </a:lnTo>
                  <a:lnTo>
                    <a:pt x="59676" y="1635"/>
                  </a:lnTo>
                  <a:lnTo>
                    <a:pt x="60110" y="1468"/>
                  </a:lnTo>
                  <a:lnTo>
                    <a:pt x="60644" y="1502"/>
                  </a:lnTo>
                  <a:lnTo>
                    <a:pt x="61044" y="1101"/>
                  </a:lnTo>
                  <a:lnTo>
                    <a:pt x="61544" y="1035"/>
                  </a:lnTo>
                  <a:lnTo>
                    <a:pt x="62078" y="1201"/>
                  </a:lnTo>
                  <a:lnTo>
                    <a:pt x="62578" y="1001"/>
                  </a:lnTo>
                  <a:lnTo>
                    <a:pt x="63079" y="1135"/>
                  </a:lnTo>
                  <a:lnTo>
                    <a:pt x="63579" y="1268"/>
                  </a:lnTo>
                  <a:lnTo>
                    <a:pt x="64146" y="1101"/>
                  </a:lnTo>
                  <a:lnTo>
                    <a:pt x="64613" y="1301"/>
                  </a:lnTo>
                  <a:lnTo>
                    <a:pt x="65180" y="1268"/>
                  </a:lnTo>
                  <a:lnTo>
                    <a:pt x="65681" y="1468"/>
                  </a:lnTo>
                  <a:lnTo>
                    <a:pt x="66148" y="1802"/>
                  </a:lnTo>
                  <a:lnTo>
                    <a:pt x="66748" y="1668"/>
                  </a:lnTo>
                  <a:lnTo>
                    <a:pt x="67215" y="1969"/>
                  </a:lnTo>
                  <a:lnTo>
                    <a:pt x="67816" y="1802"/>
                  </a:lnTo>
                  <a:lnTo>
                    <a:pt x="68216" y="2269"/>
                  </a:lnTo>
                  <a:lnTo>
                    <a:pt x="68783" y="2135"/>
                  </a:lnTo>
                  <a:lnTo>
                    <a:pt x="69283" y="2402"/>
                  </a:lnTo>
                  <a:lnTo>
                    <a:pt x="69784" y="2102"/>
                  </a:lnTo>
                  <a:lnTo>
                    <a:pt x="70284" y="2235"/>
                  </a:lnTo>
                  <a:lnTo>
                    <a:pt x="70784" y="2269"/>
                  </a:lnTo>
                  <a:lnTo>
                    <a:pt x="71251" y="2035"/>
                  </a:lnTo>
                  <a:lnTo>
                    <a:pt x="71718" y="1935"/>
                  </a:lnTo>
                  <a:lnTo>
                    <a:pt x="71718" y="934"/>
                  </a:lnTo>
                  <a:lnTo>
                    <a:pt x="71418" y="834"/>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12" name="Google Shape;869;p32">
            <a:extLst>
              <a:ext uri="{FF2B5EF4-FFF2-40B4-BE49-F238E27FC236}">
                <a16:creationId xmlns:a16="http://schemas.microsoft.com/office/drawing/2014/main" id="{D238C1B8-DCD7-4EAF-9950-05C63E559382}"/>
              </a:ext>
            </a:extLst>
          </p:cNvPr>
          <p:cNvSpPr txBox="1">
            <a:spLocks noGrp="1"/>
          </p:cNvSpPr>
          <p:nvPr>
            <p:ph type="title"/>
          </p:nvPr>
        </p:nvSpPr>
        <p:spPr>
          <a:xfrm>
            <a:off x="714941" y="817729"/>
            <a:ext cx="783900" cy="504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chemeClr val="lt1"/>
                </a:solidFill>
              </a:rPr>
              <a:t>01</a:t>
            </a:r>
            <a:endParaRPr dirty="0">
              <a:solidFill>
                <a:schemeClr val="lt1"/>
              </a:solidFill>
            </a:endParaRPr>
          </a:p>
        </p:txBody>
      </p:sp>
      <p:grpSp>
        <p:nvGrpSpPr>
          <p:cNvPr id="15" name="Google Shape;2069;p53">
            <a:extLst>
              <a:ext uri="{FF2B5EF4-FFF2-40B4-BE49-F238E27FC236}">
                <a16:creationId xmlns:a16="http://schemas.microsoft.com/office/drawing/2014/main" id="{8AEAAB86-F617-7640-AD67-EFEA67123010}"/>
              </a:ext>
            </a:extLst>
          </p:cNvPr>
          <p:cNvGrpSpPr/>
          <p:nvPr/>
        </p:nvGrpSpPr>
        <p:grpSpPr>
          <a:xfrm>
            <a:off x="922052" y="188028"/>
            <a:ext cx="369675" cy="459700"/>
            <a:chOff x="4729663" y="1961775"/>
            <a:chExt cx="369675" cy="459700"/>
          </a:xfrm>
        </p:grpSpPr>
        <p:sp>
          <p:nvSpPr>
            <p:cNvPr id="16" name="Google Shape;2070;p53">
              <a:extLst>
                <a:ext uri="{FF2B5EF4-FFF2-40B4-BE49-F238E27FC236}">
                  <a16:creationId xmlns:a16="http://schemas.microsoft.com/office/drawing/2014/main" id="{9B9D283D-E53F-084C-2267-94FD44A7209C}"/>
                </a:ext>
              </a:extLst>
            </p:cNvPr>
            <p:cNvSpPr/>
            <p:nvPr/>
          </p:nvSpPr>
          <p:spPr>
            <a:xfrm>
              <a:off x="4796888" y="2119025"/>
              <a:ext cx="235250" cy="235250"/>
            </a:xfrm>
            <a:custGeom>
              <a:avLst/>
              <a:gdLst/>
              <a:ahLst/>
              <a:cxnLst/>
              <a:rect l="l" t="t" r="r" b="b"/>
              <a:pathLst>
                <a:path w="9410" h="9410" extrusionOk="0">
                  <a:moveTo>
                    <a:pt x="6135" y="2517"/>
                  </a:moveTo>
                  <a:lnTo>
                    <a:pt x="6893" y="3275"/>
                  </a:lnTo>
                  <a:lnTo>
                    <a:pt x="3292" y="6876"/>
                  </a:lnTo>
                  <a:lnTo>
                    <a:pt x="2533" y="6118"/>
                  </a:lnTo>
                  <a:lnTo>
                    <a:pt x="6135" y="2517"/>
                  </a:lnTo>
                  <a:close/>
                  <a:moveTo>
                    <a:pt x="4705" y="1"/>
                  </a:moveTo>
                  <a:cubicBezTo>
                    <a:pt x="2120" y="1"/>
                    <a:pt x="0" y="2103"/>
                    <a:pt x="0" y="4705"/>
                  </a:cubicBezTo>
                  <a:cubicBezTo>
                    <a:pt x="0" y="7290"/>
                    <a:pt x="2120" y="9410"/>
                    <a:pt x="4705" y="9410"/>
                  </a:cubicBezTo>
                  <a:cubicBezTo>
                    <a:pt x="7307" y="9410"/>
                    <a:pt x="9409" y="7290"/>
                    <a:pt x="9409" y="4705"/>
                  </a:cubicBezTo>
                  <a:cubicBezTo>
                    <a:pt x="9409" y="2103"/>
                    <a:pt x="7307" y="1"/>
                    <a:pt x="47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 name="Google Shape;2071;p53">
              <a:extLst>
                <a:ext uri="{FF2B5EF4-FFF2-40B4-BE49-F238E27FC236}">
                  <a16:creationId xmlns:a16="http://schemas.microsoft.com/office/drawing/2014/main" id="{1077432D-6B78-C029-EDEB-47D9BD822734}"/>
                </a:ext>
              </a:extLst>
            </p:cNvPr>
            <p:cNvSpPr/>
            <p:nvPr/>
          </p:nvSpPr>
          <p:spPr>
            <a:xfrm>
              <a:off x="4729663" y="1961775"/>
              <a:ext cx="369675" cy="459700"/>
            </a:xfrm>
            <a:custGeom>
              <a:avLst/>
              <a:gdLst/>
              <a:ahLst/>
              <a:cxnLst/>
              <a:rect l="l" t="t" r="r" b="b"/>
              <a:pathLst>
                <a:path w="14787" h="18388" extrusionOk="0">
                  <a:moveTo>
                    <a:pt x="7394" y="1087"/>
                  </a:moveTo>
                  <a:cubicBezTo>
                    <a:pt x="8393" y="1087"/>
                    <a:pt x="9203" y="1879"/>
                    <a:pt x="9203" y="2879"/>
                  </a:cubicBezTo>
                  <a:cubicBezTo>
                    <a:pt x="9203" y="3189"/>
                    <a:pt x="9117" y="3499"/>
                    <a:pt x="8962" y="3758"/>
                  </a:cubicBezTo>
                  <a:cubicBezTo>
                    <a:pt x="8634" y="3689"/>
                    <a:pt x="8290" y="3637"/>
                    <a:pt x="7945" y="3620"/>
                  </a:cubicBezTo>
                  <a:lnTo>
                    <a:pt x="7945" y="2517"/>
                  </a:lnTo>
                  <a:lnTo>
                    <a:pt x="6859" y="2517"/>
                  </a:lnTo>
                  <a:lnTo>
                    <a:pt x="6859" y="3620"/>
                  </a:lnTo>
                  <a:cubicBezTo>
                    <a:pt x="6515" y="3637"/>
                    <a:pt x="6170" y="3689"/>
                    <a:pt x="5843" y="3758"/>
                  </a:cubicBezTo>
                  <a:cubicBezTo>
                    <a:pt x="5688" y="3499"/>
                    <a:pt x="5601" y="3189"/>
                    <a:pt x="5601" y="2879"/>
                  </a:cubicBezTo>
                  <a:cubicBezTo>
                    <a:pt x="5601" y="1879"/>
                    <a:pt x="6411" y="1087"/>
                    <a:pt x="7394" y="1087"/>
                  </a:cubicBezTo>
                  <a:close/>
                  <a:moveTo>
                    <a:pt x="7394" y="5205"/>
                  </a:moveTo>
                  <a:cubicBezTo>
                    <a:pt x="10582" y="5205"/>
                    <a:pt x="13184" y="7807"/>
                    <a:pt x="13184" y="10995"/>
                  </a:cubicBezTo>
                  <a:cubicBezTo>
                    <a:pt x="13184" y="14183"/>
                    <a:pt x="10582" y="16768"/>
                    <a:pt x="7394" y="16768"/>
                  </a:cubicBezTo>
                  <a:cubicBezTo>
                    <a:pt x="4206" y="16768"/>
                    <a:pt x="1621" y="14183"/>
                    <a:pt x="1621" y="10995"/>
                  </a:cubicBezTo>
                  <a:cubicBezTo>
                    <a:pt x="1621" y="7807"/>
                    <a:pt x="4206" y="5205"/>
                    <a:pt x="7394" y="5205"/>
                  </a:cubicBezTo>
                  <a:close/>
                  <a:moveTo>
                    <a:pt x="7394" y="1"/>
                  </a:moveTo>
                  <a:cubicBezTo>
                    <a:pt x="5808" y="1"/>
                    <a:pt x="4516" y="1293"/>
                    <a:pt x="4516" y="2879"/>
                  </a:cubicBezTo>
                  <a:cubicBezTo>
                    <a:pt x="4516" y="3292"/>
                    <a:pt x="4619" y="3706"/>
                    <a:pt x="4792" y="4068"/>
                  </a:cubicBezTo>
                  <a:cubicBezTo>
                    <a:pt x="3964" y="4378"/>
                    <a:pt x="3223" y="4843"/>
                    <a:pt x="2569" y="5395"/>
                  </a:cubicBezTo>
                  <a:lnTo>
                    <a:pt x="1793" y="4619"/>
                  </a:lnTo>
                  <a:lnTo>
                    <a:pt x="1018" y="5377"/>
                  </a:lnTo>
                  <a:lnTo>
                    <a:pt x="1810" y="6153"/>
                  </a:lnTo>
                  <a:cubicBezTo>
                    <a:pt x="690" y="7463"/>
                    <a:pt x="1" y="9151"/>
                    <a:pt x="1" y="10995"/>
                  </a:cubicBezTo>
                  <a:cubicBezTo>
                    <a:pt x="1" y="15062"/>
                    <a:pt x="3327" y="18388"/>
                    <a:pt x="7394" y="18388"/>
                  </a:cubicBezTo>
                  <a:cubicBezTo>
                    <a:pt x="11478" y="18388"/>
                    <a:pt x="14786" y="15062"/>
                    <a:pt x="14786" y="10995"/>
                  </a:cubicBezTo>
                  <a:cubicBezTo>
                    <a:pt x="14786" y="7842"/>
                    <a:pt x="12805" y="5136"/>
                    <a:pt x="10013" y="4068"/>
                  </a:cubicBezTo>
                  <a:cubicBezTo>
                    <a:pt x="10185" y="3706"/>
                    <a:pt x="10271" y="3292"/>
                    <a:pt x="10271" y="2879"/>
                  </a:cubicBezTo>
                  <a:cubicBezTo>
                    <a:pt x="10271" y="1293"/>
                    <a:pt x="8979" y="1"/>
                    <a:pt x="739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pic>
        <p:nvPicPr>
          <p:cNvPr id="1026" name="Picture 2" descr="Best Exercises For A Complete Back Workout: Ultimate Guide | by Toni  Collette | Medium">
            <a:extLst>
              <a:ext uri="{FF2B5EF4-FFF2-40B4-BE49-F238E27FC236}">
                <a16:creationId xmlns:a16="http://schemas.microsoft.com/office/drawing/2014/main" id="{ED57A05F-DDA7-D1E4-3298-6B080D042FB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94514" y="1322329"/>
            <a:ext cx="3882572" cy="2516700"/>
          </a:xfrm>
          <a:prstGeom prst="rect">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9" name="Graphic 18" descr="Chevron arrows with solid fill">
            <a:extLst>
              <a:ext uri="{FF2B5EF4-FFF2-40B4-BE49-F238E27FC236}">
                <a16:creationId xmlns:a16="http://schemas.microsoft.com/office/drawing/2014/main" id="{E7832C70-F861-0521-1AF4-05F84BB9E30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114800" y="4212802"/>
            <a:ext cx="914400" cy="914400"/>
          </a:xfrm>
          <a:prstGeom prst="rect">
            <a:avLst/>
          </a:prstGeom>
        </p:spPr>
      </p:pic>
      <p:pic>
        <p:nvPicPr>
          <p:cNvPr id="21" name="Graphic 20" descr="Body builder with solid fill">
            <a:extLst>
              <a:ext uri="{FF2B5EF4-FFF2-40B4-BE49-F238E27FC236}">
                <a16:creationId xmlns:a16="http://schemas.microsoft.com/office/drawing/2014/main" id="{8FCB1893-6EA1-BECF-F2F5-8F2B84086D80}"/>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799943" y="417878"/>
            <a:ext cx="914400" cy="914400"/>
          </a:xfrm>
          <a:prstGeom prst="rect">
            <a:avLst/>
          </a:prstGeom>
        </p:spPr>
      </p:pic>
      <p:sp>
        <p:nvSpPr>
          <p:cNvPr id="5" name="TextBox 4">
            <a:extLst>
              <a:ext uri="{FF2B5EF4-FFF2-40B4-BE49-F238E27FC236}">
                <a16:creationId xmlns:a16="http://schemas.microsoft.com/office/drawing/2014/main" id="{365128F4-C6BF-952B-5A88-D5BA189F92C2}"/>
              </a:ext>
            </a:extLst>
          </p:cNvPr>
          <p:cNvSpPr txBox="1"/>
          <p:nvPr/>
        </p:nvSpPr>
        <p:spPr>
          <a:xfrm>
            <a:off x="166914" y="2033651"/>
            <a:ext cx="4615544" cy="2246769"/>
          </a:xfrm>
          <a:prstGeom prst="rect">
            <a:avLst/>
          </a:prstGeom>
          <a:noFill/>
        </p:spPr>
        <p:txBody>
          <a:bodyPr wrap="square" rtlCol="0">
            <a:spAutoFit/>
          </a:bodyPr>
          <a:lstStyle/>
          <a:p>
            <a:r>
              <a:rPr lang="en-GB" sz="2000" i="1" dirty="0">
                <a:solidFill>
                  <a:schemeClr val="accent6">
                    <a:lumMod val="85000"/>
                  </a:schemeClr>
                </a:solidFill>
                <a:latin typeface="Montserrat ExtraBold" panose="00000900000000000000" pitchFamily="2" charset="0"/>
              </a:rPr>
              <a:t>Discover a variety of fitness workouts with optimal exercise timings on our website. </a:t>
            </a:r>
          </a:p>
          <a:p>
            <a:endParaRPr lang="en-GB" sz="2000" i="1" dirty="0">
              <a:solidFill>
                <a:schemeClr val="accent6">
                  <a:lumMod val="85000"/>
                </a:schemeClr>
              </a:solidFill>
              <a:latin typeface="Montserrat ExtraBold" panose="00000900000000000000" pitchFamily="2" charset="0"/>
            </a:endParaRPr>
          </a:p>
          <a:p>
            <a:r>
              <a:rPr lang="en-GB" sz="2000" i="1" dirty="0">
                <a:solidFill>
                  <a:schemeClr val="accent6">
                    <a:lumMod val="85000"/>
                  </a:schemeClr>
                </a:solidFill>
                <a:latin typeface="Montserrat ExtraBold" panose="00000900000000000000" pitchFamily="2" charset="0"/>
              </a:rPr>
              <a:t>Tailored for all levels, our routines help you achieve your fitness goals efficiently.</a:t>
            </a:r>
            <a:endParaRPr lang="en-US" sz="2000" i="1" dirty="0">
              <a:solidFill>
                <a:schemeClr val="accent6">
                  <a:lumMod val="85000"/>
                </a:schemeClr>
              </a:solidFill>
              <a:latin typeface="Montserrat ExtraBold" panose="00000900000000000000" pitchFamily="2" charset="0"/>
            </a:endParaRPr>
          </a:p>
        </p:txBody>
      </p:sp>
    </p:spTree>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Google Shape;854;p32">
            <a:extLst>
              <a:ext uri="{FF2B5EF4-FFF2-40B4-BE49-F238E27FC236}">
                <a16:creationId xmlns:a16="http://schemas.microsoft.com/office/drawing/2014/main" id="{531F845C-1AA7-8868-5C99-66583ABDC319}"/>
              </a:ext>
            </a:extLst>
          </p:cNvPr>
          <p:cNvSpPr txBox="1">
            <a:spLocks/>
          </p:cNvSpPr>
          <p:nvPr/>
        </p:nvSpPr>
        <p:spPr>
          <a:xfrm>
            <a:off x="1778227" y="694579"/>
            <a:ext cx="2067300" cy="7509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GB" sz="2000" i="1" dirty="0">
                <a:solidFill>
                  <a:schemeClr val="accent5"/>
                </a:solidFill>
                <a:latin typeface="Montserrat ExtraBold" panose="00000900000000000000" pitchFamily="2" charset="0"/>
              </a:rPr>
              <a:t>Increase your fitness and football skills</a:t>
            </a:r>
          </a:p>
        </p:txBody>
      </p:sp>
      <p:grpSp>
        <p:nvGrpSpPr>
          <p:cNvPr id="7" name="Google Shape;865;p32">
            <a:extLst>
              <a:ext uri="{FF2B5EF4-FFF2-40B4-BE49-F238E27FC236}">
                <a16:creationId xmlns:a16="http://schemas.microsoft.com/office/drawing/2014/main" id="{583FEE2C-A7ED-E27B-F044-127CC29F1C85}"/>
              </a:ext>
            </a:extLst>
          </p:cNvPr>
          <p:cNvGrpSpPr/>
          <p:nvPr/>
        </p:nvGrpSpPr>
        <p:grpSpPr>
          <a:xfrm>
            <a:off x="614724" y="694592"/>
            <a:ext cx="984333" cy="750875"/>
            <a:chOff x="6268229" y="1126723"/>
            <a:chExt cx="2821246" cy="1847625"/>
          </a:xfrm>
        </p:grpSpPr>
        <p:sp>
          <p:nvSpPr>
            <p:cNvPr id="8" name="Google Shape;866;p32">
              <a:extLst>
                <a:ext uri="{FF2B5EF4-FFF2-40B4-BE49-F238E27FC236}">
                  <a16:creationId xmlns:a16="http://schemas.microsoft.com/office/drawing/2014/main" id="{FA4108E6-7147-6ADC-BA78-4C7E95E4EA60}"/>
                </a:ext>
              </a:extLst>
            </p:cNvPr>
            <p:cNvSpPr/>
            <p:nvPr/>
          </p:nvSpPr>
          <p:spPr>
            <a:xfrm>
              <a:off x="6268229" y="1126723"/>
              <a:ext cx="2821246" cy="1847604"/>
            </a:xfrm>
            <a:custGeom>
              <a:avLst/>
              <a:gdLst/>
              <a:ahLst/>
              <a:cxnLst/>
              <a:rect l="l" t="t" r="r" b="b"/>
              <a:pathLst>
                <a:path w="71719" h="46968" extrusionOk="0">
                  <a:moveTo>
                    <a:pt x="634" y="46634"/>
                  </a:moveTo>
                  <a:lnTo>
                    <a:pt x="1168" y="46834"/>
                  </a:lnTo>
                  <a:lnTo>
                    <a:pt x="1635" y="46734"/>
                  </a:lnTo>
                  <a:lnTo>
                    <a:pt x="2102" y="46434"/>
                  </a:lnTo>
                  <a:lnTo>
                    <a:pt x="2569" y="46434"/>
                  </a:lnTo>
                  <a:lnTo>
                    <a:pt x="3103" y="46400"/>
                  </a:lnTo>
                  <a:lnTo>
                    <a:pt x="3670" y="46534"/>
                  </a:lnTo>
                  <a:lnTo>
                    <a:pt x="4170" y="46400"/>
                  </a:lnTo>
                  <a:lnTo>
                    <a:pt x="4704" y="46334"/>
                  </a:lnTo>
                  <a:lnTo>
                    <a:pt x="5238" y="46234"/>
                  </a:lnTo>
                  <a:lnTo>
                    <a:pt x="5771" y="46367"/>
                  </a:lnTo>
                  <a:lnTo>
                    <a:pt x="6272" y="46367"/>
                  </a:lnTo>
                  <a:lnTo>
                    <a:pt x="6805" y="46500"/>
                  </a:lnTo>
                  <a:lnTo>
                    <a:pt x="7306" y="46467"/>
                  </a:lnTo>
                  <a:lnTo>
                    <a:pt x="7773" y="46234"/>
                  </a:lnTo>
                  <a:lnTo>
                    <a:pt x="8273" y="46434"/>
                  </a:lnTo>
                  <a:lnTo>
                    <a:pt x="8773" y="46434"/>
                  </a:lnTo>
                  <a:lnTo>
                    <a:pt x="9240" y="46200"/>
                  </a:lnTo>
                  <a:lnTo>
                    <a:pt x="9741" y="46434"/>
                  </a:lnTo>
                  <a:lnTo>
                    <a:pt x="10241" y="46400"/>
                  </a:lnTo>
                  <a:lnTo>
                    <a:pt x="10675" y="46100"/>
                  </a:lnTo>
                  <a:lnTo>
                    <a:pt x="11175" y="46134"/>
                  </a:lnTo>
                  <a:lnTo>
                    <a:pt x="11642" y="45900"/>
                  </a:lnTo>
                  <a:lnTo>
                    <a:pt x="12142" y="45967"/>
                  </a:lnTo>
                  <a:lnTo>
                    <a:pt x="12609" y="45867"/>
                  </a:lnTo>
                  <a:lnTo>
                    <a:pt x="13110" y="46033"/>
                  </a:lnTo>
                  <a:lnTo>
                    <a:pt x="13610" y="45933"/>
                  </a:lnTo>
                  <a:lnTo>
                    <a:pt x="14111" y="46000"/>
                  </a:lnTo>
                  <a:lnTo>
                    <a:pt x="14578" y="45833"/>
                  </a:lnTo>
                  <a:lnTo>
                    <a:pt x="15078" y="45900"/>
                  </a:lnTo>
                  <a:lnTo>
                    <a:pt x="15578" y="45933"/>
                  </a:lnTo>
                  <a:lnTo>
                    <a:pt x="16045" y="45867"/>
                  </a:lnTo>
                  <a:lnTo>
                    <a:pt x="16512" y="45566"/>
                  </a:lnTo>
                  <a:lnTo>
                    <a:pt x="17013" y="45633"/>
                  </a:lnTo>
                  <a:lnTo>
                    <a:pt x="17480" y="45700"/>
                  </a:lnTo>
                  <a:lnTo>
                    <a:pt x="17980" y="45633"/>
                  </a:lnTo>
                  <a:lnTo>
                    <a:pt x="18447" y="45433"/>
                  </a:lnTo>
                  <a:lnTo>
                    <a:pt x="18914" y="45600"/>
                  </a:lnTo>
                  <a:lnTo>
                    <a:pt x="19448" y="45400"/>
                  </a:lnTo>
                  <a:lnTo>
                    <a:pt x="19881" y="45633"/>
                  </a:lnTo>
                  <a:lnTo>
                    <a:pt x="20382" y="45833"/>
                  </a:lnTo>
                  <a:lnTo>
                    <a:pt x="20849" y="45900"/>
                  </a:lnTo>
                  <a:lnTo>
                    <a:pt x="21382" y="45733"/>
                  </a:lnTo>
                  <a:lnTo>
                    <a:pt x="21849" y="46000"/>
                  </a:lnTo>
                  <a:lnTo>
                    <a:pt x="22316" y="46167"/>
                  </a:lnTo>
                  <a:lnTo>
                    <a:pt x="22817" y="46167"/>
                  </a:lnTo>
                  <a:lnTo>
                    <a:pt x="23284" y="46434"/>
                  </a:lnTo>
                  <a:lnTo>
                    <a:pt x="23684" y="46567"/>
                  </a:lnTo>
                  <a:lnTo>
                    <a:pt x="24118" y="46367"/>
                  </a:lnTo>
                  <a:lnTo>
                    <a:pt x="24551" y="46667"/>
                  </a:lnTo>
                  <a:lnTo>
                    <a:pt x="25018" y="46634"/>
                  </a:lnTo>
                  <a:lnTo>
                    <a:pt x="25452" y="46267"/>
                  </a:lnTo>
                  <a:lnTo>
                    <a:pt x="25952" y="46500"/>
                  </a:lnTo>
                  <a:lnTo>
                    <a:pt x="26453" y="46601"/>
                  </a:lnTo>
                  <a:lnTo>
                    <a:pt x="26920" y="46500"/>
                  </a:lnTo>
                  <a:lnTo>
                    <a:pt x="27353" y="46167"/>
                  </a:lnTo>
                  <a:lnTo>
                    <a:pt x="27887" y="46467"/>
                  </a:lnTo>
                  <a:lnTo>
                    <a:pt x="28387" y="46334"/>
                  </a:lnTo>
                  <a:lnTo>
                    <a:pt x="28888" y="46334"/>
                  </a:lnTo>
                  <a:lnTo>
                    <a:pt x="29355" y="46134"/>
                  </a:lnTo>
                  <a:lnTo>
                    <a:pt x="29855" y="46000"/>
                  </a:lnTo>
                  <a:lnTo>
                    <a:pt x="30322" y="46000"/>
                  </a:lnTo>
                  <a:lnTo>
                    <a:pt x="30856" y="46100"/>
                  </a:lnTo>
                  <a:lnTo>
                    <a:pt x="31323" y="45967"/>
                  </a:lnTo>
                  <a:lnTo>
                    <a:pt x="31823" y="45967"/>
                  </a:lnTo>
                  <a:lnTo>
                    <a:pt x="32324" y="46000"/>
                  </a:lnTo>
                  <a:lnTo>
                    <a:pt x="32824" y="46067"/>
                  </a:lnTo>
                  <a:lnTo>
                    <a:pt x="33324" y="46000"/>
                  </a:lnTo>
                  <a:lnTo>
                    <a:pt x="33791" y="45833"/>
                  </a:lnTo>
                  <a:lnTo>
                    <a:pt x="34292" y="45767"/>
                  </a:lnTo>
                  <a:lnTo>
                    <a:pt x="34792" y="45867"/>
                  </a:lnTo>
                  <a:lnTo>
                    <a:pt x="35292" y="45733"/>
                  </a:lnTo>
                  <a:lnTo>
                    <a:pt x="35793" y="45600"/>
                  </a:lnTo>
                  <a:lnTo>
                    <a:pt x="36260" y="45500"/>
                  </a:lnTo>
                  <a:lnTo>
                    <a:pt x="36760" y="45633"/>
                  </a:lnTo>
                  <a:lnTo>
                    <a:pt x="37227" y="45500"/>
                  </a:lnTo>
                  <a:lnTo>
                    <a:pt x="37727" y="45533"/>
                  </a:lnTo>
                  <a:lnTo>
                    <a:pt x="38194" y="45266"/>
                  </a:lnTo>
                  <a:lnTo>
                    <a:pt x="38661" y="45266"/>
                  </a:lnTo>
                  <a:lnTo>
                    <a:pt x="39162" y="45400"/>
                  </a:lnTo>
                  <a:lnTo>
                    <a:pt x="39662" y="45700"/>
                  </a:lnTo>
                  <a:lnTo>
                    <a:pt x="40196" y="45500"/>
                  </a:lnTo>
                  <a:lnTo>
                    <a:pt x="40730" y="45700"/>
                  </a:lnTo>
                  <a:lnTo>
                    <a:pt x="41230" y="45633"/>
                  </a:lnTo>
                  <a:lnTo>
                    <a:pt x="41764" y="45667"/>
                  </a:lnTo>
                  <a:lnTo>
                    <a:pt x="42297" y="45633"/>
                  </a:lnTo>
                  <a:lnTo>
                    <a:pt x="42798" y="45767"/>
                  </a:lnTo>
                  <a:lnTo>
                    <a:pt x="43265" y="45633"/>
                  </a:lnTo>
                  <a:lnTo>
                    <a:pt x="43732" y="45366"/>
                  </a:lnTo>
                  <a:lnTo>
                    <a:pt x="44232" y="45366"/>
                  </a:lnTo>
                  <a:lnTo>
                    <a:pt x="44732" y="45466"/>
                  </a:lnTo>
                  <a:lnTo>
                    <a:pt x="45199" y="45166"/>
                  </a:lnTo>
                  <a:lnTo>
                    <a:pt x="45733" y="45366"/>
                  </a:lnTo>
                  <a:lnTo>
                    <a:pt x="46300" y="45200"/>
                  </a:lnTo>
                  <a:lnTo>
                    <a:pt x="46734" y="45667"/>
                  </a:lnTo>
                  <a:lnTo>
                    <a:pt x="47301" y="45433"/>
                  </a:lnTo>
                  <a:lnTo>
                    <a:pt x="47801" y="45700"/>
                  </a:lnTo>
                  <a:lnTo>
                    <a:pt x="48368" y="45566"/>
                  </a:lnTo>
                  <a:lnTo>
                    <a:pt x="48869" y="45833"/>
                  </a:lnTo>
                  <a:lnTo>
                    <a:pt x="49402" y="46000"/>
                  </a:lnTo>
                  <a:lnTo>
                    <a:pt x="49969" y="45933"/>
                  </a:lnTo>
                  <a:lnTo>
                    <a:pt x="50436" y="46100"/>
                  </a:lnTo>
                  <a:lnTo>
                    <a:pt x="50970" y="45900"/>
                  </a:lnTo>
                  <a:lnTo>
                    <a:pt x="51471" y="46000"/>
                  </a:lnTo>
                  <a:lnTo>
                    <a:pt x="52004" y="46100"/>
                  </a:lnTo>
                  <a:lnTo>
                    <a:pt x="52471" y="45900"/>
                  </a:lnTo>
                  <a:lnTo>
                    <a:pt x="53038" y="46000"/>
                  </a:lnTo>
                  <a:lnTo>
                    <a:pt x="53539" y="45900"/>
                  </a:lnTo>
                  <a:lnTo>
                    <a:pt x="53906" y="45466"/>
                  </a:lnTo>
                  <a:lnTo>
                    <a:pt x="54439" y="45500"/>
                  </a:lnTo>
                  <a:lnTo>
                    <a:pt x="54873" y="45300"/>
                  </a:lnTo>
                  <a:lnTo>
                    <a:pt x="55373" y="45300"/>
                  </a:lnTo>
                  <a:lnTo>
                    <a:pt x="55840" y="45166"/>
                  </a:lnTo>
                  <a:lnTo>
                    <a:pt x="56274" y="44966"/>
                  </a:lnTo>
                  <a:lnTo>
                    <a:pt x="56808" y="45033"/>
                  </a:lnTo>
                  <a:lnTo>
                    <a:pt x="57208" y="44566"/>
                  </a:lnTo>
                  <a:lnTo>
                    <a:pt x="57708" y="44599"/>
                  </a:lnTo>
                  <a:lnTo>
                    <a:pt x="58209" y="44733"/>
                  </a:lnTo>
                  <a:lnTo>
                    <a:pt x="58642" y="44432"/>
                  </a:lnTo>
                  <a:lnTo>
                    <a:pt x="59143" y="44266"/>
                  </a:lnTo>
                  <a:lnTo>
                    <a:pt x="59643" y="44366"/>
                  </a:lnTo>
                  <a:lnTo>
                    <a:pt x="60143" y="44532"/>
                  </a:lnTo>
                  <a:lnTo>
                    <a:pt x="60610" y="44432"/>
                  </a:lnTo>
                  <a:lnTo>
                    <a:pt x="61077" y="44466"/>
                  </a:lnTo>
                  <a:lnTo>
                    <a:pt x="61611" y="44532"/>
                  </a:lnTo>
                  <a:lnTo>
                    <a:pt x="62178" y="44432"/>
                  </a:lnTo>
                  <a:lnTo>
                    <a:pt x="62745" y="44499"/>
                  </a:lnTo>
                  <a:lnTo>
                    <a:pt x="63179" y="44699"/>
                  </a:lnTo>
                  <a:lnTo>
                    <a:pt x="63646" y="44666"/>
                  </a:lnTo>
                  <a:lnTo>
                    <a:pt x="64080" y="44699"/>
                  </a:lnTo>
                  <a:lnTo>
                    <a:pt x="64547" y="44499"/>
                  </a:lnTo>
                  <a:lnTo>
                    <a:pt x="64980" y="44232"/>
                  </a:lnTo>
                  <a:lnTo>
                    <a:pt x="65447" y="44299"/>
                  </a:lnTo>
                  <a:lnTo>
                    <a:pt x="65847" y="44132"/>
                  </a:lnTo>
                  <a:lnTo>
                    <a:pt x="66381" y="44232"/>
                  </a:lnTo>
                  <a:lnTo>
                    <a:pt x="66882" y="44099"/>
                  </a:lnTo>
                  <a:lnTo>
                    <a:pt x="67215" y="43732"/>
                  </a:lnTo>
                  <a:lnTo>
                    <a:pt x="67715" y="43598"/>
                  </a:lnTo>
                  <a:lnTo>
                    <a:pt x="68116" y="43265"/>
                  </a:lnTo>
                  <a:lnTo>
                    <a:pt x="68616" y="43198"/>
                  </a:lnTo>
                  <a:lnTo>
                    <a:pt x="68950" y="42764"/>
                  </a:lnTo>
                  <a:lnTo>
                    <a:pt x="69483" y="42898"/>
                  </a:lnTo>
                  <a:lnTo>
                    <a:pt x="69917" y="42798"/>
                  </a:lnTo>
                  <a:lnTo>
                    <a:pt x="70384" y="42864"/>
                  </a:lnTo>
                  <a:lnTo>
                    <a:pt x="70884" y="42931"/>
                  </a:lnTo>
                  <a:lnTo>
                    <a:pt x="71351" y="42898"/>
                  </a:lnTo>
                  <a:lnTo>
                    <a:pt x="71718" y="42698"/>
                  </a:lnTo>
                  <a:lnTo>
                    <a:pt x="71718" y="934"/>
                  </a:lnTo>
                  <a:lnTo>
                    <a:pt x="71418" y="834"/>
                  </a:lnTo>
                  <a:lnTo>
                    <a:pt x="70918" y="934"/>
                  </a:lnTo>
                  <a:lnTo>
                    <a:pt x="70451" y="1168"/>
                  </a:lnTo>
                  <a:lnTo>
                    <a:pt x="69950" y="1168"/>
                  </a:lnTo>
                  <a:lnTo>
                    <a:pt x="69450" y="1035"/>
                  </a:lnTo>
                  <a:lnTo>
                    <a:pt x="68950" y="1301"/>
                  </a:lnTo>
                  <a:lnTo>
                    <a:pt x="68449" y="1068"/>
                  </a:lnTo>
                  <a:lnTo>
                    <a:pt x="67882" y="1201"/>
                  </a:lnTo>
                  <a:lnTo>
                    <a:pt x="67449" y="734"/>
                  </a:lnTo>
                  <a:lnTo>
                    <a:pt x="66882" y="901"/>
                  </a:lnTo>
                  <a:lnTo>
                    <a:pt x="66381" y="634"/>
                  </a:lnTo>
                  <a:lnTo>
                    <a:pt x="65814" y="734"/>
                  </a:lnTo>
                  <a:lnTo>
                    <a:pt x="65347" y="434"/>
                  </a:lnTo>
                  <a:lnTo>
                    <a:pt x="64847" y="234"/>
                  </a:lnTo>
                  <a:lnTo>
                    <a:pt x="64280" y="267"/>
                  </a:lnTo>
                  <a:lnTo>
                    <a:pt x="63779" y="67"/>
                  </a:lnTo>
                  <a:lnTo>
                    <a:pt x="63246" y="267"/>
                  </a:lnTo>
                  <a:lnTo>
                    <a:pt x="62745" y="134"/>
                  </a:lnTo>
                  <a:lnTo>
                    <a:pt x="62245" y="0"/>
                  </a:lnTo>
                  <a:lnTo>
                    <a:pt x="61745" y="201"/>
                  </a:lnTo>
                  <a:lnTo>
                    <a:pt x="61211" y="34"/>
                  </a:lnTo>
                  <a:lnTo>
                    <a:pt x="60677" y="101"/>
                  </a:lnTo>
                  <a:lnTo>
                    <a:pt x="60310" y="534"/>
                  </a:lnTo>
                  <a:lnTo>
                    <a:pt x="59776" y="467"/>
                  </a:lnTo>
                  <a:lnTo>
                    <a:pt x="59309" y="634"/>
                  </a:lnTo>
                  <a:lnTo>
                    <a:pt x="58809" y="601"/>
                  </a:lnTo>
                  <a:lnTo>
                    <a:pt x="58342" y="701"/>
                  </a:lnTo>
                  <a:lnTo>
                    <a:pt x="57908" y="901"/>
                  </a:lnTo>
                  <a:lnTo>
                    <a:pt x="57375" y="801"/>
                  </a:lnTo>
                  <a:lnTo>
                    <a:pt x="56974" y="1235"/>
                  </a:lnTo>
                  <a:lnTo>
                    <a:pt x="56474" y="1201"/>
                  </a:lnTo>
                  <a:lnTo>
                    <a:pt x="55974" y="1035"/>
                  </a:lnTo>
                  <a:lnTo>
                    <a:pt x="55507" y="1301"/>
                  </a:lnTo>
                  <a:lnTo>
                    <a:pt x="55006" y="1435"/>
                  </a:lnTo>
                  <a:lnTo>
                    <a:pt x="54539" y="1335"/>
                  </a:lnTo>
                  <a:lnTo>
                    <a:pt x="54039" y="1135"/>
                  </a:lnTo>
                  <a:lnTo>
                    <a:pt x="53572" y="1201"/>
                  </a:lnTo>
                  <a:lnTo>
                    <a:pt x="53072" y="1135"/>
                  </a:lnTo>
                  <a:lnTo>
                    <a:pt x="52571" y="1068"/>
                  </a:lnTo>
                  <a:lnTo>
                    <a:pt x="51971" y="1101"/>
                  </a:lnTo>
                  <a:lnTo>
                    <a:pt x="51437" y="1035"/>
                  </a:lnTo>
                  <a:lnTo>
                    <a:pt x="51004" y="801"/>
                  </a:lnTo>
                  <a:lnTo>
                    <a:pt x="50537" y="801"/>
                  </a:lnTo>
                  <a:lnTo>
                    <a:pt x="50103" y="734"/>
                  </a:lnTo>
                  <a:lnTo>
                    <a:pt x="49636" y="901"/>
                  </a:lnTo>
                  <a:lnTo>
                    <a:pt x="49202" y="1168"/>
                  </a:lnTo>
                  <a:lnTo>
                    <a:pt x="48735" y="1068"/>
                  </a:lnTo>
                  <a:lnTo>
                    <a:pt x="48302" y="1235"/>
                  </a:lnTo>
                  <a:lnTo>
                    <a:pt x="47768" y="1068"/>
                  </a:lnTo>
                  <a:lnTo>
                    <a:pt x="47268" y="1168"/>
                  </a:lnTo>
                  <a:lnTo>
                    <a:pt x="46901" y="1535"/>
                  </a:lnTo>
                  <a:lnTo>
                    <a:pt x="46400" y="1635"/>
                  </a:lnTo>
                  <a:lnTo>
                    <a:pt x="46000" y="1935"/>
                  </a:lnTo>
                  <a:lnTo>
                    <a:pt x="45500" y="1969"/>
                  </a:lnTo>
                  <a:lnTo>
                    <a:pt x="45133" y="2436"/>
                  </a:lnTo>
                  <a:lnTo>
                    <a:pt x="44632" y="2269"/>
                  </a:lnTo>
                  <a:lnTo>
                    <a:pt x="44165" y="2302"/>
                  </a:lnTo>
                  <a:lnTo>
                    <a:pt x="43698" y="2235"/>
                  </a:lnTo>
                  <a:lnTo>
                    <a:pt x="43231" y="2169"/>
                  </a:lnTo>
                  <a:lnTo>
                    <a:pt x="42764" y="2169"/>
                  </a:lnTo>
                  <a:lnTo>
                    <a:pt x="42264" y="2369"/>
                  </a:lnTo>
                  <a:lnTo>
                    <a:pt x="41730" y="2202"/>
                  </a:lnTo>
                  <a:lnTo>
                    <a:pt x="41230" y="2469"/>
                  </a:lnTo>
                  <a:lnTo>
                    <a:pt x="40730" y="2536"/>
                  </a:lnTo>
                  <a:lnTo>
                    <a:pt x="40229" y="2135"/>
                  </a:lnTo>
                  <a:lnTo>
                    <a:pt x="39729" y="2235"/>
                  </a:lnTo>
                  <a:lnTo>
                    <a:pt x="39228" y="2169"/>
                  </a:lnTo>
                  <a:lnTo>
                    <a:pt x="38695" y="2436"/>
                  </a:lnTo>
                  <a:lnTo>
                    <a:pt x="38194" y="2369"/>
                  </a:lnTo>
                  <a:lnTo>
                    <a:pt x="37694" y="2169"/>
                  </a:lnTo>
                  <a:lnTo>
                    <a:pt x="37194" y="2502"/>
                  </a:lnTo>
                  <a:lnTo>
                    <a:pt x="36693" y="2369"/>
                  </a:lnTo>
                  <a:lnTo>
                    <a:pt x="36160" y="2335"/>
                  </a:lnTo>
                  <a:lnTo>
                    <a:pt x="35659" y="2502"/>
                  </a:lnTo>
                  <a:lnTo>
                    <a:pt x="35159" y="2202"/>
                  </a:lnTo>
                  <a:lnTo>
                    <a:pt x="34625" y="2335"/>
                  </a:lnTo>
                  <a:lnTo>
                    <a:pt x="34125" y="2436"/>
                  </a:lnTo>
                  <a:lnTo>
                    <a:pt x="33591" y="2202"/>
                  </a:lnTo>
                  <a:lnTo>
                    <a:pt x="33091" y="2569"/>
                  </a:lnTo>
                  <a:lnTo>
                    <a:pt x="32590" y="2436"/>
                  </a:lnTo>
                  <a:lnTo>
                    <a:pt x="32057" y="2469"/>
                  </a:lnTo>
                  <a:lnTo>
                    <a:pt x="31556" y="2536"/>
                  </a:lnTo>
                  <a:lnTo>
                    <a:pt x="31056" y="2269"/>
                  </a:lnTo>
                  <a:lnTo>
                    <a:pt x="30522" y="2569"/>
                  </a:lnTo>
                  <a:lnTo>
                    <a:pt x="30022" y="2369"/>
                  </a:lnTo>
                  <a:lnTo>
                    <a:pt x="29522" y="2502"/>
                  </a:lnTo>
                  <a:lnTo>
                    <a:pt x="28988" y="2569"/>
                  </a:lnTo>
                  <a:lnTo>
                    <a:pt x="28487" y="2569"/>
                  </a:lnTo>
                  <a:lnTo>
                    <a:pt x="27987" y="2736"/>
                  </a:lnTo>
                  <a:lnTo>
                    <a:pt x="27487" y="2636"/>
                  </a:lnTo>
                  <a:lnTo>
                    <a:pt x="26986" y="2869"/>
                  </a:lnTo>
                  <a:lnTo>
                    <a:pt x="26453" y="2736"/>
                  </a:lnTo>
                  <a:lnTo>
                    <a:pt x="26019" y="3103"/>
                  </a:lnTo>
                  <a:lnTo>
                    <a:pt x="25452" y="3003"/>
                  </a:lnTo>
                  <a:lnTo>
                    <a:pt x="24952" y="3036"/>
                  </a:lnTo>
                  <a:lnTo>
                    <a:pt x="24418" y="3003"/>
                  </a:lnTo>
                  <a:lnTo>
                    <a:pt x="23984" y="3370"/>
                  </a:lnTo>
                  <a:lnTo>
                    <a:pt x="23417" y="3370"/>
                  </a:lnTo>
                  <a:lnTo>
                    <a:pt x="22850" y="3470"/>
                  </a:lnTo>
                  <a:lnTo>
                    <a:pt x="22350" y="3703"/>
                  </a:lnTo>
                  <a:lnTo>
                    <a:pt x="21849" y="3970"/>
                  </a:lnTo>
                  <a:lnTo>
                    <a:pt x="21349" y="3803"/>
                  </a:lnTo>
                  <a:lnTo>
                    <a:pt x="20882" y="4003"/>
                  </a:lnTo>
                  <a:lnTo>
                    <a:pt x="20415" y="3903"/>
                  </a:lnTo>
                  <a:lnTo>
                    <a:pt x="19948" y="3903"/>
                  </a:lnTo>
                  <a:lnTo>
                    <a:pt x="19414" y="3937"/>
                  </a:lnTo>
                  <a:lnTo>
                    <a:pt x="18914" y="3770"/>
                  </a:lnTo>
                  <a:lnTo>
                    <a:pt x="18414" y="3970"/>
                  </a:lnTo>
                  <a:lnTo>
                    <a:pt x="17913" y="3703"/>
                  </a:lnTo>
                  <a:lnTo>
                    <a:pt x="17413" y="3736"/>
                  </a:lnTo>
                  <a:lnTo>
                    <a:pt x="16879" y="3970"/>
                  </a:lnTo>
                  <a:lnTo>
                    <a:pt x="16412" y="3670"/>
                  </a:lnTo>
                  <a:lnTo>
                    <a:pt x="15878" y="3837"/>
                  </a:lnTo>
                  <a:lnTo>
                    <a:pt x="15411" y="3670"/>
                  </a:lnTo>
                  <a:lnTo>
                    <a:pt x="14878" y="3803"/>
                  </a:lnTo>
                  <a:lnTo>
                    <a:pt x="14411" y="3636"/>
                  </a:lnTo>
                  <a:lnTo>
                    <a:pt x="13910" y="3536"/>
                  </a:lnTo>
                  <a:lnTo>
                    <a:pt x="13510" y="3169"/>
                  </a:lnTo>
                  <a:lnTo>
                    <a:pt x="13010" y="3036"/>
                  </a:lnTo>
                  <a:lnTo>
                    <a:pt x="12476" y="3169"/>
                  </a:lnTo>
                  <a:lnTo>
                    <a:pt x="12009" y="2903"/>
                  </a:lnTo>
                  <a:lnTo>
                    <a:pt x="11475" y="2836"/>
                  </a:lnTo>
                  <a:lnTo>
                    <a:pt x="10908" y="3069"/>
                  </a:lnTo>
                  <a:lnTo>
                    <a:pt x="10441" y="2702"/>
                  </a:lnTo>
                  <a:lnTo>
                    <a:pt x="9941" y="2702"/>
                  </a:lnTo>
                  <a:lnTo>
                    <a:pt x="9374" y="2736"/>
                  </a:lnTo>
                  <a:lnTo>
                    <a:pt x="8840" y="2702"/>
                  </a:lnTo>
                  <a:lnTo>
                    <a:pt x="8273" y="2669"/>
                  </a:lnTo>
                  <a:lnTo>
                    <a:pt x="7773" y="2369"/>
                  </a:lnTo>
                  <a:lnTo>
                    <a:pt x="7239" y="2736"/>
                  </a:lnTo>
                  <a:lnTo>
                    <a:pt x="6739" y="2736"/>
                  </a:lnTo>
                  <a:lnTo>
                    <a:pt x="6205" y="2436"/>
                  </a:lnTo>
                  <a:lnTo>
                    <a:pt x="5738" y="2802"/>
                  </a:lnTo>
                  <a:lnTo>
                    <a:pt x="5137" y="2602"/>
                  </a:lnTo>
                  <a:lnTo>
                    <a:pt x="4804" y="3136"/>
                  </a:lnTo>
                  <a:lnTo>
                    <a:pt x="4270" y="3069"/>
                  </a:lnTo>
                  <a:lnTo>
                    <a:pt x="3870" y="3370"/>
                  </a:lnTo>
                  <a:lnTo>
                    <a:pt x="3403" y="3536"/>
                  </a:lnTo>
                  <a:lnTo>
                    <a:pt x="2936" y="3636"/>
                  </a:lnTo>
                  <a:lnTo>
                    <a:pt x="2469" y="3770"/>
                  </a:lnTo>
                  <a:lnTo>
                    <a:pt x="1935" y="3670"/>
                  </a:lnTo>
                  <a:lnTo>
                    <a:pt x="1535" y="4103"/>
                  </a:lnTo>
                  <a:lnTo>
                    <a:pt x="1001" y="3903"/>
                  </a:lnTo>
                  <a:lnTo>
                    <a:pt x="568" y="4137"/>
                  </a:lnTo>
                  <a:lnTo>
                    <a:pt x="67" y="4137"/>
                  </a:lnTo>
                  <a:lnTo>
                    <a:pt x="0" y="4170"/>
                  </a:lnTo>
                  <a:lnTo>
                    <a:pt x="0" y="46967"/>
                  </a:lnTo>
                  <a:lnTo>
                    <a:pt x="201" y="46867"/>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 name="Google Shape;867;p32">
              <a:extLst>
                <a:ext uri="{FF2B5EF4-FFF2-40B4-BE49-F238E27FC236}">
                  <a16:creationId xmlns:a16="http://schemas.microsoft.com/office/drawing/2014/main" id="{51A0D472-7E3D-3ADA-F511-3D769D0BB996}"/>
                </a:ext>
              </a:extLst>
            </p:cNvPr>
            <p:cNvSpPr/>
            <p:nvPr/>
          </p:nvSpPr>
          <p:spPr>
            <a:xfrm>
              <a:off x="6268229" y="2761728"/>
              <a:ext cx="2821246" cy="212619"/>
            </a:xfrm>
            <a:custGeom>
              <a:avLst/>
              <a:gdLst/>
              <a:ahLst/>
              <a:cxnLst/>
              <a:rect l="l" t="t" r="r" b="b"/>
              <a:pathLst>
                <a:path w="71719" h="5405" extrusionOk="0">
                  <a:moveTo>
                    <a:pt x="2102" y="4871"/>
                  </a:moveTo>
                  <a:lnTo>
                    <a:pt x="2569" y="4871"/>
                  </a:lnTo>
                  <a:lnTo>
                    <a:pt x="3103" y="4837"/>
                  </a:lnTo>
                  <a:lnTo>
                    <a:pt x="3670" y="4971"/>
                  </a:lnTo>
                  <a:lnTo>
                    <a:pt x="4170" y="4837"/>
                  </a:lnTo>
                  <a:lnTo>
                    <a:pt x="4704" y="4771"/>
                  </a:lnTo>
                  <a:lnTo>
                    <a:pt x="5238" y="4671"/>
                  </a:lnTo>
                  <a:lnTo>
                    <a:pt x="5771" y="4804"/>
                  </a:lnTo>
                  <a:lnTo>
                    <a:pt x="6272" y="4804"/>
                  </a:lnTo>
                  <a:lnTo>
                    <a:pt x="6805" y="4937"/>
                  </a:lnTo>
                  <a:lnTo>
                    <a:pt x="7306" y="4904"/>
                  </a:lnTo>
                  <a:lnTo>
                    <a:pt x="7773" y="4671"/>
                  </a:lnTo>
                  <a:lnTo>
                    <a:pt x="8273" y="4871"/>
                  </a:lnTo>
                  <a:lnTo>
                    <a:pt x="8773" y="4871"/>
                  </a:lnTo>
                  <a:lnTo>
                    <a:pt x="9240" y="4637"/>
                  </a:lnTo>
                  <a:lnTo>
                    <a:pt x="9741" y="4871"/>
                  </a:lnTo>
                  <a:lnTo>
                    <a:pt x="10241" y="4837"/>
                  </a:lnTo>
                  <a:lnTo>
                    <a:pt x="10675" y="4537"/>
                  </a:lnTo>
                  <a:lnTo>
                    <a:pt x="11175" y="4571"/>
                  </a:lnTo>
                  <a:lnTo>
                    <a:pt x="11642" y="4337"/>
                  </a:lnTo>
                  <a:lnTo>
                    <a:pt x="12142" y="4404"/>
                  </a:lnTo>
                  <a:lnTo>
                    <a:pt x="12609" y="4304"/>
                  </a:lnTo>
                  <a:lnTo>
                    <a:pt x="13110" y="4470"/>
                  </a:lnTo>
                  <a:lnTo>
                    <a:pt x="13610" y="4370"/>
                  </a:lnTo>
                  <a:lnTo>
                    <a:pt x="14111" y="4437"/>
                  </a:lnTo>
                  <a:lnTo>
                    <a:pt x="14578" y="4270"/>
                  </a:lnTo>
                  <a:lnTo>
                    <a:pt x="15078" y="4337"/>
                  </a:lnTo>
                  <a:lnTo>
                    <a:pt x="15578" y="4370"/>
                  </a:lnTo>
                  <a:lnTo>
                    <a:pt x="16045" y="4304"/>
                  </a:lnTo>
                  <a:lnTo>
                    <a:pt x="16512" y="4003"/>
                  </a:lnTo>
                  <a:lnTo>
                    <a:pt x="17013" y="4070"/>
                  </a:lnTo>
                  <a:lnTo>
                    <a:pt x="17480" y="4137"/>
                  </a:lnTo>
                  <a:lnTo>
                    <a:pt x="17980" y="4070"/>
                  </a:lnTo>
                  <a:lnTo>
                    <a:pt x="18447" y="3870"/>
                  </a:lnTo>
                  <a:lnTo>
                    <a:pt x="18914" y="4037"/>
                  </a:lnTo>
                  <a:lnTo>
                    <a:pt x="19448" y="3837"/>
                  </a:lnTo>
                  <a:lnTo>
                    <a:pt x="19881" y="4070"/>
                  </a:lnTo>
                  <a:lnTo>
                    <a:pt x="20382" y="4270"/>
                  </a:lnTo>
                  <a:lnTo>
                    <a:pt x="20849" y="4337"/>
                  </a:lnTo>
                  <a:lnTo>
                    <a:pt x="21382" y="4170"/>
                  </a:lnTo>
                  <a:lnTo>
                    <a:pt x="21849" y="4437"/>
                  </a:lnTo>
                  <a:lnTo>
                    <a:pt x="22316" y="4604"/>
                  </a:lnTo>
                  <a:lnTo>
                    <a:pt x="22817" y="4604"/>
                  </a:lnTo>
                  <a:lnTo>
                    <a:pt x="23284" y="4871"/>
                  </a:lnTo>
                  <a:lnTo>
                    <a:pt x="23684" y="5004"/>
                  </a:lnTo>
                  <a:lnTo>
                    <a:pt x="24118" y="4804"/>
                  </a:lnTo>
                  <a:lnTo>
                    <a:pt x="24551" y="5104"/>
                  </a:lnTo>
                  <a:lnTo>
                    <a:pt x="25018" y="5071"/>
                  </a:lnTo>
                  <a:lnTo>
                    <a:pt x="25452" y="4704"/>
                  </a:lnTo>
                  <a:lnTo>
                    <a:pt x="25952" y="4937"/>
                  </a:lnTo>
                  <a:lnTo>
                    <a:pt x="26453" y="5038"/>
                  </a:lnTo>
                  <a:lnTo>
                    <a:pt x="26920" y="4937"/>
                  </a:lnTo>
                  <a:lnTo>
                    <a:pt x="27353" y="4604"/>
                  </a:lnTo>
                  <a:lnTo>
                    <a:pt x="27887" y="4904"/>
                  </a:lnTo>
                  <a:lnTo>
                    <a:pt x="28387" y="4771"/>
                  </a:lnTo>
                  <a:lnTo>
                    <a:pt x="28888" y="4771"/>
                  </a:lnTo>
                  <a:lnTo>
                    <a:pt x="29355" y="4571"/>
                  </a:lnTo>
                  <a:lnTo>
                    <a:pt x="29855" y="4437"/>
                  </a:lnTo>
                  <a:lnTo>
                    <a:pt x="30322" y="4437"/>
                  </a:lnTo>
                  <a:lnTo>
                    <a:pt x="30856" y="4537"/>
                  </a:lnTo>
                  <a:lnTo>
                    <a:pt x="31323" y="4404"/>
                  </a:lnTo>
                  <a:lnTo>
                    <a:pt x="31823" y="4404"/>
                  </a:lnTo>
                  <a:lnTo>
                    <a:pt x="32324" y="4437"/>
                  </a:lnTo>
                  <a:lnTo>
                    <a:pt x="32824" y="4504"/>
                  </a:lnTo>
                  <a:lnTo>
                    <a:pt x="33324" y="4437"/>
                  </a:lnTo>
                  <a:lnTo>
                    <a:pt x="33791" y="4270"/>
                  </a:lnTo>
                  <a:lnTo>
                    <a:pt x="34292" y="4204"/>
                  </a:lnTo>
                  <a:lnTo>
                    <a:pt x="34792" y="4304"/>
                  </a:lnTo>
                  <a:lnTo>
                    <a:pt x="35292" y="4170"/>
                  </a:lnTo>
                  <a:lnTo>
                    <a:pt x="35793" y="4037"/>
                  </a:lnTo>
                  <a:lnTo>
                    <a:pt x="36260" y="3937"/>
                  </a:lnTo>
                  <a:lnTo>
                    <a:pt x="36760" y="4070"/>
                  </a:lnTo>
                  <a:lnTo>
                    <a:pt x="37227" y="3937"/>
                  </a:lnTo>
                  <a:lnTo>
                    <a:pt x="37727" y="3970"/>
                  </a:lnTo>
                  <a:lnTo>
                    <a:pt x="38194" y="3703"/>
                  </a:lnTo>
                  <a:lnTo>
                    <a:pt x="38661" y="3703"/>
                  </a:lnTo>
                  <a:lnTo>
                    <a:pt x="39162" y="3837"/>
                  </a:lnTo>
                  <a:lnTo>
                    <a:pt x="39662" y="4137"/>
                  </a:lnTo>
                  <a:lnTo>
                    <a:pt x="40196" y="3937"/>
                  </a:lnTo>
                  <a:lnTo>
                    <a:pt x="40730" y="4137"/>
                  </a:lnTo>
                  <a:lnTo>
                    <a:pt x="41230" y="4070"/>
                  </a:lnTo>
                  <a:lnTo>
                    <a:pt x="41764" y="4104"/>
                  </a:lnTo>
                  <a:lnTo>
                    <a:pt x="42297" y="4070"/>
                  </a:lnTo>
                  <a:lnTo>
                    <a:pt x="42798" y="4204"/>
                  </a:lnTo>
                  <a:lnTo>
                    <a:pt x="43265" y="4070"/>
                  </a:lnTo>
                  <a:lnTo>
                    <a:pt x="43732" y="3803"/>
                  </a:lnTo>
                  <a:lnTo>
                    <a:pt x="44232" y="3803"/>
                  </a:lnTo>
                  <a:lnTo>
                    <a:pt x="44732" y="3903"/>
                  </a:lnTo>
                  <a:lnTo>
                    <a:pt x="45199" y="3603"/>
                  </a:lnTo>
                  <a:lnTo>
                    <a:pt x="45733" y="3803"/>
                  </a:lnTo>
                  <a:lnTo>
                    <a:pt x="46300" y="3637"/>
                  </a:lnTo>
                  <a:lnTo>
                    <a:pt x="46734" y="4104"/>
                  </a:lnTo>
                  <a:lnTo>
                    <a:pt x="47301" y="3870"/>
                  </a:lnTo>
                  <a:lnTo>
                    <a:pt x="47801" y="4137"/>
                  </a:lnTo>
                  <a:lnTo>
                    <a:pt x="48368" y="4003"/>
                  </a:lnTo>
                  <a:lnTo>
                    <a:pt x="48869" y="4270"/>
                  </a:lnTo>
                  <a:lnTo>
                    <a:pt x="49402" y="4437"/>
                  </a:lnTo>
                  <a:lnTo>
                    <a:pt x="49969" y="4370"/>
                  </a:lnTo>
                  <a:lnTo>
                    <a:pt x="50436" y="4537"/>
                  </a:lnTo>
                  <a:lnTo>
                    <a:pt x="50970" y="4337"/>
                  </a:lnTo>
                  <a:lnTo>
                    <a:pt x="51471" y="4437"/>
                  </a:lnTo>
                  <a:lnTo>
                    <a:pt x="52004" y="4537"/>
                  </a:lnTo>
                  <a:lnTo>
                    <a:pt x="52471" y="4337"/>
                  </a:lnTo>
                  <a:lnTo>
                    <a:pt x="53038" y="4437"/>
                  </a:lnTo>
                  <a:lnTo>
                    <a:pt x="53539" y="4337"/>
                  </a:lnTo>
                  <a:lnTo>
                    <a:pt x="53906" y="3903"/>
                  </a:lnTo>
                  <a:lnTo>
                    <a:pt x="54439" y="3937"/>
                  </a:lnTo>
                  <a:lnTo>
                    <a:pt x="54873" y="3737"/>
                  </a:lnTo>
                  <a:lnTo>
                    <a:pt x="55373" y="3737"/>
                  </a:lnTo>
                  <a:lnTo>
                    <a:pt x="55840" y="3603"/>
                  </a:lnTo>
                  <a:lnTo>
                    <a:pt x="56274" y="3403"/>
                  </a:lnTo>
                  <a:lnTo>
                    <a:pt x="56808" y="3470"/>
                  </a:lnTo>
                  <a:lnTo>
                    <a:pt x="57208" y="3003"/>
                  </a:lnTo>
                  <a:lnTo>
                    <a:pt x="57708" y="3036"/>
                  </a:lnTo>
                  <a:lnTo>
                    <a:pt x="58209" y="3170"/>
                  </a:lnTo>
                  <a:lnTo>
                    <a:pt x="58642" y="2869"/>
                  </a:lnTo>
                  <a:lnTo>
                    <a:pt x="59143" y="2703"/>
                  </a:lnTo>
                  <a:lnTo>
                    <a:pt x="59643" y="2803"/>
                  </a:lnTo>
                  <a:lnTo>
                    <a:pt x="60143" y="2969"/>
                  </a:lnTo>
                  <a:lnTo>
                    <a:pt x="60610" y="2869"/>
                  </a:lnTo>
                  <a:lnTo>
                    <a:pt x="61077" y="2903"/>
                  </a:lnTo>
                  <a:lnTo>
                    <a:pt x="61611" y="2969"/>
                  </a:lnTo>
                  <a:lnTo>
                    <a:pt x="62178" y="2869"/>
                  </a:lnTo>
                  <a:lnTo>
                    <a:pt x="62745" y="2936"/>
                  </a:lnTo>
                  <a:lnTo>
                    <a:pt x="63179" y="3136"/>
                  </a:lnTo>
                  <a:lnTo>
                    <a:pt x="63646" y="3103"/>
                  </a:lnTo>
                  <a:lnTo>
                    <a:pt x="64080" y="3136"/>
                  </a:lnTo>
                  <a:lnTo>
                    <a:pt x="64547" y="2936"/>
                  </a:lnTo>
                  <a:lnTo>
                    <a:pt x="64980" y="2669"/>
                  </a:lnTo>
                  <a:lnTo>
                    <a:pt x="65447" y="2736"/>
                  </a:lnTo>
                  <a:lnTo>
                    <a:pt x="65847" y="2569"/>
                  </a:lnTo>
                  <a:lnTo>
                    <a:pt x="66381" y="2669"/>
                  </a:lnTo>
                  <a:lnTo>
                    <a:pt x="66882" y="2536"/>
                  </a:lnTo>
                  <a:lnTo>
                    <a:pt x="67215" y="2169"/>
                  </a:lnTo>
                  <a:lnTo>
                    <a:pt x="67715" y="2035"/>
                  </a:lnTo>
                  <a:lnTo>
                    <a:pt x="68116" y="1702"/>
                  </a:lnTo>
                  <a:lnTo>
                    <a:pt x="68616" y="1635"/>
                  </a:lnTo>
                  <a:lnTo>
                    <a:pt x="68950" y="1201"/>
                  </a:lnTo>
                  <a:lnTo>
                    <a:pt x="69483" y="1335"/>
                  </a:lnTo>
                  <a:lnTo>
                    <a:pt x="69917" y="1235"/>
                  </a:lnTo>
                  <a:lnTo>
                    <a:pt x="70384" y="1301"/>
                  </a:lnTo>
                  <a:lnTo>
                    <a:pt x="70884" y="1368"/>
                  </a:lnTo>
                  <a:lnTo>
                    <a:pt x="71351" y="1335"/>
                  </a:lnTo>
                  <a:lnTo>
                    <a:pt x="71718" y="1135"/>
                  </a:lnTo>
                  <a:lnTo>
                    <a:pt x="71718" y="167"/>
                  </a:lnTo>
                  <a:lnTo>
                    <a:pt x="71718" y="167"/>
                  </a:lnTo>
                  <a:lnTo>
                    <a:pt x="71218" y="101"/>
                  </a:lnTo>
                  <a:lnTo>
                    <a:pt x="70751" y="67"/>
                  </a:lnTo>
                  <a:lnTo>
                    <a:pt x="70317" y="134"/>
                  </a:lnTo>
                  <a:lnTo>
                    <a:pt x="69784" y="1"/>
                  </a:lnTo>
                  <a:lnTo>
                    <a:pt x="69450" y="468"/>
                  </a:lnTo>
                  <a:lnTo>
                    <a:pt x="68950" y="534"/>
                  </a:lnTo>
                  <a:lnTo>
                    <a:pt x="68549" y="834"/>
                  </a:lnTo>
                  <a:lnTo>
                    <a:pt x="68049" y="968"/>
                  </a:lnTo>
                  <a:lnTo>
                    <a:pt x="67715" y="1368"/>
                  </a:lnTo>
                  <a:lnTo>
                    <a:pt x="67215" y="1502"/>
                  </a:lnTo>
                  <a:lnTo>
                    <a:pt x="66681" y="1368"/>
                  </a:lnTo>
                  <a:lnTo>
                    <a:pt x="66281" y="1535"/>
                  </a:lnTo>
                  <a:lnTo>
                    <a:pt x="65814" y="1502"/>
                  </a:lnTo>
                  <a:lnTo>
                    <a:pt x="65380" y="1768"/>
                  </a:lnTo>
                  <a:lnTo>
                    <a:pt x="64913" y="1969"/>
                  </a:lnTo>
                  <a:lnTo>
                    <a:pt x="64480" y="1935"/>
                  </a:lnTo>
                  <a:lnTo>
                    <a:pt x="64013" y="1969"/>
                  </a:lnTo>
                  <a:lnTo>
                    <a:pt x="63579" y="1768"/>
                  </a:lnTo>
                  <a:lnTo>
                    <a:pt x="63012" y="1735"/>
                  </a:lnTo>
                  <a:lnTo>
                    <a:pt x="62445" y="1802"/>
                  </a:lnTo>
                  <a:lnTo>
                    <a:pt x="61945" y="1735"/>
                  </a:lnTo>
                  <a:lnTo>
                    <a:pt x="61444" y="1702"/>
                  </a:lnTo>
                  <a:lnTo>
                    <a:pt x="60977" y="1802"/>
                  </a:lnTo>
                  <a:lnTo>
                    <a:pt x="60477" y="1635"/>
                  </a:lnTo>
                  <a:lnTo>
                    <a:pt x="59977" y="1568"/>
                  </a:lnTo>
                  <a:lnTo>
                    <a:pt x="59510" y="1702"/>
                  </a:lnTo>
                  <a:lnTo>
                    <a:pt x="59043" y="2002"/>
                  </a:lnTo>
                  <a:lnTo>
                    <a:pt x="58542" y="1869"/>
                  </a:lnTo>
                  <a:lnTo>
                    <a:pt x="58042" y="1869"/>
                  </a:lnTo>
                  <a:lnTo>
                    <a:pt x="57642" y="2336"/>
                  </a:lnTo>
                  <a:lnTo>
                    <a:pt x="57141" y="2269"/>
                  </a:lnTo>
                  <a:lnTo>
                    <a:pt x="56674" y="2469"/>
                  </a:lnTo>
                  <a:lnTo>
                    <a:pt x="56241" y="2602"/>
                  </a:lnTo>
                  <a:lnTo>
                    <a:pt x="55707" y="2602"/>
                  </a:lnTo>
                  <a:lnTo>
                    <a:pt x="55273" y="2803"/>
                  </a:lnTo>
                  <a:lnTo>
                    <a:pt x="54740" y="2803"/>
                  </a:lnTo>
                  <a:lnTo>
                    <a:pt x="54406" y="3203"/>
                  </a:lnTo>
                  <a:lnTo>
                    <a:pt x="53872" y="3303"/>
                  </a:lnTo>
                  <a:lnTo>
                    <a:pt x="53339" y="3203"/>
                  </a:lnTo>
                  <a:lnTo>
                    <a:pt x="52838" y="3436"/>
                  </a:lnTo>
                  <a:lnTo>
                    <a:pt x="52338" y="3303"/>
                  </a:lnTo>
                  <a:lnTo>
                    <a:pt x="51837" y="3236"/>
                  </a:lnTo>
                  <a:lnTo>
                    <a:pt x="51304" y="3436"/>
                  </a:lnTo>
                  <a:lnTo>
                    <a:pt x="50803" y="3270"/>
                  </a:lnTo>
                  <a:lnTo>
                    <a:pt x="50236" y="3336"/>
                  </a:lnTo>
                  <a:lnTo>
                    <a:pt x="49736" y="3170"/>
                  </a:lnTo>
                  <a:lnTo>
                    <a:pt x="49236" y="2869"/>
                  </a:lnTo>
                  <a:lnTo>
                    <a:pt x="48669" y="3036"/>
                  </a:lnTo>
                  <a:lnTo>
                    <a:pt x="48135" y="2769"/>
                  </a:lnTo>
                  <a:lnTo>
                    <a:pt x="47601" y="3003"/>
                  </a:lnTo>
                  <a:lnTo>
                    <a:pt x="47134" y="2569"/>
                  </a:lnTo>
                  <a:lnTo>
                    <a:pt x="46600" y="2703"/>
                  </a:lnTo>
                  <a:lnTo>
                    <a:pt x="46067" y="2502"/>
                  </a:lnTo>
                  <a:lnTo>
                    <a:pt x="45566" y="2803"/>
                  </a:lnTo>
                  <a:lnTo>
                    <a:pt x="45066" y="2703"/>
                  </a:lnTo>
                  <a:lnTo>
                    <a:pt x="44599" y="2736"/>
                  </a:lnTo>
                  <a:lnTo>
                    <a:pt x="44132" y="2969"/>
                  </a:lnTo>
                  <a:lnTo>
                    <a:pt x="43632" y="3136"/>
                  </a:lnTo>
                  <a:lnTo>
                    <a:pt x="43131" y="3003"/>
                  </a:lnTo>
                  <a:lnTo>
                    <a:pt x="42598" y="3036"/>
                  </a:lnTo>
                  <a:lnTo>
                    <a:pt x="42097" y="3003"/>
                  </a:lnTo>
                  <a:lnTo>
                    <a:pt x="41563" y="3036"/>
                  </a:lnTo>
                  <a:lnTo>
                    <a:pt x="41030" y="2869"/>
                  </a:lnTo>
                  <a:lnTo>
                    <a:pt x="40496" y="3069"/>
                  </a:lnTo>
                  <a:lnTo>
                    <a:pt x="39996" y="2769"/>
                  </a:lnTo>
                  <a:lnTo>
                    <a:pt x="39529" y="2636"/>
                  </a:lnTo>
                  <a:lnTo>
                    <a:pt x="39028" y="2636"/>
                  </a:lnTo>
                  <a:lnTo>
                    <a:pt x="38561" y="2903"/>
                  </a:lnTo>
                  <a:lnTo>
                    <a:pt x="38061" y="2903"/>
                  </a:lnTo>
                  <a:lnTo>
                    <a:pt x="37594" y="3003"/>
                  </a:lnTo>
                  <a:lnTo>
                    <a:pt x="37094" y="2903"/>
                  </a:lnTo>
                  <a:lnTo>
                    <a:pt x="36627" y="3003"/>
                  </a:lnTo>
                  <a:lnTo>
                    <a:pt x="36126" y="3136"/>
                  </a:lnTo>
                  <a:lnTo>
                    <a:pt x="35659" y="3236"/>
                  </a:lnTo>
                  <a:lnTo>
                    <a:pt x="35159" y="3136"/>
                  </a:lnTo>
                  <a:lnTo>
                    <a:pt x="34659" y="3203"/>
                  </a:lnTo>
                  <a:lnTo>
                    <a:pt x="34158" y="3403"/>
                  </a:lnTo>
                  <a:lnTo>
                    <a:pt x="33691" y="3436"/>
                  </a:lnTo>
                  <a:lnTo>
                    <a:pt x="33157" y="3403"/>
                  </a:lnTo>
                  <a:lnTo>
                    <a:pt x="32657" y="3370"/>
                  </a:lnTo>
                  <a:lnTo>
                    <a:pt x="32190" y="3370"/>
                  </a:lnTo>
                  <a:lnTo>
                    <a:pt x="31690" y="3503"/>
                  </a:lnTo>
                  <a:lnTo>
                    <a:pt x="31189" y="3403"/>
                  </a:lnTo>
                  <a:lnTo>
                    <a:pt x="30689" y="3403"/>
                  </a:lnTo>
                  <a:lnTo>
                    <a:pt x="30189" y="3536"/>
                  </a:lnTo>
                  <a:lnTo>
                    <a:pt x="29722" y="3737"/>
                  </a:lnTo>
                  <a:lnTo>
                    <a:pt x="29221" y="3770"/>
                  </a:lnTo>
                  <a:lnTo>
                    <a:pt x="28754" y="3903"/>
                  </a:lnTo>
                  <a:lnTo>
                    <a:pt x="28221" y="3603"/>
                  </a:lnTo>
                  <a:lnTo>
                    <a:pt x="27754" y="3903"/>
                  </a:lnTo>
                  <a:lnTo>
                    <a:pt x="27287" y="4003"/>
                  </a:lnTo>
                  <a:lnTo>
                    <a:pt x="26820" y="3937"/>
                  </a:lnTo>
                  <a:lnTo>
                    <a:pt x="26319" y="3703"/>
                  </a:lnTo>
                  <a:lnTo>
                    <a:pt x="25852" y="4070"/>
                  </a:lnTo>
                  <a:lnTo>
                    <a:pt x="25385" y="4104"/>
                  </a:lnTo>
                  <a:lnTo>
                    <a:pt x="24985" y="3803"/>
                  </a:lnTo>
                  <a:lnTo>
                    <a:pt x="24518" y="4003"/>
                  </a:lnTo>
                  <a:lnTo>
                    <a:pt x="24118" y="3870"/>
                  </a:lnTo>
                  <a:lnTo>
                    <a:pt x="23684" y="3603"/>
                  </a:lnTo>
                  <a:lnTo>
                    <a:pt x="23150" y="3603"/>
                  </a:lnTo>
                  <a:lnTo>
                    <a:pt x="22683" y="3436"/>
                  </a:lnTo>
                  <a:lnTo>
                    <a:pt x="22250" y="3170"/>
                  </a:lnTo>
                  <a:lnTo>
                    <a:pt x="21716" y="3336"/>
                  </a:lnTo>
                  <a:lnTo>
                    <a:pt x="21216" y="3270"/>
                  </a:lnTo>
                  <a:lnTo>
                    <a:pt x="20749" y="3069"/>
                  </a:lnTo>
                  <a:lnTo>
                    <a:pt x="20282" y="2869"/>
                  </a:lnTo>
                  <a:lnTo>
                    <a:pt x="19781" y="3036"/>
                  </a:lnTo>
                  <a:lnTo>
                    <a:pt x="19281" y="2869"/>
                  </a:lnTo>
                  <a:lnTo>
                    <a:pt x="18814" y="3103"/>
                  </a:lnTo>
                  <a:lnTo>
                    <a:pt x="18347" y="3170"/>
                  </a:lnTo>
                  <a:lnTo>
                    <a:pt x="17847" y="3069"/>
                  </a:lnTo>
                  <a:lnTo>
                    <a:pt x="17346" y="3036"/>
                  </a:lnTo>
                  <a:lnTo>
                    <a:pt x="16913" y="3336"/>
                  </a:lnTo>
                  <a:lnTo>
                    <a:pt x="16412" y="3403"/>
                  </a:lnTo>
                  <a:lnTo>
                    <a:pt x="15912" y="3370"/>
                  </a:lnTo>
                  <a:lnTo>
                    <a:pt x="15411" y="3303"/>
                  </a:lnTo>
                  <a:lnTo>
                    <a:pt x="14944" y="3470"/>
                  </a:lnTo>
                  <a:lnTo>
                    <a:pt x="14444" y="3403"/>
                  </a:lnTo>
                  <a:lnTo>
                    <a:pt x="13977" y="3503"/>
                  </a:lnTo>
                  <a:lnTo>
                    <a:pt x="13477" y="3336"/>
                  </a:lnTo>
                  <a:lnTo>
                    <a:pt x="12976" y="3436"/>
                  </a:lnTo>
                  <a:lnTo>
                    <a:pt x="12476" y="3370"/>
                  </a:lnTo>
                  <a:lnTo>
                    <a:pt x="12009" y="3603"/>
                  </a:lnTo>
                  <a:lnTo>
                    <a:pt x="11542" y="3570"/>
                  </a:lnTo>
                  <a:lnTo>
                    <a:pt x="11075" y="3903"/>
                  </a:lnTo>
                  <a:lnTo>
                    <a:pt x="10575" y="3903"/>
                  </a:lnTo>
                  <a:lnTo>
                    <a:pt x="10074" y="3703"/>
                  </a:lnTo>
                  <a:lnTo>
                    <a:pt x="9607" y="3903"/>
                  </a:lnTo>
                  <a:lnTo>
                    <a:pt x="9140" y="3903"/>
                  </a:lnTo>
                  <a:lnTo>
                    <a:pt x="8640" y="3703"/>
                  </a:lnTo>
                  <a:lnTo>
                    <a:pt x="8140" y="3970"/>
                  </a:lnTo>
                  <a:lnTo>
                    <a:pt x="7639" y="4003"/>
                  </a:lnTo>
                  <a:lnTo>
                    <a:pt x="7139" y="3870"/>
                  </a:lnTo>
                  <a:lnTo>
                    <a:pt x="6639" y="3870"/>
                  </a:lnTo>
                  <a:lnTo>
                    <a:pt x="6105" y="3737"/>
                  </a:lnTo>
                  <a:lnTo>
                    <a:pt x="5571" y="3870"/>
                  </a:lnTo>
                  <a:lnTo>
                    <a:pt x="5037" y="3903"/>
                  </a:lnTo>
                  <a:lnTo>
                    <a:pt x="4504" y="4037"/>
                  </a:lnTo>
                  <a:lnTo>
                    <a:pt x="3970" y="3937"/>
                  </a:lnTo>
                  <a:lnTo>
                    <a:pt x="3403" y="3937"/>
                  </a:lnTo>
                  <a:lnTo>
                    <a:pt x="2936" y="3970"/>
                  </a:lnTo>
                  <a:lnTo>
                    <a:pt x="2469" y="4270"/>
                  </a:lnTo>
                  <a:lnTo>
                    <a:pt x="2002" y="4337"/>
                  </a:lnTo>
                  <a:lnTo>
                    <a:pt x="1502" y="4170"/>
                  </a:lnTo>
                  <a:lnTo>
                    <a:pt x="1068" y="4404"/>
                  </a:lnTo>
                  <a:lnTo>
                    <a:pt x="601" y="4604"/>
                  </a:lnTo>
                  <a:lnTo>
                    <a:pt x="134" y="4871"/>
                  </a:lnTo>
                  <a:lnTo>
                    <a:pt x="0" y="4871"/>
                  </a:lnTo>
                  <a:lnTo>
                    <a:pt x="0" y="5404"/>
                  </a:lnTo>
                  <a:lnTo>
                    <a:pt x="201" y="5304"/>
                  </a:lnTo>
                  <a:lnTo>
                    <a:pt x="634" y="5071"/>
                  </a:lnTo>
                  <a:lnTo>
                    <a:pt x="1168" y="5271"/>
                  </a:lnTo>
                  <a:lnTo>
                    <a:pt x="1635" y="517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 name="Google Shape;868;p32">
              <a:extLst>
                <a:ext uri="{FF2B5EF4-FFF2-40B4-BE49-F238E27FC236}">
                  <a16:creationId xmlns:a16="http://schemas.microsoft.com/office/drawing/2014/main" id="{BDDE4B79-BECF-042A-46BB-CB45CB01A2C3}"/>
                </a:ext>
              </a:extLst>
            </p:cNvPr>
            <p:cNvSpPr/>
            <p:nvPr/>
          </p:nvSpPr>
          <p:spPr>
            <a:xfrm>
              <a:off x="6268229" y="1126723"/>
              <a:ext cx="2821246" cy="187679"/>
            </a:xfrm>
            <a:custGeom>
              <a:avLst/>
              <a:gdLst/>
              <a:ahLst/>
              <a:cxnLst/>
              <a:rect l="l" t="t" r="r" b="b"/>
              <a:pathLst>
                <a:path w="71719" h="4771" extrusionOk="0">
                  <a:moveTo>
                    <a:pt x="70918" y="934"/>
                  </a:moveTo>
                  <a:lnTo>
                    <a:pt x="70451" y="1168"/>
                  </a:lnTo>
                  <a:lnTo>
                    <a:pt x="69950" y="1168"/>
                  </a:lnTo>
                  <a:lnTo>
                    <a:pt x="69450" y="1035"/>
                  </a:lnTo>
                  <a:lnTo>
                    <a:pt x="68950" y="1301"/>
                  </a:lnTo>
                  <a:lnTo>
                    <a:pt x="68449" y="1068"/>
                  </a:lnTo>
                  <a:lnTo>
                    <a:pt x="67882" y="1201"/>
                  </a:lnTo>
                  <a:lnTo>
                    <a:pt x="67449" y="734"/>
                  </a:lnTo>
                  <a:lnTo>
                    <a:pt x="66882" y="901"/>
                  </a:lnTo>
                  <a:lnTo>
                    <a:pt x="66381" y="634"/>
                  </a:lnTo>
                  <a:lnTo>
                    <a:pt x="65814" y="734"/>
                  </a:lnTo>
                  <a:lnTo>
                    <a:pt x="65347" y="434"/>
                  </a:lnTo>
                  <a:lnTo>
                    <a:pt x="64847" y="234"/>
                  </a:lnTo>
                  <a:lnTo>
                    <a:pt x="64280" y="267"/>
                  </a:lnTo>
                  <a:lnTo>
                    <a:pt x="63779" y="67"/>
                  </a:lnTo>
                  <a:lnTo>
                    <a:pt x="63246" y="267"/>
                  </a:lnTo>
                  <a:lnTo>
                    <a:pt x="62745" y="134"/>
                  </a:lnTo>
                  <a:lnTo>
                    <a:pt x="62245" y="0"/>
                  </a:lnTo>
                  <a:lnTo>
                    <a:pt x="61745" y="201"/>
                  </a:lnTo>
                  <a:lnTo>
                    <a:pt x="61211" y="34"/>
                  </a:lnTo>
                  <a:lnTo>
                    <a:pt x="60677" y="101"/>
                  </a:lnTo>
                  <a:lnTo>
                    <a:pt x="60310" y="534"/>
                  </a:lnTo>
                  <a:lnTo>
                    <a:pt x="59776" y="467"/>
                  </a:lnTo>
                  <a:lnTo>
                    <a:pt x="59309" y="634"/>
                  </a:lnTo>
                  <a:lnTo>
                    <a:pt x="58809" y="601"/>
                  </a:lnTo>
                  <a:lnTo>
                    <a:pt x="58342" y="701"/>
                  </a:lnTo>
                  <a:lnTo>
                    <a:pt x="57908" y="901"/>
                  </a:lnTo>
                  <a:lnTo>
                    <a:pt x="57375" y="801"/>
                  </a:lnTo>
                  <a:lnTo>
                    <a:pt x="56974" y="1235"/>
                  </a:lnTo>
                  <a:lnTo>
                    <a:pt x="56474" y="1201"/>
                  </a:lnTo>
                  <a:lnTo>
                    <a:pt x="55974" y="1035"/>
                  </a:lnTo>
                  <a:lnTo>
                    <a:pt x="55507" y="1301"/>
                  </a:lnTo>
                  <a:lnTo>
                    <a:pt x="55006" y="1435"/>
                  </a:lnTo>
                  <a:lnTo>
                    <a:pt x="54539" y="1335"/>
                  </a:lnTo>
                  <a:lnTo>
                    <a:pt x="54039" y="1135"/>
                  </a:lnTo>
                  <a:lnTo>
                    <a:pt x="53572" y="1201"/>
                  </a:lnTo>
                  <a:lnTo>
                    <a:pt x="53072" y="1135"/>
                  </a:lnTo>
                  <a:lnTo>
                    <a:pt x="52571" y="1068"/>
                  </a:lnTo>
                  <a:lnTo>
                    <a:pt x="51971" y="1101"/>
                  </a:lnTo>
                  <a:lnTo>
                    <a:pt x="51437" y="1035"/>
                  </a:lnTo>
                  <a:lnTo>
                    <a:pt x="51004" y="801"/>
                  </a:lnTo>
                  <a:lnTo>
                    <a:pt x="50537" y="801"/>
                  </a:lnTo>
                  <a:lnTo>
                    <a:pt x="50103" y="734"/>
                  </a:lnTo>
                  <a:lnTo>
                    <a:pt x="49636" y="901"/>
                  </a:lnTo>
                  <a:lnTo>
                    <a:pt x="49202" y="1168"/>
                  </a:lnTo>
                  <a:lnTo>
                    <a:pt x="48735" y="1068"/>
                  </a:lnTo>
                  <a:lnTo>
                    <a:pt x="48302" y="1235"/>
                  </a:lnTo>
                  <a:lnTo>
                    <a:pt x="47768" y="1068"/>
                  </a:lnTo>
                  <a:lnTo>
                    <a:pt x="47268" y="1168"/>
                  </a:lnTo>
                  <a:lnTo>
                    <a:pt x="46901" y="1535"/>
                  </a:lnTo>
                  <a:lnTo>
                    <a:pt x="46400" y="1635"/>
                  </a:lnTo>
                  <a:lnTo>
                    <a:pt x="46000" y="1935"/>
                  </a:lnTo>
                  <a:lnTo>
                    <a:pt x="45500" y="1969"/>
                  </a:lnTo>
                  <a:lnTo>
                    <a:pt x="45133" y="2436"/>
                  </a:lnTo>
                  <a:lnTo>
                    <a:pt x="44632" y="2269"/>
                  </a:lnTo>
                  <a:lnTo>
                    <a:pt x="44165" y="2302"/>
                  </a:lnTo>
                  <a:lnTo>
                    <a:pt x="43698" y="2235"/>
                  </a:lnTo>
                  <a:lnTo>
                    <a:pt x="43231" y="2169"/>
                  </a:lnTo>
                  <a:lnTo>
                    <a:pt x="42764" y="2169"/>
                  </a:lnTo>
                  <a:lnTo>
                    <a:pt x="42264" y="2369"/>
                  </a:lnTo>
                  <a:lnTo>
                    <a:pt x="41730" y="2202"/>
                  </a:lnTo>
                  <a:lnTo>
                    <a:pt x="41230" y="2469"/>
                  </a:lnTo>
                  <a:lnTo>
                    <a:pt x="40730" y="2536"/>
                  </a:lnTo>
                  <a:lnTo>
                    <a:pt x="40229" y="2135"/>
                  </a:lnTo>
                  <a:lnTo>
                    <a:pt x="39729" y="2235"/>
                  </a:lnTo>
                  <a:lnTo>
                    <a:pt x="39228" y="2169"/>
                  </a:lnTo>
                  <a:lnTo>
                    <a:pt x="38695" y="2436"/>
                  </a:lnTo>
                  <a:lnTo>
                    <a:pt x="38194" y="2369"/>
                  </a:lnTo>
                  <a:lnTo>
                    <a:pt x="37694" y="2169"/>
                  </a:lnTo>
                  <a:lnTo>
                    <a:pt x="37194" y="2502"/>
                  </a:lnTo>
                  <a:lnTo>
                    <a:pt x="36693" y="2369"/>
                  </a:lnTo>
                  <a:lnTo>
                    <a:pt x="36160" y="2335"/>
                  </a:lnTo>
                  <a:lnTo>
                    <a:pt x="35659" y="2502"/>
                  </a:lnTo>
                  <a:lnTo>
                    <a:pt x="35159" y="2202"/>
                  </a:lnTo>
                  <a:lnTo>
                    <a:pt x="34625" y="2335"/>
                  </a:lnTo>
                  <a:lnTo>
                    <a:pt x="34125" y="2436"/>
                  </a:lnTo>
                  <a:lnTo>
                    <a:pt x="33591" y="2202"/>
                  </a:lnTo>
                  <a:lnTo>
                    <a:pt x="33091" y="2569"/>
                  </a:lnTo>
                  <a:lnTo>
                    <a:pt x="32590" y="2436"/>
                  </a:lnTo>
                  <a:lnTo>
                    <a:pt x="32057" y="2469"/>
                  </a:lnTo>
                  <a:lnTo>
                    <a:pt x="31556" y="2536"/>
                  </a:lnTo>
                  <a:lnTo>
                    <a:pt x="31056" y="2269"/>
                  </a:lnTo>
                  <a:lnTo>
                    <a:pt x="30522" y="2569"/>
                  </a:lnTo>
                  <a:lnTo>
                    <a:pt x="30022" y="2369"/>
                  </a:lnTo>
                  <a:lnTo>
                    <a:pt x="29522" y="2502"/>
                  </a:lnTo>
                  <a:lnTo>
                    <a:pt x="28988" y="2569"/>
                  </a:lnTo>
                  <a:lnTo>
                    <a:pt x="28487" y="2569"/>
                  </a:lnTo>
                  <a:lnTo>
                    <a:pt x="27987" y="2736"/>
                  </a:lnTo>
                  <a:lnTo>
                    <a:pt x="27487" y="2636"/>
                  </a:lnTo>
                  <a:lnTo>
                    <a:pt x="26986" y="2869"/>
                  </a:lnTo>
                  <a:lnTo>
                    <a:pt x="26453" y="2736"/>
                  </a:lnTo>
                  <a:lnTo>
                    <a:pt x="26019" y="3103"/>
                  </a:lnTo>
                  <a:lnTo>
                    <a:pt x="25452" y="3003"/>
                  </a:lnTo>
                  <a:lnTo>
                    <a:pt x="24952" y="3036"/>
                  </a:lnTo>
                  <a:lnTo>
                    <a:pt x="24418" y="3003"/>
                  </a:lnTo>
                  <a:lnTo>
                    <a:pt x="23984" y="3370"/>
                  </a:lnTo>
                  <a:lnTo>
                    <a:pt x="23417" y="3370"/>
                  </a:lnTo>
                  <a:lnTo>
                    <a:pt x="22850" y="3470"/>
                  </a:lnTo>
                  <a:lnTo>
                    <a:pt x="22350" y="3703"/>
                  </a:lnTo>
                  <a:lnTo>
                    <a:pt x="21849" y="3970"/>
                  </a:lnTo>
                  <a:lnTo>
                    <a:pt x="21349" y="3803"/>
                  </a:lnTo>
                  <a:lnTo>
                    <a:pt x="20882" y="4003"/>
                  </a:lnTo>
                  <a:lnTo>
                    <a:pt x="20415" y="3903"/>
                  </a:lnTo>
                  <a:lnTo>
                    <a:pt x="19948" y="3903"/>
                  </a:lnTo>
                  <a:lnTo>
                    <a:pt x="19414" y="3937"/>
                  </a:lnTo>
                  <a:lnTo>
                    <a:pt x="18914" y="3770"/>
                  </a:lnTo>
                  <a:lnTo>
                    <a:pt x="18414" y="3970"/>
                  </a:lnTo>
                  <a:lnTo>
                    <a:pt x="17913" y="3703"/>
                  </a:lnTo>
                  <a:lnTo>
                    <a:pt x="17413" y="3736"/>
                  </a:lnTo>
                  <a:lnTo>
                    <a:pt x="16879" y="3970"/>
                  </a:lnTo>
                  <a:lnTo>
                    <a:pt x="16412" y="3670"/>
                  </a:lnTo>
                  <a:lnTo>
                    <a:pt x="15878" y="3837"/>
                  </a:lnTo>
                  <a:lnTo>
                    <a:pt x="15411" y="3670"/>
                  </a:lnTo>
                  <a:lnTo>
                    <a:pt x="14878" y="3803"/>
                  </a:lnTo>
                  <a:lnTo>
                    <a:pt x="14411" y="3636"/>
                  </a:lnTo>
                  <a:lnTo>
                    <a:pt x="13910" y="3536"/>
                  </a:lnTo>
                  <a:lnTo>
                    <a:pt x="13510" y="3169"/>
                  </a:lnTo>
                  <a:lnTo>
                    <a:pt x="13010" y="3036"/>
                  </a:lnTo>
                  <a:lnTo>
                    <a:pt x="12476" y="3169"/>
                  </a:lnTo>
                  <a:lnTo>
                    <a:pt x="12009" y="2903"/>
                  </a:lnTo>
                  <a:lnTo>
                    <a:pt x="11475" y="2836"/>
                  </a:lnTo>
                  <a:lnTo>
                    <a:pt x="10908" y="3069"/>
                  </a:lnTo>
                  <a:lnTo>
                    <a:pt x="10441" y="2702"/>
                  </a:lnTo>
                  <a:lnTo>
                    <a:pt x="9941" y="2702"/>
                  </a:lnTo>
                  <a:lnTo>
                    <a:pt x="9374" y="2736"/>
                  </a:lnTo>
                  <a:lnTo>
                    <a:pt x="8840" y="2702"/>
                  </a:lnTo>
                  <a:lnTo>
                    <a:pt x="8273" y="2669"/>
                  </a:lnTo>
                  <a:lnTo>
                    <a:pt x="7773" y="2369"/>
                  </a:lnTo>
                  <a:lnTo>
                    <a:pt x="7239" y="2736"/>
                  </a:lnTo>
                  <a:lnTo>
                    <a:pt x="6739" y="2736"/>
                  </a:lnTo>
                  <a:lnTo>
                    <a:pt x="6205" y="2436"/>
                  </a:lnTo>
                  <a:lnTo>
                    <a:pt x="5738" y="2802"/>
                  </a:lnTo>
                  <a:lnTo>
                    <a:pt x="5137" y="2602"/>
                  </a:lnTo>
                  <a:lnTo>
                    <a:pt x="4804" y="3136"/>
                  </a:lnTo>
                  <a:lnTo>
                    <a:pt x="4270" y="3069"/>
                  </a:lnTo>
                  <a:lnTo>
                    <a:pt x="3870" y="3370"/>
                  </a:lnTo>
                  <a:lnTo>
                    <a:pt x="3403" y="3536"/>
                  </a:lnTo>
                  <a:lnTo>
                    <a:pt x="2936" y="3636"/>
                  </a:lnTo>
                  <a:lnTo>
                    <a:pt x="2469" y="3770"/>
                  </a:lnTo>
                  <a:lnTo>
                    <a:pt x="1935" y="3670"/>
                  </a:lnTo>
                  <a:lnTo>
                    <a:pt x="1535" y="4103"/>
                  </a:lnTo>
                  <a:lnTo>
                    <a:pt x="1001" y="3903"/>
                  </a:lnTo>
                  <a:lnTo>
                    <a:pt x="568" y="4137"/>
                  </a:lnTo>
                  <a:lnTo>
                    <a:pt x="67" y="4137"/>
                  </a:lnTo>
                  <a:lnTo>
                    <a:pt x="0" y="4170"/>
                  </a:lnTo>
                  <a:lnTo>
                    <a:pt x="0" y="4771"/>
                  </a:lnTo>
                  <a:lnTo>
                    <a:pt x="367" y="4537"/>
                  </a:lnTo>
                  <a:lnTo>
                    <a:pt x="868" y="4570"/>
                  </a:lnTo>
                  <a:lnTo>
                    <a:pt x="1301" y="4337"/>
                  </a:lnTo>
                  <a:lnTo>
                    <a:pt x="1835" y="4537"/>
                  </a:lnTo>
                  <a:lnTo>
                    <a:pt x="2235" y="4103"/>
                  </a:lnTo>
                  <a:lnTo>
                    <a:pt x="2769" y="4203"/>
                  </a:lnTo>
                  <a:lnTo>
                    <a:pt x="3236" y="4070"/>
                  </a:lnTo>
                  <a:lnTo>
                    <a:pt x="3736" y="4003"/>
                  </a:lnTo>
                  <a:lnTo>
                    <a:pt x="4170" y="3837"/>
                  </a:lnTo>
                  <a:lnTo>
                    <a:pt x="4604" y="3536"/>
                  </a:lnTo>
                  <a:lnTo>
                    <a:pt x="5137" y="3603"/>
                  </a:lnTo>
                  <a:lnTo>
                    <a:pt x="5471" y="3103"/>
                  </a:lnTo>
                  <a:lnTo>
                    <a:pt x="6071" y="3269"/>
                  </a:lnTo>
                  <a:lnTo>
                    <a:pt x="6538" y="2936"/>
                  </a:lnTo>
                  <a:lnTo>
                    <a:pt x="7072" y="3236"/>
                  </a:lnTo>
                  <a:lnTo>
                    <a:pt x="7573" y="3236"/>
                  </a:lnTo>
                  <a:lnTo>
                    <a:pt x="8106" y="2869"/>
                  </a:lnTo>
                  <a:lnTo>
                    <a:pt x="8607" y="3169"/>
                  </a:lnTo>
                  <a:lnTo>
                    <a:pt x="9174" y="3203"/>
                  </a:lnTo>
                  <a:lnTo>
                    <a:pt x="9707" y="3236"/>
                  </a:lnTo>
                  <a:lnTo>
                    <a:pt x="10241" y="3203"/>
                  </a:lnTo>
                  <a:lnTo>
                    <a:pt x="10775" y="3203"/>
                  </a:lnTo>
                  <a:lnTo>
                    <a:pt x="11242" y="3570"/>
                  </a:lnTo>
                  <a:lnTo>
                    <a:pt x="11809" y="3370"/>
                  </a:lnTo>
                  <a:lnTo>
                    <a:pt x="12309" y="3436"/>
                  </a:lnTo>
                  <a:lnTo>
                    <a:pt x="12810" y="3736"/>
                  </a:lnTo>
                  <a:lnTo>
                    <a:pt x="13343" y="3570"/>
                  </a:lnTo>
                  <a:lnTo>
                    <a:pt x="13810" y="3703"/>
                  </a:lnTo>
                  <a:lnTo>
                    <a:pt x="14244" y="4103"/>
                  </a:lnTo>
                  <a:lnTo>
                    <a:pt x="14711" y="4203"/>
                  </a:lnTo>
                  <a:lnTo>
                    <a:pt x="15211" y="4337"/>
                  </a:lnTo>
                  <a:lnTo>
                    <a:pt x="15712" y="4237"/>
                  </a:lnTo>
                  <a:lnTo>
                    <a:pt x="16212" y="4404"/>
                  </a:lnTo>
                  <a:lnTo>
                    <a:pt x="16712" y="4237"/>
                  </a:lnTo>
                  <a:lnTo>
                    <a:pt x="17213" y="4537"/>
                  </a:lnTo>
                  <a:lnTo>
                    <a:pt x="17713" y="4337"/>
                  </a:lnTo>
                  <a:lnTo>
                    <a:pt x="18247" y="4304"/>
                  </a:lnTo>
                  <a:lnTo>
                    <a:pt x="18714" y="4570"/>
                  </a:lnTo>
                  <a:lnTo>
                    <a:pt x="19248" y="4370"/>
                  </a:lnTo>
                  <a:lnTo>
                    <a:pt x="19748" y="4537"/>
                  </a:lnTo>
                  <a:lnTo>
                    <a:pt x="20248" y="4504"/>
                  </a:lnTo>
                  <a:lnTo>
                    <a:pt x="20715" y="4504"/>
                  </a:lnTo>
                  <a:lnTo>
                    <a:pt x="21182" y="4604"/>
                  </a:lnTo>
                  <a:lnTo>
                    <a:pt x="21683" y="4437"/>
                  </a:lnTo>
                  <a:lnTo>
                    <a:pt x="22150" y="4604"/>
                  </a:lnTo>
                  <a:lnTo>
                    <a:pt x="22650" y="4337"/>
                  </a:lnTo>
                  <a:lnTo>
                    <a:pt x="23184" y="4103"/>
                  </a:lnTo>
                  <a:lnTo>
                    <a:pt x="23717" y="4003"/>
                  </a:lnTo>
                  <a:lnTo>
                    <a:pt x="24284" y="4003"/>
                  </a:lnTo>
                  <a:lnTo>
                    <a:pt x="24751" y="3670"/>
                  </a:lnTo>
                  <a:lnTo>
                    <a:pt x="25285" y="3703"/>
                  </a:lnTo>
                  <a:lnTo>
                    <a:pt x="25786" y="3636"/>
                  </a:lnTo>
                  <a:lnTo>
                    <a:pt x="26319" y="3770"/>
                  </a:lnTo>
                  <a:lnTo>
                    <a:pt x="26786" y="3403"/>
                  </a:lnTo>
                  <a:lnTo>
                    <a:pt x="27320" y="3536"/>
                  </a:lnTo>
                  <a:lnTo>
                    <a:pt x="27787" y="3303"/>
                  </a:lnTo>
                  <a:lnTo>
                    <a:pt x="28321" y="3403"/>
                  </a:lnTo>
                  <a:lnTo>
                    <a:pt x="28821" y="3269"/>
                  </a:lnTo>
                  <a:lnTo>
                    <a:pt x="29321" y="3269"/>
                  </a:lnTo>
                  <a:lnTo>
                    <a:pt x="29822" y="3203"/>
                  </a:lnTo>
                  <a:lnTo>
                    <a:pt x="30355" y="3069"/>
                  </a:lnTo>
                  <a:lnTo>
                    <a:pt x="30856" y="3269"/>
                  </a:lnTo>
                  <a:lnTo>
                    <a:pt x="31356" y="2969"/>
                  </a:lnTo>
                  <a:lnTo>
                    <a:pt x="31890" y="3236"/>
                  </a:lnTo>
                  <a:lnTo>
                    <a:pt x="32390" y="3169"/>
                  </a:lnTo>
                  <a:lnTo>
                    <a:pt x="32924" y="3169"/>
                  </a:lnTo>
                  <a:lnTo>
                    <a:pt x="33424" y="3303"/>
                  </a:lnTo>
                  <a:lnTo>
                    <a:pt x="33925" y="2936"/>
                  </a:lnTo>
                  <a:lnTo>
                    <a:pt x="34458" y="3169"/>
                  </a:lnTo>
                  <a:lnTo>
                    <a:pt x="34959" y="3069"/>
                  </a:lnTo>
                  <a:lnTo>
                    <a:pt x="35459" y="2969"/>
                  </a:lnTo>
                  <a:lnTo>
                    <a:pt x="35993" y="3269"/>
                  </a:lnTo>
                  <a:lnTo>
                    <a:pt x="36493" y="3103"/>
                  </a:lnTo>
                  <a:lnTo>
                    <a:pt x="36994" y="3136"/>
                  </a:lnTo>
                  <a:lnTo>
                    <a:pt x="37527" y="3269"/>
                  </a:lnTo>
                  <a:lnTo>
                    <a:pt x="38028" y="2936"/>
                  </a:lnTo>
                  <a:lnTo>
                    <a:pt x="38528" y="3169"/>
                  </a:lnTo>
                  <a:lnTo>
                    <a:pt x="39028" y="3236"/>
                  </a:lnTo>
                  <a:lnTo>
                    <a:pt x="39562" y="2969"/>
                  </a:lnTo>
                  <a:lnTo>
                    <a:pt x="40062" y="3036"/>
                  </a:lnTo>
                  <a:lnTo>
                    <a:pt x="40563" y="2936"/>
                  </a:lnTo>
                  <a:lnTo>
                    <a:pt x="41063" y="3370"/>
                  </a:lnTo>
                  <a:lnTo>
                    <a:pt x="41563" y="3269"/>
                  </a:lnTo>
                  <a:lnTo>
                    <a:pt x="42064" y="3003"/>
                  </a:lnTo>
                  <a:lnTo>
                    <a:pt x="42564" y="3203"/>
                  </a:lnTo>
                  <a:lnTo>
                    <a:pt x="43065" y="2969"/>
                  </a:lnTo>
                  <a:lnTo>
                    <a:pt x="43565" y="2969"/>
                  </a:lnTo>
                  <a:lnTo>
                    <a:pt x="43999" y="3069"/>
                  </a:lnTo>
                  <a:lnTo>
                    <a:pt x="44466" y="3136"/>
                  </a:lnTo>
                  <a:lnTo>
                    <a:pt x="44933" y="3103"/>
                  </a:lnTo>
                  <a:lnTo>
                    <a:pt x="45433" y="3269"/>
                  </a:lnTo>
                  <a:lnTo>
                    <a:pt x="45833" y="2836"/>
                  </a:lnTo>
                  <a:lnTo>
                    <a:pt x="46334" y="2802"/>
                  </a:lnTo>
                  <a:lnTo>
                    <a:pt x="46734" y="2502"/>
                  </a:lnTo>
                  <a:lnTo>
                    <a:pt x="47234" y="2402"/>
                  </a:lnTo>
                  <a:lnTo>
                    <a:pt x="47601" y="2035"/>
                  </a:lnTo>
                  <a:lnTo>
                    <a:pt x="48101" y="1935"/>
                  </a:lnTo>
                  <a:lnTo>
                    <a:pt x="48635" y="2102"/>
                  </a:lnTo>
                  <a:lnTo>
                    <a:pt x="49069" y="1969"/>
                  </a:lnTo>
                  <a:lnTo>
                    <a:pt x="49536" y="2035"/>
                  </a:lnTo>
                  <a:lnTo>
                    <a:pt x="49969" y="1802"/>
                  </a:lnTo>
                  <a:lnTo>
                    <a:pt x="50436" y="1635"/>
                  </a:lnTo>
                  <a:lnTo>
                    <a:pt x="50870" y="1702"/>
                  </a:lnTo>
                  <a:lnTo>
                    <a:pt x="51337" y="1702"/>
                  </a:lnTo>
                  <a:lnTo>
                    <a:pt x="51771" y="1935"/>
                  </a:lnTo>
                  <a:lnTo>
                    <a:pt x="52304" y="2002"/>
                  </a:lnTo>
                  <a:lnTo>
                    <a:pt x="52905" y="1969"/>
                  </a:lnTo>
                  <a:lnTo>
                    <a:pt x="53405" y="2069"/>
                  </a:lnTo>
                  <a:lnTo>
                    <a:pt x="53872" y="2135"/>
                  </a:lnTo>
                  <a:lnTo>
                    <a:pt x="54373" y="2069"/>
                  </a:lnTo>
                  <a:lnTo>
                    <a:pt x="54840" y="2269"/>
                  </a:lnTo>
                  <a:lnTo>
                    <a:pt x="55340" y="2369"/>
                  </a:lnTo>
                  <a:lnTo>
                    <a:pt x="55840" y="2269"/>
                  </a:lnTo>
                  <a:lnTo>
                    <a:pt x="56307" y="2002"/>
                  </a:lnTo>
                  <a:lnTo>
                    <a:pt x="56808" y="2169"/>
                  </a:lnTo>
                  <a:lnTo>
                    <a:pt x="57308" y="2202"/>
                  </a:lnTo>
                  <a:lnTo>
                    <a:pt x="57708" y="1768"/>
                  </a:lnTo>
                  <a:lnTo>
                    <a:pt x="58242" y="1868"/>
                  </a:lnTo>
                  <a:lnTo>
                    <a:pt x="58676" y="1702"/>
                  </a:lnTo>
                  <a:lnTo>
                    <a:pt x="59176" y="1602"/>
                  </a:lnTo>
                  <a:lnTo>
                    <a:pt x="59676" y="1635"/>
                  </a:lnTo>
                  <a:lnTo>
                    <a:pt x="60110" y="1468"/>
                  </a:lnTo>
                  <a:lnTo>
                    <a:pt x="60644" y="1502"/>
                  </a:lnTo>
                  <a:lnTo>
                    <a:pt x="61044" y="1101"/>
                  </a:lnTo>
                  <a:lnTo>
                    <a:pt x="61544" y="1035"/>
                  </a:lnTo>
                  <a:lnTo>
                    <a:pt x="62078" y="1201"/>
                  </a:lnTo>
                  <a:lnTo>
                    <a:pt x="62578" y="1001"/>
                  </a:lnTo>
                  <a:lnTo>
                    <a:pt x="63079" y="1135"/>
                  </a:lnTo>
                  <a:lnTo>
                    <a:pt x="63579" y="1268"/>
                  </a:lnTo>
                  <a:lnTo>
                    <a:pt x="64146" y="1101"/>
                  </a:lnTo>
                  <a:lnTo>
                    <a:pt x="64613" y="1301"/>
                  </a:lnTo>
                  <a:lnTo>
                    <a:pt x="65180" y="1268"/>
                  </a:lnTo>
                  <a:lnTo>
                    <a:pt x="65681" y="1468"/>
                  </a:lnTo>
                  <a:lnTo>
                    <a:pt x="66148" y="1802"/>
                  </a:lnTo>
                  <a:lnTo>
                    <a:pt x="66748" y="1668"/>
                  </a:lnTo>
                  <a:lnTo>
                    <a:pt x="67215" y="1969"/>
                  </a:lnTo>
                  <a:lnTo>
                    <a:pt x="67816" y="1802"/>
                  </a:lnTo>
                  <a:lnTo>
                    <a:pt x="68216" y="2269"/>
                  </a:lnTo>
                  <a:lnTo>
                    <a:pt x="68783" y="2135"/>
                  </a:lnTo>
                  <a:lnTo>
                    <a:pt x="69283" y="2402"/>
                  </a:lnTo>
                  <a:lnTo>
                    <a:pt x="69784" y="2102"/>
                  </a:lnTo>
                  <a:lnTo>
                    <a:pt x="70284" y="2235"/>
                  </a:lnTo>
                  <a:lnTo>
                    <a:pt x="70784" y="2269"/>
                  </a:lnTo>
                  <a:lnTo>
                    <a:pt x="71251" y="2035"/>
                  </a:lnTo>
                  <a:lnTo>
                    <a:pt x="71718" y="1935"/>
                  </a:lnTo>
                  <a:lnTo>
                    <a:pt x="71718" y="934"/>
                  </a:lnTo>
                  <a:lnTo>
                    <a:pt x="71418" y="834"/>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11" name="Google Shape;869;p32">
            <a:extLst>
              <a:ext uri="{FF2B5EF4-FFF2-40B4-BE49-F238E27FC236}">
                <a16:creationId xmlns:a16="http://schemas.microsoft.com/office/drawing/2014/main" id="{3D510B1E-9B44-E10B-1E95-DDC73EDB38F0}"/>
              </a:ext>
            </a:extLst>
          </p:cNvPr>
          <p:cNvSpPr txBox="1">
            <a:spLocks noGrp="1"/>
          </p:cNvSpPr>
          <p:nvPr>
            <p:ph type="title"/>
          </p:nvPr>
        </p:nvSpPr>
        <p:spPr>
          <a:xfrm>
            <a:off x="714941" y="817729"/>
            <a:ext cx="783900" cy="504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chemeClr val="lt1"/>
                </a:solidFill>
              </a:rPr>
              <a:t>01</a:t>
            </a:r>
            <a:endParaRPr dirty="0">
              <a:solidFill>
                <a:schemeClr val="lt1"/>
              </a:solidFill>
            </a:endParaRPr>
          </a:p>
        </p:txBody>
      </p:sp>
      <p:sp>
        <p:nvSpPr>
          <p:cNvPr id="12" name="TextBox 11">
            <a:extLst>
              <a:ext uri="{FF2B5EF4-FFF2-40B4-BE49-F238E27FC236}">
                <a16:creationId xmlns:a16="http://schemas.microsoft.com/office/drawing/2014/main" id="{921033A3-3715-E26D-1C51-790F9E0A93AD}"/>
              </a:ext>
            </a:extLst>
          </p:cNvPr>
          <p:cNvSpPr txBox="1"/>
          <p:nvPr/>
        </p:nvSpPr>
        <p:spPr>
          <a:xfrm>
            <a:off x="7595911" y="4459202"/>
            <a:ext cx="1566760" cy="307777"/>
          </a:xfrm>
          <a:prstGeom prst="rect">
            <a:avLst/>
          </a:prstGeom>
          <a:noFill/>
        </p:spPr>
        <p:txBody>
          <a:bodyPr wrap="square" rtlCol="0">
            <a:spAutoFit/>
          </a:bodyPr>
          <a:lstStyle/>
          <a:p>
            <a:pPr algn="ctr"/>
            <a:r>
              <a:rPr lang="en-US" i="1" dirty="0">
                <a:latin typeface="Montserrat ExtraBold" panose="00000900000000000000" pitchFamily="2" charset="0"/>
              </a:rPr>
              <a:t>REMONTADA</a:t>
            </a:r>
          </a:p>
        </p:txBody>
      </p:sp>
      <p:pic>
        <p:nvPicPr>
          <p:cNvPr id="2050" name="Picture 2" descr="Neymar Jr's skills against Bayern | Paris Saint-Germain">
            <a:extLst>
              <a:ext uri="{FF2B5EF4-FFF2-40B4-BE49-F238E27FC236}">
                <a16:creationId xmlns:a16="http://schemas.microsoft.com/office/drawing/2014/main" id="{E2962A18-5EBC-19D9-37E8-BE81077519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97777" y="1658506"/>
            <a:ext cx="4019651" cy="2261054"/>
          </a:xfrm>
          <a:prstGeom prst="rect">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3" name="Graphic 12" descr="Chevron arrows with solid fill">
            <a:extLst>
              <a:ext uri="{FF2B5EF4-FFF2-40B4-BE49-F238E27FC236}">
                <a16:creationId xmlns:a16="http://schemas.microsoft.com/office/drawing/2014/main" id="{23870FE8-7149-BE3E-D897-27167AD94F8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114800" y="4212802"/>
            <a:ext cx="914400" cy="914400"/>
          </a:xfrm>
          <a:prstGeom prst="rect">
            <a:avLst/>
          </a:prstGeom>
        </p:spPr>
      </p:pic>
      <p:pic>
        <p:nvPicPr>
          <p:cNvPr id="23" name="Graphic 22" descr="Soccer ball with solid fill">
            <a:extLst>
              <a:ext uri="{FF2B5EF4-FFF2-40B4-BE49-F238E27FC236}">
                <a16:creationId xmlns:a16="http://schemas.microsoft.com/office/drawing/2014/main" id="{D6F531B8-EB1B-43DF-1BBB-25F0455EB94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807602" y="612825"/>
            <a:ext cx="914400" cy="914400"/>
          </a:xfrm>
          <a:prstGeom prst="rect">
            <a:avLst/>
          </a:prstGeom>
        </p:spPr>
      </p:pic>
      <p:sp>
        <p:nvSpPr>
          <p:cNvPr id="5" name="TextBox 4">
            <a:extLst>
              <a:ext uri="{FF2B5EF4-FFF2-40B4-BE49-F238E27FC236}">
                <a16:creationId xmlns:a16="http://schemas.microsoft.com/office/drawing/2014/main" id="{2418E36F-A0E2-F487-7E9F-0C48A01F8DE4}"/>
              </a:ext>
            </a:extLst>
          </p:cNvPr>
          <p:cNvSpPr txBox="1"/>
          <p:nvPr/>
        </p:nvSpPr>
        <p:spPr>
          <a:xfrm>
            <a:off x="326572" y="1855918"/>
            <a:ext cx="4245428" cy="2862322"/>
          </a:xfrm>
          <a:prstGeom prst="rect">
            <a:avLst/>
          </a:prstGeom>
          <a:noFill/>
        </p:spPr>
        <p:txBody>
          <a:bodyPr wrap="square" rtlCol="0">
            <a:spAutoFit/>
          </a:bodyPr>
          <a:lstStyle/>
          <a:p>
            <a:r>
              <a:rPr lang="en-GB" sz="2000" i="1" dirty="0">
                <a:solidFill>
                  <a:schemeClr val="accent6">
                    <a:lumMod val="85000"/>
                  </a:schemeClr>
                </a:solidFill>
                <a:latin typeface="Montserrat ExtraBold" panose="00000900000000000000" pitchFamily="2" charset="0"/>
              </a:rPr>
              <a:t>Enhance your skills with targeted workouts and instructional videos available on our website. </a:t>
            </a:r>
          </a:p>
          <a:p>
            <a:endParaRPr lang="en-GB" sz="2000" i="1" dirty="0">
              <a:solidFill>
                <a:schemeClr val="accent6">
                  <a:lumMod val="85000"/>
                </a:schemeClr>
              </a:solidFill>
              <a:latin typeface="Montserrat ExtraBold" panose="00000900000000000000" pitchFamily="2" charset="0"/>
            </a:endParaRPr>
          </a:p>
          <a:p>
            <a:r>
              <a:rPr lang="en-GB" sz="2000" i="1" dirty="0">
                <a:solidFill>
                  <a:schemeClr val="accent6">
                    <a:lumMod val="85000"/>
                  </a:schemeClr>
                </a:solidFill>
                <a:latin typeface="Montserrat ExtraBold" panose="00000900000000000000" pitchFamily="2" charset="0"/>
              </a:rPr>
              <a:t>Perfect for all levels, our resources guide you to improve efficiently and effectively.</a:t>
            </a:r>
            <a:endParaRPr lang="en-US" sz="2000" i="1" dirty="0">
              <a:solidFill>
                <a:schemeClr val="accent6">
                  <a:lumMod val="85000"/>
                </a:schemeClr>
              </a:solidFill>
              <a:latin typeface="Montserrat ExtraBold" panose="00000900000000000000" pitchFamily="2" charset="0"/>
            </a:endParaRPr>
          </a:p>
        </p:txBody>
      </p:sp>
      <p:grpSp>
        <p:nvGrpSpPr>
          <p:cNvPr id="14" name="Google Shape;1802;p50">
            <a:extLst>
              <a:ext uri="{FF2B5EF4-FFF2-40B4-BE49-F238E27FC236}">
                <a16:creationId xmlns:a16="http://schemas.microsoft.com/office/drawing/2014/main" id="{BA5B598A-BE9A-4305-7805-3DEEF49ED034}"/>
              </a:ext>
            </a:extLst>
          </p:cNvPr>
          <p:cNvGrpSpPr/>
          <p:nvPr/>
        </p:nvGrpSpPr>
        <p:grpSpPr>
          <a:xfrm>
            <a:off x="920987" y="375782"/>
            <a:ext cx="371805" cy="178421"/>
            <a:chOff x="6740288" y="3339525"/>
            <a:chExt cx="459700" cy="220600"/>
          </a:xfrm>
          <a:solidFill>
            <a:schemeClr val="accent6">
              <a:lumMod val="85000"/>
            </a:schemeClr>
          </a:solidFill>
        </p:grpSpPr>
        <p:sp>
          <p:nvSpPr>
            <p:cNvPr id="15" name="Google Shape;1803;p50">
              <a:extLst>
                <a:ext uri="{FF2B5EF4-FFF2-40B4-BE49-F238E27FC236}">
                  <a16:creationId xmlns:a16="http://schemas.microsoft.com/office/drawing/2014/main" id="{FC9357BB-0276-7573-E6A4-01B4A633833B}"/>
                </a:ext>
              </a:extLst>
            </p:cNvPr>
            <p:cNvSpPr/>
            <p:nvPr/>
          </p:nvSpPr>
          <p:spPr>
            <a:xfrm>
              <a:off x="6767413" y="3532950"/>
              <a:ext cx="26750" cy="27175"/>
            </a:xfrm>
            <a:custGeom>
              <a:avLst/>
              <a:gdLst/>
              <a:ahLst/>
              <a:cxnLst/>
              <a:rect l="l" t="t" r="r" b="b"/>
              <a:pathLst>
                <a:path w="1070" h="1087" extrusionOk="0">
                  <a:moveTo>
                    <a:pt x="1" y="1"/>
                  </a:moveTo>
                  <a:lnTo>
                    <a:pt x="1" y="1086"/>
                  </a:lnTo>
                  <a:lnTo>
                    <a:pt x="1069" y="1086"/>
                  </a:lnTo>
                  <a:lnTo>
                    <a:pt x="1069"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 name="Google Shape;1804;p50">
              <a:extLst>
                <a:ext uri="{FF2B5EF4-FFF2-40B4-BE49-F238E27FC236}">
                  <a16:creationId xmlns:a16="http://schemas.microsoft.com/office/drawing/2014/main" id="{C2FAEDB4-10E1-9CAA-79CD-5EC4FD3EF573}"/>
                </a:ext>
              </a:extLst>
            </p:cNvPr>
            <p:cNvSpPr/>
            <p:nvPr/>
          </p:nvSpPr>
          <p:spPr>
            <a:xfrm>
              <a:off x="6821263" y="3532950"/>
              <a:ext cx="26750" cy="27175"/>
            </a:xfrm>
            <a:custGeom>
              <a:avLst/>
              <a:gdLst/>
              <a:ahLst/>
              <a:cxnLst/>
              <a:rect l="l" t="t" r="r" b="b"/>
              <a:pathLst>
                <a:path w="1070" h="1087" extrusionOk="0">
                  <a:moveTo>
                    <a:pt x="1" y="1"/>
                  </a:moveTo>
                  <a:lnTo>
                    <a:pt x="1" y="1086"/>
                  </a:lnTo>
                  <a:lnTo>
                    <a:pt x="1069" y="1086"/>
                  </a:lnTo>
                  <a:lnTo>
                    <a:pt x="1069"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 name="Google Shape;1805;p50">
              <a:extLst>
                <a:ext uri="{FF2B5EF4-FFF2-40B4-BE49-F238E27FC236}">
                  <a16:creationId xmlns:a16="http://schemas.microsoft.com/office/drawing/2014/main" id="{80F4E7B3-4338-2DA3-D989-9669F4883E46}"/>
                </a:ext>
              </a:extLst>
            </p:cNvPr>
            <p:cNvSpPr/>
            <p:nvPr/>
          </p:nvSpPr>
          <p:spPr>
            <a:xfrm>
              <a:off x="6875113" y="3532950"/>
              <a:ext cx="26750" cy="27175"/>
            </a:xfrm>
            <a:custGeom>
              <a:avLst/>
              <a:gdLst/>
              <a:ahLst/>
              <a:cxnLst/>
              <a:rect l="l" t="t" r="r" b="b"/>
              <a:pathLst>
                <a:path w="1070" h="1087" extrusionOk="0">
                  <a:moveTo>
                    <a:pt x="1" y="1"/>
                  </a:moveTo>
                  <a:lnTo>
                    <a:pt x="1" y="1086"/>
                  </a:lnTo>
                  <a:lnTo>
                    <a:pt x="1069" y="1086"/>
                  </a:lnTo>
                  <a:lnTo>
                    <a:pt x="1069"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 name="Google Shape;1806;p50">
              <a:extLst>
                <a:ext uri="{FF2B5EF4-FFF2-40B4-BE49-F238E27FC236}">
                  <a16:creationId xmlns:a16="http://schemas.microsoft.com/office/drawing/2014/main" id="{597C31E3-DCCA-F134-4081-E49AB2FAB996}"/>
                </a:ext>
              </a:extLst>
            </p:cNvPr>
            <p:cNvSpPr/>
            <p:nvPr/>
          </p:nvSpPr>
          <p:spPr>
            <a:xfrm>
              <a:off x="7021163" y="3532950"/>
              <a:ext cx="27175" cy="27175"/>
            </a:xfrm>
            <a:custGeom>
              <a:avLst/>
              <a:gdLst/>
              <a:ahLst/>
              <a:cxnLst/>
              <a:rect l="l" t="t" r="r" b="b"/>
              <a:pathLst>
                <a:path w="1087" h="1087" extrusionOk="0">
                  <a:moveTo>
                    <a:pt x="1" y="1"/>
                  </a:moveTo>
                  <a:lnTo>
                    <a:pt x="1" y="1086"/>
                  </a:lnTo>
                  <a:lnTo>
                    <a:pt x="1086" y="1086"/>
                  </a:lnTo>
                  <a:lnTo>
                    <a:pt x="1086"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 name="Google Shape;1807;p50">
              <a:extLst>
                <a:ext uri="{FF2B5EF4-FFF2-40B4-BE49-F238E27FC236}">
                  <a16:creationId xmlns:a16="http://schemas.microsoft.com/office/drawing/2014/main" id="{D3E0D5B7-E0C3-9432-8365-33B8FC35CA37}"/>
                </a:ext>
              </a:extLst>
            </p:cNvPr>
            <p:cNvSpPr/>
            <p:nvPr/>
          </p:nvSpPr>
          <p:spPr>
            <a:xfrm>
              <a:off x="7075013" y="3532950"/>
              <a:ext cx="27175" cy="27175"/>
            </a:xfrm>
            <a:custGeom>
              <a:avLst/>
              <a:gdLst/>
              <a:ahLst/>
              <a:cxnLst/>
              <a:rect l="l" t="t" r="r" b="b"/>
              <a:pathLst>
                <a:path w="1087" h="1087" extrusionOk="0">
                  <a:moveTo>
                    <a:pt x="1" y="1"/>
                  </a:moveTo>
                  <a:lnTo>
                    <a:pt x="1" y="1086"/>
                  </a:lnTo>
                  <a:lnTo>
                    <a:pt x="1086" y="1086"/>
                  </a:lnTo>
                  <a:lnTo>
                    <a:pt x="1086"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 name="Google Shape;1808;p50">
              <a:extLst>
                <a:ext uri="{FF2B5EF4-FFF2-40B4-BE49-F238E27FC236}">
                  <a16:creationId xmlns:a16="http://schemas.microsoft.com/office/drawing/2014/main" id="{059ED37A-37B9-373D-6DD1-370885FD3792}"/>
                </a:ext>
              </a:extLst>
            </p:cNvPr>
            <p:cNvSpPr/>
            <p:nvPr/>
          </p:nvSpPr>
          <p:spPr>
            <a:xfrm>
              <a:off x="7128863" y="3532950"/>
              <a:ext cx="27175" cy="27175"/>
            </a:xfrm>
            <a:custGeom>
              <a:avLst/>
              <a:gdLst/>
              <a:ahLst/>
              <a:cxnLst/>
              <a:rect l="l" t="t" r="r" b="b"/>
              <a:pathLst>
                <a:path w="1087" h="1087" extrusionOk="0">
                  <a:moveTo>
                    <a:pt x="1" y="1"/>
                  </a:moveTo>
                  <a:lnTo>
                    <a:pt x="1" y="1086"/>
                  </a:lnTo>
                  <a:lnTo>
                    <a:pt x="1087" y="1086"/>
                  </a:lnTo>
                  <a:lnTo>
                    <a:pt x="1087"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 name="Google Shape;1809;p50">
              <a:extLst>
                <a:ext uri="{FF2B5EF4-FFF2-40B4-BE49-F238E27FC236}">
                  <a16:creationId xmlns:a16="http://schemas.microsoft.com/office/drawing/2014/main" id="{CCE77E4B-01D1-5960-E3A2-DCC97DACA50F}"/>
                </a:ext>
              </a:extLst>
            </p:cNvPr>
            <p:cNvSpPr/>
            <p:nvPr/>
          </p:nvSpPr>
          <p:spPr>
            <a:xfrm>
              <a:off x="6848838" y="3400700"/>
              <a:ext cx="351150" cy="105575"/>
            </a:xfrm>
            <a:custGeom>
              <a:avLst/>
              <a:gdLst/>
              <a:ahLst/>
              <a:cxnLst/>
              <a:rect l="l" t="t" r="r" b="b"/>
              <a:pathLst>
                <a:path w="14046" h="4223" extrusionOk="0">
                  <a:moveTo>
                    <a:pt x="12753" y="0"/>
                  </a:moveTo>
                  <a:lnTo>
                    <a:pt x="12546" y="448"/>
                  </a:lnTo>
                  <a:cubicBezTo>
                    <a:pt x="11874" y="1913"/>
                    <a:pt x="10375" y="2878"/>
                    <a:pt x="8755" y="2878"/>
                  </a:cubicBezTo>
                  <a:lnTo>
                    <a:pt x="1" y="2878"/>
                  </a:lnTo>
                  <a:lnTo>
                    <a:pt x="363" y="4222"/>
                  </a:lnTo>
                  <a:lnTo>
                    <a:pt x="11822" y="4222"/>
                  </a:lnTo>
                  <a:cubicBezTo>
                    <a:pt x="13046" y="4222"/>
                    <a:pt x="14045" y="3223"/>
                    <a:pt x="14045" y="1999"/>
                  </a:cubicBezTo>
                  <a:cubicBezTo>
                    <a:pt x="14045" y="1120"/>
                    <a:pt x="13528" y="345"/>
                    <a:pt x="1275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 name="Google Shape;1810;p50">
              <a:extLst>
                <a:ext uri="{FF2B5EF4-FFF2-40B4-BE49-F238E27FC236}">
                  <a16:creationId xmlns:a16="http://schemas.microsoft.com/office/drawing/2014/main" id="{FD2647B5-576C-5B12-BA2A-1AAB145DF9C9}"/>
                </a:ext>
              </a:extLst>
            </p:cNvPr>
            <p:cNvSpPr/>
            <p:nvPr/>
          </p:nvSpPr>
          <p:spPr>
            <a:xfrm>
              <a:off x="6822138" y="3339950"/>
              <a:ext cx="319250" cy="105575"/>
            </a:xfrm>
            <a:custGeom>
              <a:avLst/>
              <a:gdLst/>
              <a:ahLst/>
              <a:cxnLst/>
              <a:rect l="l" t="t" r="r" b="b"/>
              <a:pathLst>
                <a:path w="12770" h="4223" extrusionOk="0">
                  <a:moveTo>
                    <a:pt x="4016" y="1"/>
                  </a:moveTo>
                  <a:lnTo>
                    <a:pt x="2103" y="897"/>
                  </a:lnTo>
                  <a:cubicBezTo>
                    <a:pt x="1649" y="1106"/>
                    <a:pt x="1164" y="1213"/>
                    <a:pt x="685" y="1213"/>
                  </a:cubicBezTo>
                  <a:cubicBezTo>
                    <a:pt x="454" y="1213"/>
                    <a:pt x="225" y="1188"/>
                    <a:pt x="0" y="1138"/>
                  </a:cubicBezTo>
                  <a:lnTo>
                    <a:pt x="0" y="1138"/>
                  </a:lnTo>
                  <a:lnTo>
                    <a:pt x="793" y="4223"/>
                  </a:lnTo>
                  <a:lnTo>
                    <a:pt x="9823" y="4223"/>
                  </a:lnTo>
                  <a:cubicBezTo>
                    <a:pt x="11029" y="4223"/>
                    <a:pt x="12132" y="3516"/>
                    <a:pt x="12632" y="2430"/>
                  </a:cubicBezTo>
                  <a:lnTo>
                    <a:pt x="12770" y="2120"/>
                  </a:lnTo>
                  <a:lnTo>
                    <a:pt x="4016"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 name="Google Shape;1811;p50">
              <a:extLst>
                <a:ext uri="{FF2B5EF4-FFF2-40B4-BE49-F238E27FC236}">
                  <a16:creationId xmlns:a16="http://schemas.microsoft.com/office/drawing/2014/main" id="{2187F849-1AD4-A003-401B-62ADFF8A7409}"/>
                </a:ext>
              </a:extLst>
            </p:cNvPr>
            <p:cNvSpPr/>
            <p:nvPr/>
          </p:nvSpPr>
          <p:spPr>
            <a:xfrm>
              <a:off x="6740288" y="3339525"/>
              <a:ext cx="89625" cy="166750"/>
            </a:xfrm>
            <a:custGeom>
              <a:avLst/>
              <a:gdLst/>
              <a:ahLst/>
              <a:cxnLst/>
              <a:rect l="l" t="t" r="r" b="b"/>
              <a:pathLst>
                <a:path w="3585" h="6670" extrusionOk="0">
                  <a:moveTo>
                    <a:pt x="0" y="0"/>
                  </a:moveTo>
                  <a:lnTo>
                    <a:pt x="0" y="6669"/>
                  </a:lnTo>
                  <a:lnTo>
                    <a:pt x="3585" y="6669"/>
                  </a:lnTo>
                  <a:lnTo>
                    <a:pt x="2016" y="586"/>
                  </a:lnTo>
                  <a:lnTo>
                    <a:pt x="1654" y="345"/>
                  </a:lnTo>
                  <a:cubicBezTo>
                    <a:pt x="1310" y="121"/>
                    <a:pt x="879" y="0"/>
                    <a:pt x="44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Tree>
    <p:extLst>
      <p:ext uri="{BB962C8B-B14F-4D97-AF65-F5344CB8AC3E}">
        <p14:creationId xmlns:p14="http://schemas.microsoft.com/office/powerpoint/2010/main" val="29030279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oogle Shape;845;p32">
            <a:extLst>
              <a:ext uri="{FF2B5EF4-FFF2-40B4-BE49-F238E27FC236}">
                <a16:creationId xmlns:a16="http://schemas.microsoft.com/office/drawing/2014/main" id="{87E3F559-29C6-315E-BB10-09B6E0282FC4}"/>
              </a:ext>
            </a:extLst>
          </p:cNvPr>
          <p:cNvGrpSpPr/>
          <p:nvPr/>
        </p:nvGrpSpPr>
        <p:grpSpPr>
          <a:xfrm>
            <a:off x="552149" y="799741"/>
            <a:ext cx="984333" cy="750875"/>
            <a:chOff x="6268229" y="1126723"/>
            <a:chExt cx="2821246" cy="1847625"/>
          </a:xfrm>
        </p:grpSpPr>
        <p:sp>
          <p:nvSpPr>
            <p:cNvPr id="5" name="Google Shape;846;p32">
              <a:extLst>
                <a:ext uri="{FF2B5EF4-FFF2-40B4-BE49-F238E27FC236}">
                  <a16:creationId xmlns:a16="http://schemas.microsoft.com/office/drawing/2014/main" id="{ACCA7330-D797-D12B-C66D-B5CB62FBECEB}"/>
                </a:ext>
              </a:extLst>
            </p:cNvPr>
            <p:cNvSpPr/>
            <p:nvPr/>
          </p:nvSpPr>
          <p:spPr>
            <a:xfrm>
              <a:off x="6268229" y="1126723"/>
              <a:ext cx="2821246" cy="1847604"/>
            </a:xfrm>
            <a:custGeom>
              <a:avLst/>
              <a:gdLst/>
              <a:ahLst/>
              <a:cxnLst/>
              <a:rect l="l" t="t" r="r" b="b"/>
              <a:pathLst>
                <a:path w="71719" h="46968" extrusionOk="0">
                  <a:moveTo>
                    <a:pt x="634" y="46634"/>
                  </a:moveTo>
                  <a:lnTo>
                    <a:pt x="1168" y="46834"/>
                  </a:lnTo>
                  <a:lnTo>
                    <a:pt x="1635" y="46734"/>
                  </a:lnTo>
                  <a:lnTo>
                    <a:pt x="2102" y="46434"/>
                  </a:lnTo>
                  <a:lnTo>
                    <a:pt x="2569" y="46434"/>
                  </a:lnTo>
                  <a:lnTo>
                    <a:pt x="3103" y="46400"/>
                  </a:lnTo>
                  <a:lnTo>
                    <a:pt x="3670" y="46534"/>
                  </a:lnTo>
                  <a:lnTo>
                    <a:pt x="4170" y="46400"/>
                  </a:lnTo>
                  <a:lnTo>
                    <a:pt x="4704" y="46334"/>
                  </a:lnTo>
                  <a:lnTo>
                    <a:pt x="5238" y="46234"/>
                  </a:lnTo>
                  <a:lnTo>
                    <a:pt x="5771" y="46367"/>
                  </a:lnTo>
                  <a:lnTo>
                    <a:pt x="6272" y="46367"/>
                  </a:lnTo>
                  <a:lnTo>
                    <a:pt x="6805" y="46500"/>
                  </a:lnTo>
                  <a:lnTo>
                    <a:pt x="7306" y="46467"/>
                  </a:lnTo>
                  <a:lnTo>
                    <a:pt x="7773" y="46234"/>
                  </a:lnTo>
                  <a:lnTo>
                    <a:pt x="8273" y="46434"/>
                  </a:lnTo>
                  <a:lnTo>
                    <a:pt x="8773" y="46434"/>
                  </a:lnTo>
                  <a:lnTo>
                    <a:pt x="9240" y="46200"/>
                  </a:lnTo>
                  <a:lnTo>
                    <a:pt x="9741" y="46434"/>
                  </a:lnTo>
                  <a:lnTo>
                    <a:pt x="10241" y="46400"/>
                  </a:lnTo>
                  <a:lnTo>
                    <a:pt x="10675" y="46100"/>
                  </a:lnTo>
                  <a:lnTo>
                    <a:pt x="11175" y="46134"/>
                  </a:lnTo>
                  <a:lnTo>
                    <a:pt x="11642" y="45900"/>
                  </a:lnTo>
                  <a:lnTo>
                    <a:pt x="12142" y="45967"/>
                  </a:lnTo>
                  <a:lnTo>
                    <a:pt x="12609" y="45867"/>
                  </a:lnTo>
                  <a:lnTo>
                    <a:pt x="13110" y="46033"/>
                  </a:lnTo>
                  <a:lnTo>
                    <a:pt x="13610" y="45933"/>
                  </a:lnTo>
                  <a:lnTo>
                    <a:pt x="14111" y="46000"/>
                  </a:lnTo>
                  <a:lnTo>
                    <a:pt x="14578" y="45833"/>
                  </a:lnTo>
                  <a:lnTo>
                    <a:pt x="15078" y="45900"/>
                  </a:lnTo>
                  <a:lnTo>
                    <a:pt x="15578" y="45933"/>
                  </a:lnTo>
                  <a:lnTo>
                    <a:pt x="16045" y="45867"/>
                  </a:lnTo>
                  <a:lnTo>
                    <a:pt x="16512" y="45566"/>
                  </a:lnTo>
                  <a:lnTo>
                    <a:pt x="17013" y="45633"/>
                  </a:lnTo>
                  <a:lnTo>
                    <a:pt x="17480" y="45700"/>
                  </a:lnTo>
                  <a:lnTo>
                    <a:pt x="17980" y="45633"/>
                  </a:lnTo>
                  <a:lnTo>
                    <a:pt x="18447" y="45433"/>
                  </a:lnTo>
                  <a:lnTo>
                    <a:pt x="18914" y="45600"/>
                  </a:lnTo>
                  <a:lnTo>
                    <a:pt x="19448" y="45400"/>
                  </a:lnTo>
                  <a:lnTo>
                    <a:pt x="19881" y="45633"/>
                  </a:lnTo>
                  <a:lnTo>
                    <a:pt x="20382" y="45833"/>
                  </a:lnTo>
                  <a:lnTo>
                    <a:pt x="20849" y="45900"/>
                  </a:lnTo>
                  <a:lnTo>
                    <a:pt x="21382" y="45733"/>
                  </a:lnTo>
                  <a:lnTo>
                    <a:pt x="21849" y="46000"/>
                  </a:lnTo>
                  <a:lnTo>
                    <a:pt x="22316" y="46167"/>
                  </a:lnTo>
                  <a:lnTo>
                    <a:pt x="22817" y="46167"/>
                  </a:lnTo>
                  <a:lnTo>
                    <a:pt x="23284" y="46434"/>
                  </a:lnTo>
                  <a:lnTo>
                    <a:pt x="23684" y="46567"/>
                  </a:lnTo>
                  <a:lnTo>
                    <a:pt x="24118" y="46367"/>
                  </a:lnTo>
                  <a:lnTo>
                    <a:pt x="24551" y="46667"/>
                  </a:lnTo>
                  <a:lnTo>
                    <a:pt x="25018" y="46634"/>
                  </a:lnTo>
                  <a:lnTo>
                    <a:pt x="25452" y="46267"/>
                  </a:lnTo>
                  <a:lnTo>
                    <a:pt x="25952" y="46500"/>
                  </a:lnTo>
                  <a:lnTo>
                    <a:pt x="26453" y="46601"/>
                  </a:lnTo>
                  <a:lnTo>
                    <a:pt x="26920" y="46500"/>
                  </a:lnTo>
                  <a:lnTo>
                    <a:pt x="27353" y="46167"/>
                  </a:lnTo>
                  <a:lnTo>
                    <a:pt x="27887" y="46467"/>
                  </a:lnTo>
                  <a:lnTo>
                    <a:pt x="28387" y="46334"/>
                  </a:lnTo>
                  <a:lnTo>
                    <a:pt x="28888" y="46334"/>
                  </a:lnTo>
                  <a:lnTo>
                    <a:pt x="29355" y="46134"/>
                  </a:lnTo>
                  <a:lnTo>
                    <a:pt x="29855" y="46000"/>
                  </a:lnTo>
                  <a:lnTo>
                    <a:pt x="30322" y="46000"/>
                  </a:lnTo>
                  <a:lnTo>
                    <a:pt x="30856" y="46100"/>
                  </a:lnTo>
                  <a:lnTo>
                    <a:pt x="31323" y="45967"/>
                  </a:lnTo>
                  <a:lnTo>
                    <a:pt x="31823" y="45967"/>
                  </a:lnTo>
                  <a:lnTo>
                    <a:pt x="32324" y="46000"/>
                  </a:lnTo>
                  <a:lnTo>
                    <a:pt x="32824" y="46067"/>
                  </a:lnTo>
                  <a:lnTo>
                    <a:pt x="33324" y="46000"/>
                  </a:lnTo>
                  <a:lnTo>
                    <a:pt x="33791" y="45833"/>
                  </a:lnTo>
                  <a:lnTo>
                    <a:pt x="34292" y="45767"/>
                  </a:lnTo>
                  <a:lnTo>
                    <a:pt x="34792" y="45867"/>
                  </a:lnTo>
                  <a:lnTo>
                    <a:pt x="35292" y="45733"/>
                  </a:lnTo>
                  <a:lnTo>
                    <a:pt x="35793" y="45600"/>
                  </a:lnTo>
                  <a:lnTo>
                    <a:pt x="36260" y="45500"/>
                  </a:lnTo>
                  <a:lnTo>
                    <a:pt x="36760" y="45633"/>
                  </a:lnTo>
                  <a:lnTo>
                    <a:pt x="37227" y="45500"/>
                  </a:lnTo>
                  <a:lnTo>
                    <a:pt x="37727" y="45533"/>
                  </a:lnTo>
                  <a:lnTo>
                    <a:pt x="38194" y="45266"/>
                  </a:lnTo>
                  <a:lnTo>
                    <a:pt x="38661" y="45266"/>
                  </a:lnTo>
                  <a:lnTo>
                    <a:pt x="39162" y="45400"/>
                  </a:lnTo>
                  <a:lnTo>
                    <a:pt x="39662" y="45700"/>
                  </a:lnTo>
                  <a:lnTo>
                    <a:pt x="40196" y="45500"/>
                  </a:lnTo>
                  <a:lnTo>
                    <a:pt x="40730" y="45700"/>
                  </a:lnTo>
                  <a:lnTo>
                    <a:pt x="41230" y="45633"/>
                  </a:lnTo>
                  <a:lnTo>
                    <a:pt x="41764" y="45667"/>
                  </a:lnTo>
                  <a:lnTo>
                    <a:pt x="42297" y="45633"/>
                  </a:lnTo>
                  <a:lnTo>
                    <a:pt x="42798" y="45767"/>
                  </a:lnTo>
                  <a:lnTo>
                    <a:pt x="43265" y="45633"/>
                  </a:lnTo>
                  <a:lnTo>
                    <a:pt x="43732" y="45366"/>
                  </a:lnTo>
                  <a:lnTo>
                    <a:pt x="44232" y="45366"/>
                  </a:lnTo>
                  <a:lnTo>
                    <a:pt x="44732" y="45466"/>
                  </a:lnTo>
                  <a:lnTo>
                    <a:pt x="45199" y="45166"/>
                  </a:lnTo>
                  <a:lnTo>
                    <a:pt x="45733" y="45366"/>
                  </a:lnTo>
                  <a:lnTo>
                    <a:pt x="46300" y="45200"/>
                  </a:lnTo>
                  <a:lnTo>
                    <a:pt x="46734" y="45667"/>
                  </a:lnTo>
                  <a:lnTo>
                    <a:pt x="47301" y="45433"/>
                  </a:lnTo>
                  <a:lnTo>
                    <a:pt x="47801" y="45700"/>
                  </a:lnTo>
                  <a:lnTo>
                    <a:pt x="48368" y="45566"/>
                  </a:lnTo>
                  <a:lnTo>
                    <a:pt x="48869" y="45833"/>
                  </a:lnTo>
                  <a:lnTo>
                    <a:pt x="49402" y="46000"/>
                  </a:lnTo>
                  <a:lnTo>
                    <a:pt x="49969" y="45933"/>
                  </a:lnTo>
                  <a:lnTo>
                    <a:pt x="50436" y="46100"/>
                  </a:lnTo>
                  <a:lnTo>
                    <a:pt x="50970" y="45900"/>
                  </a:lnTo>
                  <a:lnTo>
                    <a:pt x="51471" y="46000"/>
                  </a:lnTo>
                  <a:lnTo>
                    <a:pt x="52004" y="46100"/>
                  </a:lnTo>
                  <a:lnTo>
                    <a:pt x="52471" y="45900"/>
                  </a:lnTo>
                  <a:lnTo>
                    <a:pt x="53038" y="46000"/>
                  </a:lnTo>
                  <a:lnTo>
                    <a:pt x="53539" y="45900"/>
                  </a:lnTo>
                  <a:lnTo>
                    <a:pt x="53906" y="45466"/>
                  </a:lnTo>
                  <a:lnTo>
                    <a:pt x="54439" y="45500"/>
                  </a:lnTo>
                  <a:lnTo>
                    <a:pt x="54873" y="45300"/>
                  </a:lnTo>
                  <a:lnTo>
                    <a:pt x="55373" y="45300"/>
                  </a:lnTo>
                  <a:lnTo>
                    <a:pt x="55840" y="45166"/>
                  </a:lnTo>
                  <a:lnTo>
                    <a:pt x="56274" y="44966"/>
                  </a:lnTo>
                  <a:lnTo>
                    <a:pt x="56808" y="45033"/>
                  </a:lnTo>
                  <a:lnTo>
                    <a:pt x="57208" y="44566"/>
                  </a:lnTo>
                  <a:lnTo>
                    <a:pt x="57708" y="44599"/>
                  </a:lnTo>
                  <a:lnTo>
                    <a:pt x="58209" y="44733"/>
                  </a:lnTo>
                  <a:lnTo>
                    <a:pt x="58642" y="44432"/>
                  </a:lnTo>
                  <a:lnTo>
                    <a:pt x="59143" y="44266"/>
                  </a:lnTo>
                  <a:lnTo>
                    <a:pt x="59643" y="44366"/>
                  </a:lnTo>
                  <a:lnTo>
                    <a:pt x="60143" y="44532"/>
                  </a:lnTo>
                  <a:lnTo>
                    <a:pt x="60610" y="44432"/>
                  </a:lnTo>
                  <a:lnTo>
                    <a:pt x="61077" y="44466"/>
                  </a:lnTo>
                  <a:lnTo>
                    <a:pt x="61611" y="44532"/>
                  </a:lnTo>
                  <a:lnTo>
                    <a:pt x="62178" y="44432"/>
                  </a:lnTo>
                  <a:lnTo>
                    <a:pt x="62745" y="44499"/>
                  </a:lnTo>
                  <a:lnTo>
                    <a:pt x="63179" y="44699"/>
                  </a:lnTo>
                  <a:lnTo>
                    <a:pt x="63646" y="44666"/>
                  </a:lnTo>
                  <a:lnTo>
                    <a:pt x="64080" y="44699"/>
                  </a:lnTo>
                  <a:lnTo>
                    <a:pt x="64547" y="44499"/>
                  </a:lnTo>
                  <a:lnTo>
                    <a:pt x="64980" y="44232"/>
                  </a:lnTo>
                  <a:lnTo>
                    <a:pt x="65447" y="44299"/>
                  </a:lnTo>
                  <a:lnTo>
                    <a:pt x="65847" y="44132"/>
                  </a:lnTo>
                  <a:lnTo>
                    <a:pt x="66381" y="44232"/>
                  </a:lnTo>
                  <a:lnTo>
                    <a:pt x="66882" y="44099"/>
                  </a:lnTo>
                  <a:lnTo>
                    <a:pt x="67215" y="43732"/>
                  </a:lnTo>
                  <a:lnTo>
                    <a:pt x="67715" y="43598"/>
                  </a:lnTo>
                  <a:lnTo>
                    <a:pt x="68116" y="43265"/>
                  </a:lnTo>
                  <a:lnTo>
                    <a:pt x="68616" y="43198"/>
                  </a:lnTo>
                  <a:lnTo>
                    <a:pt x="68950" y="42764"/>
                  </a:lnTo>
                  <a:lnTo>
                    <a:pt x="69483" y="42898"/>
                  </a:lnTo>
                  <a:lnTo>
                    <a:pt x="69917" y="42798"/>
                  </a:lnTo>
                  <a:lnTo>
                    <a:pt x="70384" y="42864"/>
                  </a:lnTo>
                  <a:lnTo>
                    <a:pt x="70884" y="42931"/>
                  </a:lnTo>
                  <a:lnTo>
                    <a:pt x="71351" y="42898"/>
                  </a:lnTo>
                  <a:lnTo>
                    <a:pt x="71718" y="42698"/>
                  </a:lnTo>
                  <a:lnTo>
                    <a:pt x="71718" y="934"/>
                  </a:lnTo>
                  <a:lnTo>
                    <a:pt x="71418" y="834"/>
                  </a:lnTo>
                  <a:lnTo>
                    <a:pt x="70918" y="934"/>
                  </a:lnTo>
                  <a:lnTo>
                    <a:pt x="70451" y="1168"/>
                  </a:lnTo>
                  <a:lnTo>
                    <a:pt x="69950" y="1168"/>
                  </a:lnTo>
                  <a:lnTo>
                    <a:pt x="69450" y="1035"/>
                  </a:lnTo>
                  <a:lnTo>
                    <a:pt x="68950" y="1301"/>
                  </a:lnTo>
                  <a:lnTo>
                    <a:pt x="68449" y="1068"/>
                  </a:lnTo>
                  <a:lnTo>
                    <a:pt x="67882" y="1201"/>
                  </a:lnTo>
                  <a:lnTo>
                    <a:pt x="67449" y="734"/>
                  </a:lnTo>
                  <a:lnTo>
                    <a:pt x="66882" y="901"/>
                  </a:lnTo>
                  <a:lnTo>
                    <a:pt x="66381" y="634"/>
                  </a:lnTo>
                  <a:lnTo>
                    <a:pt x="65814" y="734"/>
                  </a:lnTo>
                  <a:lnTo>
                    <a:pt x="65347" y="434"/>
                  </a:lnTo>
                  <a:lnTo>
                    <a:pt x="64847" y="234"/>
                  </a:lnTo>
                  <a:lnTo>
                    <a:pt x="64280" y="267"/>
                  </a:lnTo>
                  <a:lnTo>
                    <a:pt x="63779" y="67"/>
                  </a:lnTo>
                  <a:lnTo>
                    <a:pt x="63246" y="267"/>
                  </a:lnTo>
                  <a:lnTo>
                    <a:pt x="62745" y="134"/>
                  </a:lnTo>
                  <a:lnTo>
                    <a:pt x="62245" y="0"/>
                  </a:lnTo>
                  <a:lnTo>
                    <a:pt x="61745" y="201"/>
                  </a:lnTo>
                  <a:lnTo>
                    <a:pt x="61211" y="34"/>
                  </a:lnTo>
                  <a:lnTo>
                    <a:pt x="60677" y="101"/>
                  </a:lnTo>
                  <a:lnTo>
                    <a:pt x="60310" y="534"/>
                  </a:lnTo>
                  <a:lnTo>
                    <a:pt x="59776" y="467"/>
                  </a:lnTo>
                  <a:lnTo>
                    <a:pt x="59309" y="634"/>
                  </a:lnTo>
                  <a:lnTo>
                    <a:pt x="58809" y="601"/>
                  </a:lnTo>
                  <a:lnTo>
                    <a:pt x="58342" y="701"/>
                  </a:lnTo>
                  <a:lnTo>
                    <a:pt x="57908" y="901"/>
                  </a:lnTo>
                  <a:lnTo>
                    <a:pt x="57375" y="801"/>
                  </a:lnTo>
                  <a:lnTo>
                    <a:pt x="56974" y="1235"/>
                  </a:lnTo>
                  <a:lnTo>
                    <a:pt x="56474" y="1201"/>
                  </a:lnTo>
                  <a:lnTo>
                    <a:pt x="55974" y="1035"/>
                  </a:lnTo>
                  <a:lnTo>
                    <a:pt x="55507" y="1301"/>
                  </a:lnTo>
                  <a:lnTo>
                    <a:pt x="55006" y="1435"/>
                  </a:lnTo>
                  <a:lnTo>
                    <a:pt x="54539" y="1335"/>
                  </a:lnTo>
                  <a:lnTo>
                    <a:pt x="54039" y="1135"/>
                  </a:lnTo>
                  <a:lnTo>
                    <a:pt x="53572" y="1201"/>
                  </a:lnTo>
                  <a:lnTo>
                    <a:pt x="53072" y="1135"/>
                  </a:lnTo>
                  <a:lnTo>
                    <a:pt x="52571" y="1068"/>
                  </a:lnTo>
                  <a:lnTo>
                    <a:pt x="51971" y="1101"/>
                  </a:lnTo>
                  <a:lnTo>
                    <a:pt x="51437" y="1035"/>
                  </a:lnTo>
                  <a:lnTo>
                    <a:pt x="51004" y="801"/>
                  </a:lnTo>
                  <a:lnTo>
                    <a:pt x="50537" y="801"/>
                  </a:lnTo>
                  <a:lnTo>
                    <a:pt x="50103" y="734"/>
                  </a:lnTo>
                  <a:lnTo>
                    <a:pt x="49636" y="901"/>
                  </a:lnTo>
                  <a:lnTo>
                    <a:pt x="49202" y="1168"/>
                  </a:lnTo>
                  <a:lnTo>
                    <a:pt x="48735" y="1068"/>
                  </a:lnTo>
                  <a:lnTo>
                    <a:pt x="48302" y="1235"/>
                  </a:lnTo>
                  <a:lnTo>
                    <a:pt x="47768" y="1068"/>
                  </a:lnTo>
                  <a:lnTo>
                    <a:pt x="47268" y="1168"/>
                  </a:lnTo>
                  <a:lnTo>
                    <a:pt x="46901" y="1535"/>
                  </a:lnTo>
                  <a:lnTo>
                    <a:pt x="46400" y="1635"/>
                  </a:lnTo>
                  <a:lnTo>
                    <a:pt x="46000" y="1935"/>
                  </a:lnTo>
                  <a:lnTo>
                    <a:pt x="45500" y="1969"/>
                  </a:lnTo>
                  <a:lnTo>
                    <a:pt x="45133" y="2436"/>
                  </a:lnTo>
                  <a:lnTo>
                    <a:pt x="44632" y="2269"/>
                  </a:lnTo>
                  <a:lnTo>
                    <a:pt x="44165" y="2302"/>
                  </a:lnTo>
                  <a:lnTo>
                    <a:pt x="43698" y="2235"/>
                  </a:lnTo>
                  <a:lnTo>
                    <a:pt x="43231" y="2169"/>
                  </a:lnTo>
                  <a:lnTo>
                    <a:pt x="42764" y="2169"/>
                  </a:lnTo>
                  <a:lnTo>
                    <a:pt x="42264" y="2369"/>
                  </a:lnTo>
                  <a:lnTo>
                    <a:pt x="41730" y="2202"/>
                  </a:lnTo>
                  <a:lnTo>
                    <a:pt x="41230" y="2469"/>
                  </a:lnTo>
                  <a:lnTo>
                    <a:pt x="40730" y="2536"/>
                  </a:lnTo>
                  <a:lnTo>
                    <a:pt x="40229" y="2135"/>
                  </a:lnTo>
                  <a:lnTo>
                    <a:pt x="39729" y="2235"/>
                  </a:lnTo>
                  <a:lnTo>
                    <a:pt x="39228" y="2169"/>
                  </a:lnTo>
                  <a:lnTo>
                    <a:pt x="38695" y="2436"/>
                  </a:lnTo>
                  <a:lnTo>
                    <a:pt x="38194" y="2369"/>
                  </a:lnTo>
                  <a:lnTo>
                    <a:pt x="37694" y="2169"/>
                  </a:lnTo>
                  <a:lnTo>
                    <a:pt x="37194" y="2502"/>
                  </a:lnTo>
                  <a:lnTo>
                    <a:pt x="36693" y="2369"/>
                  </a:lnTo>
                  <a:lnTo>
                    <a:pt x="36160" y="2335"/>
                  </a:lnTo>
                  <a:lnTo>
                    <a:pt x="35659" y="2502"/>
                  </a:lnTo>
                  <a:lnTo>
                    <a:pt x="35159" y="2202"/>
                  </a:lnTo>
                  <a:lnTo>
                    <a:pt x="34625" y="2335"/>
                  </a:lnTo>
                  <a:lnTo>
                    <a:pt x="34125" y="2436"/>
                  </a:lnTo>
                  <a:lnTo>
                    <a:pt x="33591" y="2202"/>
                  </a:lnTo>
                  <a:lnTo>
                    <a:pt x="33091" y="2569"/>
                  </a:lnTo>
                  <a:lnTo>
                    <a:pt x="32590" y="2436"/>
                  </a:lnTo>
                  <a:lnTo>
                    <a:pt x="32057" y="2469"/>
                  </a:lnTo>
                  <a:lnTo>
                    <a:pt x="31556" y="2536"/>
                  </a:lnTo>
                  <a:lnTo>
                    <a:pt x="31056" y="2269"/>
                  </a:lnTo>
                  <a:lnTo>
                    <a:pt x="30522" y="2569"/>
                  </a:lnTo>
                  <a:lnTo>
                    <a:pt x="30022" y="2369"/>
                  </a:lnTo>
                  <a:lnTo>
                    <a:pt x="29522" y="2502"/>
                  </a:lnTo>
                  <a:lnTo>
                    <a:pt x="28988" y="2569"/>
                  </a:lnTo>
                  <a:lnTo>
                    <a:pt x="28487" y="2569"/>
                  </a:lnTo>
                  <a:lnTo>
                    <a:pt x="27987" y="2736"/>
                  </a:lnTo>
                  <a:lnTo>
                    <a:pt x="27487" y="2636"/>
                  </a:lnTo>
                  <a:lnTo>
                    <a:pt x="26986" y="2869"/>
                  </a:lnTo>
                  <a:lnTo>
                    <a:pt x="26453" y="2736"/>
                  </a:lnTo>
                  <a:lnTo>
                    <a:pt x="26019" y="3103"/>
                  </a:lnTo>
                  <a:lnTo>
                    <a:pt x="25452" y="3003"/>
                  </a:lnTo>
                  <a:lnTo>
                    <a:pt x="24952" y="3036"/>
                  </a:lnTo>
                  <a:lnTo>
                    <a:pt x="24418" y="3003"/>
                  </a:lnTo>
                  <a:lnTo>
                    <a:pt x="23984" y="3370"/>
                  </a:lnTo>
                  <a:lnTo>
                    <a:pt x="23417" y="3370"/>
                  </a:lnTo>
                  <a:lnTo>
                    <a:pt x="22850" y="3470"/>
                  </a:lnTo>
                  <a:lnTo>
                    <a:pt x="22350" y="3703"/>
                  </a:lnTo>
                  <a:lnTo>
                    <a:pt x="21849" y="3970"/>
                  </a:lnTo>
                  <a:lnTo>
                    <a:pt x="21349" y="3803"/>
                  </a:lnTo>
                  <a:lnTo>
                    <a:pt x="20882" y="4003"/>
                  </a:lnTo>
                  <a:lnTo>
                    <a:pt x="20415" y="3903"/>
                  </a:lnTo>
                  <a:lnTo>
                    <a:pt x="19948" y="3903"/>
                  </a:lnTo>
                  <a:lnTo>
                    <a:pt x="19414" y="3937"/>
                  </a:lnTo>
                  <a:lnTo>
                    <a:pt x="18914" y="3770"/>
                  </a:lnTo>
                  <a:lnTo>
                    <a:pt x="18414" y="3970"/>
                  </a:lnTo>
                  <a:lnTo>
                    <a:pt x="17913" y="3703"/>
                  </a:lnTo>
                  <a:lnTo>
                    <a:pt x="17413" y="3736"/>
                  </a:lnTo>
                  <a:lnTo>
                    <a:pt x="16879" y="3970"/>
                  </a:lnTo>
                  <a:lnTo>
                    <a:pt x="16412" y="3670"/>
                  </a:lnTo>
                  <a:lnTo>
                    <a:pt x="15878" y="3837"/>
                  </a:lnTo>
                  <a:lnTo>
                    <a:pt x="15411" y="3670"/>
                  </a:lnTo>
                  <a:lnTo>
                    <a:pt x="14878" y="3803"/>
                  </a:lnTo>
                  <a:lnTo>
                    <a:pt x="14411" y="3636"/>
                  </a:lnTo>
                  <a:lnTo>
                    <a:pt x="13910" y="3536"/>
                  </a:lnTo>
                  <a:lnTo>
                    <a:pt x="13510" y="3169"/>
                  </a:lnTo>
                  <a:lnTo>
                    <a:pt x="13010" y="3036"/>
                  </a:lnTo>
                  <a:lnTo>
                    <a:pt x="12476" y="3169"/>
                  </a:lnTo>
                  <a:lnTo>
                    <a:pt x="12009" y="2903"/>
                  </a:lnTo>
                  <a:lnTo>
                    <a:pt x="11475" y="2836"/>
                  </a:lnTo>
                  <a:lnTo>
                    <a:pt x="10908" y="3069"/>
                  </a:lnTo>
                  <a:lnTo>
                    <a:pt x="10441" y="2702"/>
                  </a:lnTo>
                  <a:lnTo>
                    <a:pt x="9941" y="2702"/>
                  </a:lnTo>
                  <a:lnTo>
                    <a:pt x="9374" y="2736"/>
                  </a:lnTo>
                  <a:lnTo>
                    <a:pt x="8840" y="2702"/>
                  </a:lnTo>
                  <a:lnTo>
                    <a:pt x="8273" y="2669"/>
                  </a:lnTo>
                  <a:lnTo>
                    <a:pt x="7773" y="2369"/>
                  </a:lnTo>
                  <a:lnTo>
                    <a:pt x="7239" y="2736"/>
                  </a:lnTo>
                  <a:lnTo>
                    <a:pt x="6739" y="2736"/>
                  </a:lnTo>
                  <a:lnTo>
                    <a:pt x="6205" y="2436"/>
                  </a:lnTo>
                  <a:lnTo>
                    <a:pt x="5738" y="2802"/>
                  </a:lnTo>
                  <a:lnTo>
                    <a:pt x="5137" y="2602"/>
                  </a:lnTo>
                  <a:lnTo>
                    <a:pt x="4804" y="3136"/>
                  </a:lnTo>
                  <a:lnTo>
                    <a:pt x="4270" y="3069"/>
                  </a:lnTo>
                  <a:lnTo>
                    <a:pt x="3870" y="3370"/>
                  </a:lnTo>
                  <a:lnTo>
                    <a:pt x="3403" y="3536"/>
                  </a:lnTo>
                  <a:lnTo>
                    <a:pt x="2936" y="3636"/>
                  </a:lnTo>
                  <a:lnTo>
                    <a:pt x="2469" y="3770"/>
                  </a:lnTo>
                  <a:lnTo>
                    <a:pt x="1935" y="3670"/>
                  </a:lnTo>
                  <a:lnTo>
                    <a:pt x="1535" y="4103"/>
                  </a:lnTo>
                  <a:lnTo>
                    <a:pt x="1001" y="3903"/>
                  </a:lnTo>
                  <a:lnTo>
                    <a:pt x="568" y="4137"/>
                  </a:lnTo>
                  <a:lnTo>
                    <a:pt x="67" y="4137"/>
                  </a:lnTo>
                  <a:lnTo>
                    <a:pt x="0" y="4170"/>
                  </a:lnTo>
                  <a:lnTo>
                    <a:pt x="0" y="46967"/>
                  </a:lnTo>
                  <a:lnTo>
                    <a:pt x="201" y="46867"/>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0" i="1">
                <a:latin typeface="Montserrat ExtraBold" panose="00000900000000000000" pitchFamily="2" charset="0"/>
              </a:endParaRPr>
            </a:p>
          </p:txBody>
        </p:sp>
        <p:sp>
          <p:nvSpPr>
            <p:cNvPr id="6" name="Google Shape;847;p32">
              <a:extLst>
                <a:ext uri="{FF2B5EF4-FFF2-40B4-BE49-F238E27FC236}">
                  <a16:creationId xmlns:a16="http://schemas.microsoft.com/office/drawing/2014/main" id="{F92BE472-4BFC-FCAA-B81E-51F7969B1303}"/>
                </a:ext>
              </a:extLst>
            </p:cNvPr>
            <p:cNvSpPr/>
            <p:nvPr/>
          </p:nvSpPr>
          <p:spPr>
            <a:xfrm>
              <a:off x="6268229" y="2761728"/>
              <a:ext cx="2821246" cy="212619"/>
            </a:xfrm>
            <a:custGeom>
              <a:avLst/>
              <a:gdLst/>
              <a:ahLst/>
              <a:cxnLst/>
              <a:rect l="l" t="t" r="r" b="b"/>
              <a:pathLst>
                <a:path w="71719" h="5405" extrusionOk="0">
                  <a:moveTo>
                    <a:pt x="2102" y="4871"/>
                  </a:moveTo>
                  <a:lnTo>
                    <a:pt x="2569" y="4871"/>
                  </a:lnTo>
                  <a:lnTo>
                    <a:pt x="3103" y="4837"/>
                  </a:lnTo>
                  <a:lnTo>
                    <a:pt x="3670" y="4971"/>
                  </a:lnTo>
                  <a:lnTo>
                    <a:pt x="4170" y="4837"/>
                  </a:lnTo>
                  <a:lnTo>
                    <a:pt x="4704" y="4771"/>
                  </a:lnTo>
                  <a:lnTo>
                    <a:pt x="5238" y="4671"/>
                  </a:lnTo>
                  <a:lnTo>
                    <a:pt x="5771" y="4804"/>
                  </a:lnTo>
                  <a:lnTo>
                    <a:pt x="6272" y="4804"/>
                  </a:lnTo>
                  <a:lnTo>
                    <a:pt x="6805" y="4937"/>
                  </a:lnTo>
                  <a:lnTo>
                    <a:pt x="7306" y="4904"/>
                  </a:lnTo>
                  <a:lnTo>
                    <a:pt x="7773" y="4671"/>
                  </a:lnTo>
                  <a:lnTo>
                    <a:pt x="8273" y="4871"/>
                  </a:lnTo>
                  <a:lnTo>
                    <a:pt x="8773" y="4871"/>
                  </a:lnTo>
                  <a:lnTo>
                    <a:pt x="9240" y="4637"/>
                  </a:lnTo>
                  <a:lnTo>
                    <a:pt x="9741" y="4871"/>
                  </a:lnTo>
                  <a:lnTo>
                    <a:pt x="10241" y="4837"/>
                  </a:lnTo>
                  <a:lnTo>
                    <a:pt x="10675" y="4537"/>
                  </a:lnTo>
                  <a:lnTo>
                    <a:pt x="11175" y="4571"/>
                  </a:lnTo>
                  <a:lnTo>
                    <a:pt x="11642" y="4337"/>
                  </a:lnTo>
                  <a:lnTo>
                    <a:pt x="12142" y="4404"/>
                  </a:lnTo>
                  <a:lnTo>
                    <a:pt x="12609" y="4304"/>
                  </a:lnTo>
                  <a:lnTo>
                    <a:pt x="13110" y="4470"/>
                  </a:lnTo>
                  <a:lnTo>
                    <a:pt x="13610" y="4370"/>
                  </a:lnTo>
                  <a:lnTo>
                    <a:pt x="14111" y="4437"/>
                  </a:lnTo>
                  <a:lnTo>
                    <a:pt x="14578" y="4270"/>
                  </a:lnTo>
                  <a:lnTo>
                    <a:pt x="15078" y="4337"/>
                  </a:lnTo>
                  <a:lnTo>
                    <a:pt x="15578" y="4370"/>
                  </a:lnTo>
                  <a:lnTo>
                    <a:pt x="16045" y="4304"/>
                  </a:lnTo>
                  <a:lnTo>
                    <a:pt x="16512" y="4003"/>
                  </a:lnTo>
                  <a:lnTo>
                    <a:pt x="17013" y="4070"/>
                  </a:lnTo>
                  <a:lnTo>
                    <a:pt x="17480" y="4137"/>
                  </a:lnTo>
                  <a:lnTo>
                    <a:pt x="17980" y="4070"/>
                  </a:lnTo>
                  <a:lnTo>
                    <a:pt x="18447" y="3870"/>
                  </a:lnTo>
                  <a:lnTo>
                    <a:pt x="18914" y="4037"/>
                  </a:lnTo>
                  <a:lnTo>
                    <a:pt x="19448" y="3837"/>
                  </a:lnTo>
                  <a:lnTo>
                    <a:pt x="19881" y="4070"/>
                  </a:lnTo>
                  <a:lnTo>
                    <a:pt x="20382" y="4270"/>
                  </a:lnTo>
                  <a:lnTo>
                    <a:pt x="20849" y="4337"/>
                  </a:lnTo>
                  <a:lnTo>
                    <a:pt x="21382" y="4170"/>
                  </a:lnTo>
                  <a:lnTo>
                    <a:pt x="21849" y="4437"/>
                  </a:lnTo>
                  <a:lnTo>
                    <a:pt x="22316" y="4604"/>
                  </a:lnTo>
                  <a:lnTo>
                    <a:pt x="22817" y="4604"/>
                  </a:lnTo>
                  <a:lnTo>
                    <a:pt x="23284" y="4871"/>
                  </a:lnTo>
                  <a:lnTo>
                    <a:pt x="23684" y="5004"/>
                  </a:lnTo>
                  <a:lnTo>
                    <a:pt x="24118" y="4804"/>
                  </a:lnTo>
                  <a:lnTo>
                    <a:pt x="24551" y="5104"/>
                  </a:lnTo>
                  <a:lnTo>
                    <a:pt x="25018" y="5071"/>
                  </a:lnTo>
                  <a:lnTo>
                    <a:pt x="25452" y="4704"/>
                  </a:lnTo>
                  <a:lnTo>
                    <a:pt x="25952" y="4937"/>
                  </a:lnTo>
                  <a:lnTo>
                    <a:pt x="26453" y="5038"/>
                  </a:lnTo>
                  <a:lnTo>
                    <a:pt x="26920" y="4937"/>
                  </a:lnTo>
                  <a:lnTo>
                    <a:pt x="27353" y="4604"/>
                  </a:lnTo>
                  <a:lnTo>
                    <a:pt x="27887" y="4904"/>
                  </a:lnTo>
                  <a:lnTo>
                    <a:pt x="28387" y="4771"/>
                  </a:lnTo>
                  <a:lnTo>
                    <a:pt x="28888" y="4771"/>
                  </a:lnTo>
                  <a:lnTo>
                    <a:pt x="29355" y="4571"/>
                  </a:lnTo>
                  <a:lnTo>
                    <a:pt x="29855" y="4437"/>
                  </a:lnTo>
                  <a:lnTo>
                    <a:pt x="30322" y="4437"/>
                  </a:lnTo>
                  <a:lnTo>
                    <a:pt x="30856" y="4537"/>
                  </a:lnTo>
                  <a:lnTo>
                    <a:pt x="31323" y="4404"/>
                  </a:lnTo>
                  <a:lnTo>
                    <a:pt x="31823" y="4404"/>
                  </a:lnTo>
                  <a:lnTo>
                    <a:pt x="32324" y="4437"/>
                  </a:lnTo>
                  <a:lnTo>
                    <a:pt x="32824" y="4504"/>
                  </a:lnTo>
                  <a:lnTo>
                    <a:pt x="33324" y="4437"/>
                  </a:lnTo>
                  <a:lnTo>
                    <a:pt x="33791" y="4270"/>
                  </a:lnTo>
                  <a:lnTo>
                    <a:pt x="34292" y="4204"/>
                  </a:lnTo>
                  <a:lnTo>
                    <a:pt x="34792" y="4304"/>
                  </a:lnTo>
                  <a:lnTo>
                    <a:pt x="35292" y="4170"/>
                  </a:lnTo>
                  <a:lnTo>
                    <a:pt x="35793" y="4037"/>
                  </a:lnTo>
                  <a:lnTo>
                    <a:pt x="36260" y="3937"/>
                  </a:lnTo>
                  <a:lnTo>
                    <a:pt x="36760" y="4070"/>
                  </a:lnTo>
                  <a:lnTo>
                    <a:pt x="37227" y="3937"/>
                  </a:lnTo>
                  <a:lnTo>
                    <a:pt x="37727" y="3970"/>
                  </a:lnTo>
                  <a:lnTo>
                    <a:pt x="38194" y="3703"/>
                  </a:lnTo>
                  <a:lnTo>
                    <a:pt x="38661" y="3703"/>
                  </a:lnTo>
                  <a:lnTo>
                    <a:pt x="39162" y="3837"/>
                  </a:lnTo>
                  <a:lnTo>
                    <a:pt x="39662" y="4137"/>
                  </a:lnTo>
                  <a:lnTo>
                    <a:pt x="40196" y="3937"/>
                  </a:lnTo>
                  <a:lnTo>
                    <a:pt x="40730" y="4137"/>
                  </a:lnTo>
                  <a:lnTo>
                    <a:pt x="41230" y="4070"/>
                  </a:lnTo>
                  <a:lnTo>
                    <a:pt x="41764" y="4104"/>
                  </a:lnTo>
                  <a:lnTo>
                    <a:pt x="42297" y="4070"/>
                  </a:lnTo>
                  <a:lnTo>
                    <a:pt x="42798" y="4204"/>
                  </a:lnTo>
                  <a:lnTo>
                    <a:pt x="43265" y="4070"/>
                  </a:lnTo>
                  <a:lnTo>
                    <a:pt x="43732" y="3803"/>
                  </a:lnTo>
                  <a:lnTo>
                    <a:pt x="44232" y="3803"/>
                  </a:lnTo>
                  <a:lnTo>
                    <a:pt x="44732" y="3903"/>
                  </a:lnTo>
                  <a:lnTo>
                    <a:pt x="45199" y="3603"/>
                  </a:lnTo>
                  <a:lnTo>
                    <a:pt x="45733" y="3803"/>
                  </a:lnTo>
                  <a:lnTo>
                    <a:pt x="46300" y="3637"/>
                  </a:lnTo>
                  <a:lnTo>
                    <a:pt x="46734" y="4104"/>
                  </a:lnTo>
                  <a:lnTo>
                    <a:pt x="47301" y="3870"/>
                  </a:lnTo>
                  <a:lnTo>
                    <a:pt x="47801" y="4137"/>
                  </a:lnTo>
                  <a:lnTo>
                    <a:pt x="48368" y="4003"/>
                  </a:lnTo>
                  <a:lnTo>
                    <a:pt x="48869" y="4270"/>
                  </a:lnTo>
                  <a:lnTo>
                    <a:pt x="49402" y="4437"/>
                  </a:lnTo>
                  <a:lnTo>
                    <a:pt x="49969" y="4370"/>
                  </a:lnTo>
                  <a:lnTo>
                    <a:pt x="50436" y="4537"/>
                  </a:lnTo>
                  <a:lnTo>
                    <a:pt x="50970" y="4337"/>
                  </a:lnTo>
                  <a:lnTo>
                    <a:pt x="51471" y="4437"/>
                  </a:lnTo>
                  <a:lnTo>
                    <a:pt x="52004" y="4537"/>
                  </a:lnTo>
                  <a:lnTo>
                    <a:pt x="52471" y="4337"/>
                  </a:lnTo>
                  <a:lnTo>
                    <a:pt x="53038" y="4437"/>
                  </a:lnTo>
                  <a:lnTo>
                    <a:pt x="53539" y="4337"/>
                  </a:lnTo>
                  <a:lnTo>
                    <a:pt x="53906" y="3903"/>
                  </a:lnTo>
                  <a:lnTo>
                    <a:pt x="54439" y="3937"/>
                  </a:lnTo>
                  <a:lnTo>
                    <a:pt x="54873" y="3737"/>
                  </a:lnTo>
                  <a:lnTo>
                    <a:pt x="55373" y="3737"/>
                  </a:lnTo>
                  <a:lnTo>
                    <a:pt x="55840" y="3603"/>
                  </a:lnTo>
                  <a:lnTo>
                    <a:pt x="56274" y="3403"/>
                  </a:lnTo>
                  <a:lnTo>
                    <a:pt x="56808" y="3470"/>
                  </a:lnTo>
                  <a:lnTo>
                    <a:pt x="57208" y="3003"/>
                  </a:lnTo>
                  <a:lnTo>
                    <a:pt x="57708" y="3036"/>
                  </a:lnTo>
                  <a:lnTo>
                    <a:pt x="58209" y="3170"/>
                  </a:lnTo>
                  <a:lnTo>
                    <a:pt x="58642" y="2869"/>
                  </a:lnTo>
                  <a:lnTo>
                    <a:pt x="59143" y="2703"/>
                  </a:lnTo>
                  <a:lnTo>
                    <a:pt x="59643" y="2803"/>
                  </a:lnTo>
                  <a:lnTo>
                    <a:pt x="60143" y="2969"/>
                  </a:lnTo>
                  <a:lnTo>
                    <a:pt x="60610" y="2869"/>
                  </a:lnTo>
                  <a:lnTo>
                    <a:pt x="61077" y="2903"/>
                  </a:lnTo>
                  <a:lnTo>
                    <a:pt x="61611" y="2969"/>
                  </a:lnTo>
                  <a:lnTo>
                    <a:pt x="62178" y="2869"/>
                  </a:lnTo>
                  <a:lnTo>
                    <a:pt x="62745" y="2936"/>
                  </a:lnTo>
                  <a:lnTo>
                    <a:pt x="63179" y="3136"/>
                  </a:lnTo>
                  <a:lnTo>
                    <a:pt x="63646" y="3103"/>
                  </a:lnTo>
                  <a:lnTo>
                    <a:pt x="64080" y="3136"/>
                  </a:lnTo>
                  <a:lnTo>
                    <a:pt x="64547" y="2936"/>
                  </a:lnTo>
                  <a:lnTo>
                    <a:pt x="64980" y="2669"/>
                  </a:lnTo>
                  <a:lnTo>
                    <a:pt x="65447" y="2736"/>
                  </a:lnTo>
                  <a:lnTo>
                    <a:pt x="65847" y="2569"/>
                  </a:lnTo>
                  <a:lnTo>
                    <a:pt x="66381" y="2669"/>
                  </a:lnTo>
                  <a:lnTo>
                    <a:pt x="66882" y="2536"/>
                  </a:lnTo>
                  <a:lnTo>
                    <a:pt x="67215" y="2169"/>
                  </a:lnTo>
                  <a:lnTo>
                    <a:pt x="67715" y="2035"/>
                  </a:lnTo>
                  <a:lnTo>
                    <a:pt x="68116" y="1702"/>
                  </a:lnTo>
                  <a:lnTo>
                    <a:pt x="68616" y="1635"/>
                  </a:lnTo>
                  <a:lnTo>
                    <a:pt x="68950" y="1201"/>
                  </a:lnTo>
                  <a:lnTo>
                    <a:pt x="69483" y="1335"/>
                  </a:lnTo>
                  <a:lnTo>
                    <a:pt x="69917" y="1235"/>
                  </a:lnTo>
                  <a:lnTo>
                    <a:pt x="70384" y="1301"/>
                  </a:lnTo>
                  <a:lnTo>
                    <a:pt x="70884" y="1368"/>
                  </a:lnTo>
                  <a:lnTo>
                    <a:pt x="71351" y="1335"/>
                  </a:lnTo>
                  <a:lnTo>
                    <a:pt x="71718" y="1135"/>
                  </a:lnTo>
                  <a:lnTo>
                    <a:pt x="71718" y="167"/>
                  </a:lnTo>
                  <a:lnTo>
                    <a:pt x="71718" y="167"/>
                  </a:lnTo>
                  <a:lnTo>
                    <a:pt x="71218" y="101"/>
                  </a:lnTo>
                  <a:lnTo>
                    <a:pt x="70751" y="67"/>
                  </a:lnTo>
                  <a:lnTo>
                    <a:pt x="70317" y="134"/>
                  </a:lnTo>
                  <a:lnTo>
                    <a:pt x="69784" y="1"/>
                  </a:lnTo>
                  <a:lnTo>
                    <a:pt x="69450" y="468"/>
                  </a:lnTo>
                  <a:lnTo>
                    <a:pt x="68950" y="534"/>
                  </a:lnTo>
                  <a:lnTo>
                    <a:pt x="68549" y="834"/>
                  </a:lnTo>
                  <a:lnTo>
                    <a:pt x="68049" y="968"/>
                  </a:lnTo>
                  <a:lnTo>
                    <a:pt x="67715" y="1368"/>
                  </a:lnTo>
                  <a:lnTo>
                    <a:pt x="67215" y="1502"/>
                  </a:lnTo>
                  <a:lnTo>
                    <a:pt x="66681" y="1368"/>
                  </a:lnTo>
                  <a:lnTo>
                    <a:pt x="66281" y="1535"/>
                  </a:lnTo>
                  <a:lnTo>
                    <a:pt x="65814" y="1502"/>
                  </a:lnTo>
                  <a:lnTo>
                    <a:pt x="65380" y="1768"/>
                  </a:lnTo>
                  <a:lnTo>
                    <a:pt x="64913" y="1969"/>
                  </a:lnTo>
                  <a:lnTo>
                    <a:pt x="64480" y="1935"/>
                  </a:lnTo>
                  <a:lnTo>
                    <a:pt x="64013" y="1969"/>
                  </a:lnTo>
                  <a:lnTo>
                    <a:pt x="63579" y="1768"/>
                  </a:lnTo>
                  <a:lnTo>
                    <a:pt x="63012" y="1735"/>
                  </a:lnTo>
                  <a:lnTo>
                    <a:pt x="62445" y="1802"/>
                  </a:lnTo>
                  <a:lnTo>
                    <a:pt x="61945" y="1735"/>
                  </a:lnTo>
                  <a:lnTo>
                    <a:pt x="61444" y="1702"/>
                  </a:lnTo>
                  <a:lnTo>
                    <a:pt x="60977" y="1802"/>
                  </a:lnTo>
                  <a:lnTo>
                    <a:pt x="60477" y="1635"/>
                  </a:lnTo>
                  <a:lnTo>
                    <a:pt x="59977" y="1568"/>
                  </a:lnTo>
                  <a:lnTo>
                    <a:pt x="59510" y="1702"/>
                  </a:lnTo>
                  <a:lnTo>
                    <a:pt x="59043" y="2002"/>
                  </a:lnTo>
                  <a:lnTo>
                    <a:pt x="58542" y="1869"/>
                  </a:lnTo>
                  <a:lnTo>
                    <a:pt x="58042" y="1869"/>
                  </a:lnTo>
                  <a:lnTo>
                    <a:pt x="57642" y="2336"/>
                  </a:lnTo>
                  <a:lnTo>
                    <a:pt x="57141" y="2269"/>
                  </a:lnTo>
                  <a:lnTo>
                    <a:pt x="56674" y="2469"/>
                  </a:lnTo>
                  <a:lnTo>
                    <a:pt x="56241" y="2602"/>
                  </a:lnTo>
                  <a:lnTo>
                    <a:pt x="55707" y="2602"/>
                  </a:lnTo>
                  <a:lnTo>
                    <a:pt x="55273" y="2803"/>
                  </a:lnTo>
                  <a:lnTo>
                    <a:pt x="54740" y="2803"/>
                  </a:lnTo>
                  <a:lnTo>
                    <a:pt x="54406" y="3203"/>
                  </a:lnTo>
                  <a:lnTo>
                    <a:pt x="53872" y="3303"/>
                  </a:lnTo>
                  <a:lnTo>
                    <a:pt x="53339" y="3203"/>
                  </a:lnTo>
                  <a:lnTo>
                    <a:pt x="52838" y="3436"/>
                  </a:lnTo>
                  <a:lnTo>
                    <a:pt x="52338" y="3303"/>
                  </a:lnTo>
                  <a:lnTo>
                    <a:pt x="51837" y="3236"/>
                  </a:lnTo>
                  <a:lnTo>
                    <a:pt x="51304" y="3436"/>
                  </a:lnTo>
                  <a:lnTo>
                    <a:pt x="50803" y="3270"/>
                  </a:lnTo>
                  <a:lnTo>
                    <a:pt x="50236" y="3336"/>
                  </a:lnTo>
                  <a:lnTo>
                    <a:pt x="49736" y="3170"/>
                  </a:lnTo>
                  <a:lnTo>
                    <a:pt x="49236" y="2869"/>
                  </a:lnTo>
                  <a:lnTo>
                    <a:pt x="48669" y="3036"/>
                  </a:lnTo>
                  <a:lnTo>
                    <a:pt x="48135" y="2769"/>
                  </a:lnTo>
                  <a:lnTo>
                    <a:pt x="47601" y="3003"/>
                  </a:lnTo>
                  <a:lnTo>
                    <a:pt x="47134" y="2569"/>
                  </a:lnTo>
                  <a:lnTo>
                    <a:pt x="46600" y="2703"/>
                  </a:lnTo>
                  <a:lnTo>
                    <a:pt x="46067" y="2502"/>
                  </a:lnTo>
                  <a:lnTo>
                    <a:pt x="45566" y="2803"/>
                  </a:lnTo>
                  <a:lnTo>
                    <a:pt x="45066" y="2703"/>
                  </a:lnTo>
                  <a:lnTo>
                    <a:pt x="44599" y="2736"/>
                  </a:lnTo>
                  <a:lnTo>
                    <a:pt x="44132" y="2969"/>
                  </a:lnTo>
                  <a:lnTo>
                    <a:pt x="43632" y="3136"/>
                  </a:lnTo>
                  <a:lnTo>
                    <a:pt x="43131" y="3003"/>
                  </a:lnTo>
                  <a:lnTo>
                    <a:pt x="42598" y="3036"/>
                  </a:lnTo>
                  <a:lnTo>
                    <a:pt x="42097" y="3003"/>
                  </a:lnTo>
                  <a:lnTo>
                    <a:pt x="41563" y="3036"/>
                  </a:lnTo>
                  <a:lnTo>
                    <a:pt x="41030" y="2869"/>
                  </a:lnTo>
                  <a:lnTo>
                    <a:pt x="40496" y="3069"/>
                  </a:lnTo>
                  <a:lnTo>
                    <a:pt x="39996" y="2769"/>
                  </a:lnTo>
                  <a:lnTo>
                    <a:pt x="39529" y="2636"/>
                  </a:lnTo>
                  <a:lnTo>
                    <a:pt x="39028" y="2636"/>
                  </a:lnTo>
                  <a:lnTo>
                    <a:pt x="38561" y="2903"/>
                  </a:lnTo>
                  <a:lnTo>
                    <a:pt x="38061" y="2903"/>
                  </a:lnTo>
                  <a:lnTo>
                    <a:pt x="37594" y="3003"/>
                  </a:lnTo>
                  <a:lnTo>
                    <a:pt x="37094" y="2903"/>
                  </a:lnTo>
                  <a:lnTo>
                    <a:pt x="36627" y="3003"/>
                  </a:lnTo>
                  <a:lnTo>
                    <a:pt x="36126" y="3136"/>
                  </a:lnTo>
                  <a:lnTo>
                    <a:pt x="35659" y="3236"/>
                  </a:lnTo>
                  <a:lnTo>
                    <a:pt x="35159" y="3136"/>
                  </a:lnTo>
                  <a:lnTo>
                    <a:pt x="34659" y="3203"/>
                  </a:lnTo>
                  <a:lnTo>
                    <a:pt x="34158" y="3403"/>
                  </a:lnTo>
                  <a:lnTo>
                    <a:pt x="33691" y="3436"/>
                  </a:lnTo>
                  <a:lnTo>
                    <a:pt x="33157" y="3403"/>
                  </a:lnTo>
                  <a:lnTo>
                    <a:pt x="32657" y="3370"/>
                  </a:lnTo>
                  <a:lnTo>
                    <a:pt x="32190" y="3370"/>
                  </a:lnTo>
                  <a:lnTo>
                    <a:pt x="31690" y="3503"/>
                  </a:lnTo>
                  <a:lnTo>
                    <a:pt x="31189" y="3403"/>
                  </a:lnTo>
                  <a:lnTo>
                    <a:pt x="30689" y="3403"/>
                  </a:lnTo>
                  <a:lnTo>
                    <a:pt x="30189" y="3536"/>
                  </a:lnTo>
                  <a:lnTo>
                    <a:pt x="29722" y="3737"/>
                  </a:lnTo>
                  <a:lnTo>
                    <a:pt x="29221" y="3770"/>
                  </a:lnTo>
                  <a:lnTo>
                    <a:pt x="28754" y="3903"/>
                  </a:lnTo>
                  <a:lnTo>
                    <a:pt x="28221" y="3603"/>
                  </a:lnTo>
                  <a:lnTo>
                    <a:pt x="27754" y="3903"/>
                  </a:lnTo>
                  <a:lnTo>
                    <a:pt x="27287" y="4003"/>
                  </a:lnTo>
                  <a:lnTo>
                    <a:pt x="26820" y="3937"/>
                  </a:lnTo>
                  <a:lnTo>
                    <a:pt x="26319" y="3703"/>
                  </a:lnTo>
                  <a:lnTo>
                    <a:pt x="25852" y="4070"/>
                  </a:lnTo>
                  <a:lnTo>
                    <a:pt x="25385" y="4104"/>
                  </a:lnTo>
                  <a:lnTo>
                    <a:pt x="24985" y="3803"/>
                  </a:lnTo>
                  <a:lnTo>
                    <a:pt x="24518" y="4003"/>
                  </a:lnTo>
                  <a:lnTo>
                    <a:pt x="24118" y="3870"/>
                  </a:lnTo>
                  <a:lnTo>
                    <a:pt x="23684" y="3603"/>
                  </a:lnTo>
                  <a:lnTo>
                    <a:pt x="23150" y="3603"/>
                  </a:lnTo>
                  <a:lnTo>
                    <a:pt x="22683" y="3436"/>
                  </a:lnTo>
                  <a:lnTo>
                    <a:pt x="22250" y="3170"/>
                  </a:lnTo>
                  <a:lnTo>
                    <a:pt x="21716" y="3336"/>
                  </a:lnTo>
                  <a:lnTo>
                    <a:pt x="21216" y="3270"/>
                  </a:lnTo>
                  <a:lnTo>
                    <a:pt x="20749" y="3069"/>
                  </a:lnTo>
                  <a:lnTo>
                    <a:pt x="20282" y="2869"/>
                  </a:lnTo>
                  <a:lnTo>
                    <a:pt x="19781" y="3036"/>
                  </a:lnTo>
                  <a:lnTo>
                    <a:pt x="19281" y="2869"/>
                  </a:lnTo>
                  <a:lnTo>
                    <a:pt x="18814" y="3103"/>
                  </a:lnTo>
                  <a:lnTo>
                    <a:pt x="18347" y="3170"/>
                  </a:lnTo>
                  <a:lnTo>
                    <a:pt x="17847" y="3069"/>
                  </a:lnTo>
                  <a:lnTo>
                    <a:pt x="17346" y="3036"/>
                  </a:lnTo>
                  <a:lnTo>
                    <a:pt x="16913" y="3336"/>
                  </a:lnTo>
                  <a:lnTo>
                    <a:pt x="16412" y="3403"/>
                  </a:lnTo>
                  <a:lnTo>
                    <a:pt x="15912" y="3370"/>
                  </a:lnTo>
                  <a:lnTo>
                    <a:pt x="15411" y="3303"/>
                  </a:lnTo>
                  <a:lnTo>
                    <a:pt x="14944" y="3470"/>
                  </a:lnTo>
                  <a:lnTo>
                    <a:pt x="14444" y="3403"/>
                  </a:lnTo>
                  <a:lnTo>
                    <a:pt x="13977" y="3503"/>
                  </a:lnTo>
                  <a:lnTo>
                    <a:pt x="13477" y="3336"/>
                  </a:lnTo>
                  <a:lnTo>
                    <a:pt x="12976" y="3436"/>
                  </a:lnTo>
                  <a:lnTo>
                    <a:pt x="12476" y="3370"/>
                  </a:lnTo>
                  <a:lnTo>
                    <a:pt x="12009" y="3603"/>
                  </a:lnTo>
                  <a:lnTo>
                    <a:pt x="11542" y="3570"/>
                  </a:lnTo>
                  <a:lnTo>
                    <a:pt x="11075" y="3903"/>
                  </a:lnTo>
                  <a:lnTo>
                    <a:pt x="10575" y="3903"/>
                  </a:lnTo>
                  <a:lnTo>
                    <a:pt x="10074" y="3703"/>
                  </a:lnTo>
                  <a:lnTo>
                    <a:pt x="9607" y="3903"/>
                  </a:lnTo>
                  <a:lnTo>
                    <a:pt x="9140" y="3903"/>
                  </a:lnTo>
                  <a:lnTo>
                    <a:pt x="8640" y="3703"/>
                  </a:lnTo>
                  <a:lnTo>
                    <a:pt x="8140" y="3970"/>
                  </a:lnTo>
                  <a:lnTo>
                    <a:pt x="7639" y="4003"/>
                  </a:lnTo>
                  <a:lnTo>
                    <a:pt x="7139" y="3870"/>
                  </a:lnTo>
                  <a:lnTo>
                    <a:pt x="6639" y="3870"/>
                  </a:lnTo>
                  <a:lnTo>
                    <a:pt x="6105" y="3737"/>
                  </a:lnTo>
                  <a:lnTo>
                    <a:pt x="5571" y="3870"/>
                  </a:lnTo>
                  <a:lnTo>
                    <a:pt x="5037" y="3903"/>
                  </a:lnTo>
                  <a:lnTo>
                    <a:pt x="4504" y="4037"/>
                  </a:lnTo>
                  <a:lnTo>
                    <a:pt x="3970" y="3937"/>
                  </a:lnTo>
                  <a:lnTo>
                    <a:pt x="3403" y="3937"/>
                  </a:lnTo>
                  <a:lnTo>
                    <a:pt x="2936" y="3970"/>
                  </a:lnTo>
                  <a:lnTo>
                    <a:pt x="2469" y="4270"/>
                  </a:lnTo>
                  <a:lnTo>
                    <a:pt x="2002" y="4337"/>
                  </a:lnTo>
                  <a:lnTo>
                    <a:pt x="1502" y="4170"/>
                  </a:lnTo>
                  <a:lnTo>
                    <a:pt x="1068" y="4404"/>
                  </a:lnTo>
                  <a:lnTo>
                    <a:pt x="601" y="4604"/>
                  </a:lnTo>
                  <a:lnTo>
                    <a:pt x="134" y="4871"/>
                  </a:lnTo>
                  <a:lnTo>
                    <a:pt x="0" y="4871"/>
                  </a:lnTo>
                  <a:lnTo>
                    <a:pt x="0" y="5404"/>
                  </a:lnTo>
                  <a:lnTo>
                    <a:pt x="201" y="5304"/>
                  </a:lnTo>
                  <a:lnTo>
                    <a:pt x="634" y="5071"/>
                  </a:lnTo>
                  <a:lnTo>
                    <a:pt x="1168" y="5271"/>
                  </a:lnTo>
                  <a:lnTo>
                    <a:pt x="1635" y="517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0" i="1">
                <a:latin typeface="Montserrat ExtraBold" panose="00000900000000000000" pitchFamily="2" charset="0"/>
              </a:endParaRPr>
            </a:p>
          </p:txBody>
        </p:sp>
        <p:sp>
          <p:nvSpPr>
            <p:cNvPr id="7" name="Google Shape;848;p32">
              <a:extLst>
                <a:ext uri="{FF2B5EF4-FFF2-40B4-BE49-F238E27FC236}">
                  <a16:creationId xmlns:a16="http://schemas.microsoft.com/office/drawing/2014/main" id="{EE94CE91-979E-9AEC-7F07-21E7256AAA59}"/>
                </a:ext>
              </a:extLst>
            </p:cNvPr>
            <p:cNvSpPr/>
            <p:nvPr/>
          </p:nvSpPr>
          <p:spPr>
            <a:xfrm>
              <a:off x="6268229" y="1126723"/>
              <a:ext cx="2821246" cy="187679"/>
            </a:xfrm>
            <a:custGeom>
              <a:avLst/>
              <a:gdLst/>
              <a:ahLst/>
              <a:cxnLst/>
              <a:rect l="l" t="t" r="r" b="b"/>
              <a:pathLst>
                <a:path w="71719" h="4771" extrusionOk="0">
                  <a:moveTo>
                    <a:pt x="70918" y="934"/>
                  </a:moveTo>
                  <a:lnTo>
                    <a:pt x="70451" y="1168"/>
                  </a:lnTo>
                  <a:lnTo>
                    <a:pt x="69950" y="1168"/>
                  </a:lnTo>
                  <a:lnTo>
                    <a:pt x="69450" y="1035"/>
                  </a:lnTo>
                  <a:lnTo>
                    <a:pt x="68950" y="1301"/>
                  </a:lnTo>
                  <a:lnTo>
                    <a:pt x="68449" y="1068"/>
                  </a:lnTo>
                  <a:lnTo>
                    <a:pt x="67882" y="1201"/>
                  </a:lnTo>
                  <a:lnTo>
                    <a:pt x="67449" y="734"/>
                  </a:lnTo>
                  <a:lnTo>
                    <a:pt x="66882" y="901"/>
                  </a:lnTo>
                  <a:lnTo>
                    <a:pt x="66381" y="634"/>
                  </a:lnTo>
                  <a:lnTo>
                    <a:pt x="65814" y="734"/>
                  </a:lnTo>
                  <a:lnTo>
                    <a:pt x="65347" y="434"/>
                  </a:lnTo>
                  <a:lnTo>
                    <a:pt x="64847" y="234"/>
                  </a:lnTo>
                  <a:lnTo>
                    <a:pt x="64280" y="267"/>
                  </a:lnTo>
                  <a:lnTo>
                    <a:pt x="63779" y="67"/>
                  </a:lnTo>
                  <a:lnTo>
                    <a:pt x="63246" y="267"/>
                  </a:lnTo>
                  <a:lnTo>
                    <a:pt x="62745" y="134"/>
                  </a:lnTo>
                  <a:lnTo>
                    <a:pt x="62245" y="0"/>
                  </a:lnTo>
                  <a:lnTo>
                    <a:pt x="61745" y="201"/>
                  </a:lnTo>
                  <a:lnTo>
                    <a:pt x="61211" y="34"/>
                  </a:lnTo>
                  <a:lnTo>
                    <a:pt x="60677" y="101"/>
                  </a:lnTo>
                  <a:lnTo>
                    <a:pt x="60310" y="534"/>
                  </a:lnTo>
                  <a:lnTo>
                    <a:pt x="59776" y="467"/>
                  </a:lnTo>
                  <a:lnTo>
                    <a:pt x="59309" y="634"/>
                  </a:lnTo>
                  <a:lnTo>
                    <a:pt x="58809" y="601"/>
                  </a:lnTo>
                  <a:lnTo>
                    <a:pt x="58342" y="701"/>
                  </a:lnTo>
                  <a:lnTo>
                    <a:pt x="57908" y="901"/>
                  </a:lnTo>
                  <a:lnTo>
                    <a:pt x="57375" y="801"/>
                  </a:lnTo>
                  <a:lnTo>
                    <a:pt x="56974" y="1235"/>
                  </a:lnTo>
                  <a:lnTo>
                    <a:pt x="56474" y="1201"/>
                  </a:lnTo>
                  <a:lnTo>
                    <a:pt x="55974" y="1035"/>
                  </a:lnTo>
                  <a:lnTo>
                    <a:pt x="55507" y="1301"/>
                  </a:lnTo>
                  <a:lnTo>
                    <a:pt x="55006" y="1435"/>
                  </a:lnTo>
                  <a:lnTo>
                    <a:pt x="54539" y="1335"/>
                  </a:lnTo>
                  <a:lnTo>
                    <a:pt x="54039" y="1135"/>
                  </a:lnTo>
                  <a:lnTo>
                    <a:pt x="53572" y="1201"/>
                  </a:lnTo>
                  <a:lnTo>
                    <a:pt x="53072" y="1135"/>
                  </a:lnTo>
                  <a:lnTo>
                    <a:pt x="52571" y="1068"/>
                  </a:lnTo>
                  <a:lnTo>
                    <a:pt x="51971" y="1101"/>
                  </a:lnTo>
                  <a:lnTo>
                    <a:pt x="51437" y="1035"/>
                  </a:lnTo>
                  <a:lnTo>
                    <a:pt x="51004" y="801"/>
                  </a:lnTo>
                  <a:lnTo>
                    <a:pt x="50537" y="801"/>
                  </a:lnTo>
                  <a:lnTo>
                    <a:pt x="50103" y="734"/>
                  </a:lnTo>
                  <a:lnTo>
                    <a:pt x="49636" y="901"/>
                  </a:lnTo>
                  <a:lnTo>
                    <a:pt x="49202" y="1168"/>
                  </a:lnTo>
                  <a:lnTo>
                    <a:pt x="48735" y="1068"/>
                  </a:lnTo>
                  <a:lnTo>
                    <a:pt x="48302" y="1235"/>
                  </a:lnTo>
                  <a:lnTo>
                    <a:pt x="47768" y="1068"/>
                  </a:lnTo>
                  <a:lnTo>
                    <a:pt x="47268" y="1168"/>
                  </a:lnTo>
                  <a:lnTo>
                    <a:pt x="46901" y="1535"/>
                  </a:lnTo>
                  <a:lnTo>
                    <a:pt x="46400" y="1635"/>
                  </a:lnTo>
                  <a:lnTo>
                    <a:pt x="46000" y="1935"/>
                  </a:lnTo>
                  <a:lnTo>
                    <a:pt x="45500" y="1969"/>
                  </a:lnTo>
                  <a:lnTo>
                    <a:pt x="45133" y="2436"/>
                  </a:lnTo>
                  <a:lnTo>
                    <a:pt x="44632" y="2269"/>
                  </a:lnTo>
                  <a:lnTo>
                    <a:pt x="44165" y="2302"/>
                  </a:lnTo>
                  <a:lnTo>
                    <a:pt x="43698" y="2235"/>
                  </a:lnTo>
                  <a:lnTo>
                    <a:pt x="43231" y="2169"/>
                  </a:lnTo>
                  <a:lnTo>
                    <a:pt x="42764" y="2169"/>
                  </a:lnTo>
                  <a:lnTo>
                    <a:pt x="42264" y="2369"/>
                  </a:lnTo>
                  <a:lnTo>
                    <a:pt x="41730" y="2202"/>
                  </a:lnTo>
                  <a:lnTo>
                    <a:pt x="41230" y="2469"/>
                  </a:lnTo>
                  <a:lnTo>
                    <a:pt x="40730" y="2536"/>
                  </a:lnTo>
                  <a:lnTo>
                    <a:pt x="40229" y="2135"/>
                  </a:lnTo>
                  <a:lnTo>
                    <a:pt x="39729" y="2235"/>
                  </a:lnTo>
                  <a:lnTo>
                    <a:pt x="39228" y="2169"/>
                  </a:lnTo>
                  <a:lnTo>
                    <a:pt x="38695" y="2436"/>
                  </a:lnTo>
                  <a:lnTo>
                    <a:pt x="38194" y="2369"/>
                  </a:lnTo>
                  <a:lnTo>
                    <a:pt x="37694" y="2169"/>
                  </a:lnTo>
                  <a:lnTo>
                    <a:pt x="37194" y="2502"/>
                  </a:lnTo>
                  <a:lnTo>
                    <a:pt x="36693" y="2369"/>
                  </a:lnTo>
                  <a:lnTo>
                    <a:pt x="36160" y="2335"/>
                  </a:lnTo>
                  <a:lnTo>
                    <a:pt x="35659" y="2502"/>
                  </a:lnTo>
                  <a:lnTo>
                    <a:pt x="35159" y="2202"/>
                  </a:lnTo>
                  <a:lnTo>
                    <a:pt x="34625" y="2335"/>
                  </a:lnTo>
                  <a:lnTo>
                    <a:pt x="34125" y="2436"/>
                  </a:lnTo>
                  <a:lnTo>
                    <a:pt x="33591" y="2202"/>
                  </a:lnTo>
                  <a:lnTo>
                    <a:pt x="33091" y="2569"/>
                  </a:lnTo>
                  <a:lnTo>
                    <a:pt x="32590" y="2436"/>
                  </a:lnTo>
                  <a:lnTo>
                    <a:pt x="32057" y="2469"/>
                  </a:lnTo>
                  <a:lnTo>
                    <a:pt x="31556" y="2536"/>
                  </a:lnTo>
                  <a:lnTo>
                    <a:pt x="31056" y="2269"/>
                  </a:lnTo>
                  <a:lnTo>
                    <a:pt x="30522" y="2569"/>
                  </a:lnTo>
                  <a:lnTo>
                    <a:pt x="30022" y="2369"/>
                  </a:lnTo>
                  <a:lnTo>
                    <a:pt x="29522" y="2502"/>
                  </a:lnTo>
                  <a:lnTo>
                    <a:pt x="28988" y="2569"/>
                  </a:lnTo>
                  <a:lnTo>
                    <a:pt x="28487" y="2569"/>
                  </a:lnTo>
                  <a:lnTo>
                    <a:pt x="27987" y="2736"/>
                  </a:lnTo>
                  <a:lnTo>
                    <a:pt x="27487" y="2636"/>
                  </a:lnTo>
                  <a:lnTo>
                    <a:pt x="26986" y="2869"/>
                  </a:lnTo>
                  <a:lnTo>
                    <a:pt x="26453" y="2736"/>
                  </a:lnTo>
                  <a:lnTo>
                    <a:pt x="26019" y="3103"/>
                  </a:lnTo>
                  <a:lnTo>
                    <a:pt x="25452" y="3003"/>
                  </a:lnTo>
                  <a:lnTo>
                    <a:pt x="24952" y="3036"/>
                  </a:lnTo>
                  <a:lnTo>
                    <a:pt x="24418" y="3003"/>
                  </a:lnTo>
                  <a:lnTo>
                    <a:pt x="23984" y="3370"/>
                  </a:lnTo>
                  <a:lnTo>
                    <a:pt x="23417" y="3370"/>
                  </a:lnTo>
                  <a:lnTo>
                    <a:pt x="22850" y="3470"/>
                  </a:lnTo>
                  <a:lnTo>
                    <a:pt x="22350" y="3703"/>
                  </a:lnTo>
                  <a:lnTo>
                    <a:pt x="21849" y="3970"/>
                  </a:lnTo>
                  <a:lnTo>
                    <a:pt x="21349" y="3803"/>
                  </a:lnTo>
                  <a:lnTo>
                    <a:pt x="20882" y="4003"/>
                  </a:lnTo>
                  <a:lnTo>
                    <a:pt x="20415" y="3903"/>
                  </a:lnTo>
                  <a:lnTo>
                    <a:pt x="19948" y="3903"/>
                  </a:lnTo>
                  <a:lnTo>
                    <a:pt x="19414" y="3937"/>
                  </a:lnTo>
                  <a:lnTo>
                    <a:pt x="18914" y="3770"/>
                  </a:lnTo>
                  <a:lnTo>
                    <a:pt x="18414" y="3970"/>
                  </a:lnTo>
                  <a:lnTo>
                    <a:pt x="17913" y="3703"/>
                  </a:lnTo>
                  <a:lnTo>
                    <a:pt x="17413" y="3736"/>
                  </a:lnTo>
                  <a:lnTo>
                    <a:pt x="16879" y="3970"/>
                  </a:lnTo>
                  <a:lnTo>
                    <a:pt x="16412" y="3670"/>
                  </a:lnTo>
                  <a:lnTo>
                    <a:pt x="15878" y="3837"/>
                  </a:lnTo>
                  <a:lnTo>
                    <a:pt x="15411" y="3670"/>
                  </a:lnTo>
                  <a:lnTo>
                    <a:pt x="14878" y="3803"/>
                  </a:lnTo>
                  <a:lnTo>
                    <a:pt x="14411" y="3636"/>
                  </a:lnTo>
                  <a:lnTo>
                    <a:pt x="13910" y="3536"/>
                  </a:lnTo>
                  <a:lnTo>
                    <a:pt x="13510" y="3169"/>
                  </a:lnTo>
                  <a:lnTo>
                    <a:pt x="13010" y="3036"/>
                  </a:lnTo>
                  <a:lnTo>
                    <a:pt x="12476" y="3169"/>
                  </a:lnTo>
                  <a:lnTo>
                    <a:pt x="12009" y="2903"/>
                  </a:lnTo>
                  <a:lnTo>
                    <a:pt x="11475" y="2836"/>
                  </a:lnTo>
                  <a:lnTo>
                    <a:pt x="10908" y="3069"/>
                  </a:lnTo>
                  <a:lnTo>
                    <a:pt x="10441" y="2702"/>
                  </a:lnTo>
                  <a:lnTo>
                    <a:pt x="9941" y="2702"/>
                  </a:lnTo>
                  <a:lnTo>
                    <a:pt x="9374" y="2736"/>
                  </a:lnTo>
                  <a:lnTo>
                    <a:pt x="8840" y="2702"/>
                  </a:lnTo>
                  <a:lnTo>
                    <a:pt x="8273" y="2669"/>
                  </a:lnTo>
                  <a:lnTo>
                    <a:pt x="7773" y="2369"/>
                  </a:lnTo>
                  <a:lnTo>
                    <a:pt x="7239" y="2736"/>
                  </a:lnTo>
                  <a:lnTo>
                    <a:pt x="6739" y="2736"/>
                  </a:lnTo>
                  <a:lnTo>
                    <a:pt x="6205" y="2436"/>
                  </a:lnTo>
                  <a:lnTo>
                    <a:pt x="5738" y="2802"/>
                  </a:lnTo>
                  <a:lnTo>
                    <a:pt x="5137" y="2602"/>
                  </a:lnTo>
                  <a:lnTo>
                    <a:pt x="4804" y="3136"/>
                  </a:lnTo>
                  <a:lnTo>
                    <a:pt x="4270" y="3069"/>
                  </a:lnTo>
                  <a:lnTo>
                    <a:pt x="3870" y="3370"/>
                  </a:lnTo>
                  <a:lnTo>
                    <a:pt x="3403" y="3536"/>
                  </a:lnTo>
                  <a:lnTo>
                    <a:pt x="2936" y="3636"/>
                  </a:lnTo>
                  <a:lnTo>
                    <a:pt x="2469" y="3770"/>
                  </a:lnTo>
                  <a:lnTo>
                    <a:pt x="1935" y="3670"/>
                  </a:lnTo>
                  <a:lnTo>
                    <a:pt x="1535" y="4103"/>
                  </a:lnTo>
                  <a:lnTo>
                    <a:pt x="1001" y="3903"/>
                  </a:lnTo>
                  <a:lnTo>
                    <a:pt x="568" y="4137"/>
                  </a:lnTo>
                  <a:lnTo>
                    <a:pt x="67" y="4137"/>
                  </a:lnTo>
                  <a:lnTo>
                    <a:pt x="0" y="4170"/>
                  </a:lnTo>
                  <a:lnTo>
                    <a:pt x="0" y="4771"/>
                  </a:lnTo>
                  <a:lnTo>
                    <a:pt x="367" y="4537"/>
                  </a:lnTo>
                  <a:lnTo>
                    <a:pt x="868" y="4570"/>
                  </a:lnTo>
                  <a:lnTo>
                    <a:pt x="1301" y="4337"/>
                  </a:lnTo>
                  <a:lnTo>
                    <a:pt x="1835" y="4537"/>
                  </a:lnTo>
                  <a:lnTo>
                    <a:pt x="2235" y="4103"/>
                  </a:lnTo>
                  <a:lnTo>
                    <a:pt x="2769" y="4203"/>
                  </a:lnTo>
                  <a:lnTo>
                    <a:pt x="3236" y="4070"/>
                  </a:lnTo>
                  <a:lnTo>
                    <a:pt x="3736" y="4003"/>
                  </a:lnTo>
                  <a:lnTo>
                    <a:pt x="4170" y="3837"/>
                  </a:lnTo>
                  <a:lnTo>
                    <a:pt x="4604" y="3536"/>
                  </a:lnTo>
                  <a:lnTo>
                    <a:pt x="5137" y="3603"/>
                  </a:lnTo>
                  <a:lnTo>
                    <a:pt x="5471" y="3103"/>
                  </a:lnTo>
                  <a:lnTo>
                    <a:pt x="6071" y="3269"/>
                  </a:lnTo>
                  <a:lnTo>
                    <a:pt x="6538" y="2936"/>
                  </a:lnTo>
                  <a:lnTo>
                    <a:pt x="7072" y="3236"/>
                  </a:lnTo>
                  <a:lnTo>
                    <a:pt x="7573" y="3236"/>
                  </a:lnTo>
                  <a:lnTo>
                    <a:pt x="8106" y="2869"/>
                  </a:lnTo>
                  <a:lnTo>
                    <a:pt x="8607" y="3169"/>
                  </a:lnTo>
                  <a:lnTo>
                    <a:pt x="9174" y="3203"/>
                  </a:lnTo>
                  <a:lnTo>
                    <a:pt x="9707" y="3236"/>
                  </a:lnTo>
                  <a:lnTo>
                    <a:pt x="10241" y="3203"/>
                  </a:lnTo>
                  <a:lnTo>
                    <a:pt x="10775" y="3203"/>
                  </a:lnTo>
                  <a:lnTo>
                    <a:pt x="11242" y="3570"/>
                  </a:lnTo>
                  <a:lnTo>
                    <a:pt x="11809" y="3370"/>
                  </a:lnTo>
                  <a:lnTo>
                    <a:pt x="12309" y="3436"/>
                  </a:lnTo>
                  <a:lnTo>
                    <a:pt x="12810" y="3736"/>
                  </a:lnTo>
                  <a:lnTo>
                    <a:pt x="13343" y="3570"/>
                  </a:lnTo>
                  <a:lnTo>
                    <a:pt x="13810" y="3703"/>
                  </a:lnTo>
                  <a:lnTo>
                    <a:pt x="14244" y="4103"/>
                  </a:lnTo>
                  <a:lnTo>
                    <a:pt x="14711" y="4203"/>
                  </a:lnTo>
                  <a:lnTo>
                    <a:pt x="15211" y="4337"/>
                  </a:lnTo>
                  <a:lnTo>
                    <a:pt x="15712" y="4237"/>
                  </a:lnTo>
                  <a:lnTo>
                    <a:pt x="16212" y="4404"/>
                  </a:lnTo>
                  <a:lnTo>
                    <a:pt x="16712" y="4237"/>
                  </a:lnTo>
                  <a:lnTo>
                    <a:pt x="17213" y="4537"/>
                  </a:lnTo>
                  <a:lnTo>
                    <a:pt x="17713" y="4337"/>
                  </a:lnTo>
                  <a:lnTo>
                    <a:pt x="18247" y="4304"/>
                  </a:lnTo>
                  <a:lnTo>
                    <a:pt x="18714" y="4570"/>
                  </a:lnTo>
                  <a:lnTo>
                    <a:pt x="19248" y="4370"/>
                  </a:lnTo>
                  <a:lnTo>
                    <a:pt x="19748" y="4537"/>
                  </a:lnTo>
                  <a:lnTo>
                    <a:pt x="20248" y="4504"/>
                  </a:lnTo>
                  <a:lnTo>
                    <a:pt x="20715" y="4504"/>
                  </a:lnTo>
                  <a:lnTo>
                    <a:pt x="21182" y="4604"/>
                  </a:lnTo>
                  <a:lnTo>
                    <a:pt x="21683" y="4437"/>
                  </a:lnTo>
                  <a:lnTo>
                    <a:pt x="22150" y="4604"/>
                  </a:lnTo>
                  <a:lnTo>
                    <a:pt x="22650" y="4337"/>
                  </a:lnTo>
                  <a:lnTo>
                    <a:pt x="23184" y="4103"/>
                  </a:lnTo>
                  <a:lnTo>
                    <a:pt x="23717" y="4003"/>
                  </a:lnTo>
                  <a:lnTo>
                    <a:pt x="24284" y="4003"/>
                  </a:lnTo>
                  <a:lnTo>
                    <a:pt x="24751" y="3670"/>
                  </a:lnTo>
                  <a:lnTo>
                    <a:pt x="25285" y="3703"/>
                  </a:lnTo>
                  <a:lnTo>
                    <a:pt x="25786" y="3636"/>
                  </a:lnTo>
                  <a:lnTo>
                    <a:pt x="26319" y="3770"/>
                  </a:lnTo>
                  <a:lnTo>
                    <a:pt x="26786" y="3403"/>
                  </a:lnTo>
                  <a:lnTo>
                    <a:pt x="27320" y="3536"/>
                  </a:lnTo>
                  <a:lnTo>
                    <a:pt x="27787" y="3303"/>
                  </a:lnTo>
                  <a:lnTo>
                    <a:pt x="28321" y="3403"/>
                  </a:lnTo>
                  <a:lnTo>
                    <a:pt x="28821" y="3269"/>
                  </a:lnTo>
                  <a:lnTo>
                    <a:pt x="29321" y="3269"/>
                  </a:lnTo>
                  <a:lnTo>
                    <a:pt x="29822" y="3203"/>
                  </a:lnTo>
                  <a:lnTo>
                    <a:pt x="30355" y="3069"/>
                  </a:lnTo>
                  <a:lnTo>
                    <a:pt x="30856" y="3269"/>
                  </a:lnTo>
                  <a:lnTo>
                    <a:pt x="31356" y="2969"/>
                  </a:lnTo>
                  <a:lnTo>
                    <a:pt x="31890" y="3236"/>
                  </a:lnTo>
                  <a:lnTo>
                    <a:pt x="32390" y="3169"/>
                  </a:lnTo>
                  <a:lnTo>
                    <a:pt x="32924" y="3169"/>
                  </a:lnTo>
                  <a:lnTo>
                    <a:pt x="33424" y="3303"/>
                  </a:lnTo>
                  <a:lnTo>
                    <a:pt x="33925" y="2936"/>
                  </a:lnTo>
                  <a:lnTo>
                    <a:pt x="34458" y="3169"/>
                  </a:lnTo>
                  <a:lnTo>
                    <a:pt x="34959" y="3069"/>
                  </a:lnTo>
                  <a:lnTo>
                    <a:pt x="35459" y="2969"/>
                  </a:lnTo>
                  <a:lnTo>
                    <a:pt x="35993" y="3269"/>
                  </a:lnTo>
                  <a:lnTo>
                    <a:pt x="36493" y="3103"/>
                  </a:lnTo>
                  <a:lnTo>
                    <a:pt x="36994" y="3136"/>
                  </a:lnTo>
                  <a:lnTo>
                    <a:pt x="37527" y="3269"/>
                  </a:lnTo>
                  <a:lnTo>
                    <a:pt x="38028" y="2936"/>
                  </a:lnTo>
                  <a:lnTo>
                    <a:pt x="38528" y="3169"/>
                  </a:lnTo>
                  <a:lnTo>
                    <a:pt x="39028" y="3236"/>
                  </a:lnTo>
                  <a:lnTo>
                    <a:pt x="39562" y="2969"/>
                  </a:lnTo>
                  <a:lnTo>
                    <a:pt x="40062" y="3036"/>
                  </a:lnTo>
                  <a:lnTo>
                    <a:pt x="40563" y="2936"/>
                  </a:lnTo>
                  <a:lnTo>
                    <a:pt x="41063" y="3370"/>
                  </a:lnTo>
                  <a:lnTo>
                    <a:pt x="41563" y="3269"/>
                  </a:lnTo>
                  <a:lnTo>
                    <a:pt x="42064" y="3003"/>
                  </a:lnTo>
                  <a:lnTo>
                    <a:pt x="42564" y="3203"/>
                  </a:lnTo>
                  <a:lnTo>
                    <a:pt x="43065" y="2969"/>
                  </a:lnTo>
                  <a:lnTo>
                    <a:pt x="43565" y="2969"/>
                  </a:lnTo>
                  <a:lnTo>
                    <a:pt x="43999" y="3069"/>
                  </a:lnTo>
                  <a:lnTo>
                    <a:pt x="44466" y="3136"/>
                  </a:lnTo>
                  <a:lnTo>
                    <a:pt x="44933" y="3103"/>
                  </a:lnTo>
                  <a:lnTo>
                    <a:pt x="45433" y="3269"/>
                  </a:lnTo>
                  <a:lnTo>
                    <a:pt x="45833" y="2836"/>
                  </a:lnTo>
                  <a:lnTo>
                    <a:pt x="46334" y="2802"/>
                  </a:lnTo>
                  <a:lnTo>
                    <a:pt x="46734" y="2502"/>
                  </a:lnTo>
                  <a:lnTo>
                    <a:pt x="47234" y="2402"/>
                  </a:lnTo>
                  <a:lnTo>
                    <a:pt x="47601" y="2035"/>
                  </a:lnTo>
                  <a:lnTo>
                    <a:pt x="48101" y="1935"/>
                  </a:lnTo>
                  <a:lnTo>
                    <a:pt x="48635" y="2102"/>
                  </a:lnTo>
                  <a:lnTo>
                    <a:pt x="49069" y="1969"/>
                  </a:lnTo>
                  <a:lnTo>
                    <a:pt x="49536" y="2035"/>
                  </a:lnTo>
                  <a:lnTo>
                    <a:pt x="49969" y="1802"/>
                  </a:lnTo>
                  <a:lnTo>
                    <a:pt x="50436" y="1635"/>
                  </a:lnTo>
                  <a:lnTo>
                    <a:pt x="50870" y="1702"/>
                  </a:lnTo>
                  <a:lnTo>
                    <a:pt x="51337" y="1702"/>
                  </a:lnTo>
                  <a:lnTo>
                    <a:pt x="51771" y="1935"/>
                  </a:lnTo>
                  <a:lnTo>
                    <a:pt x="52304" y="2002"/>
                  </a:lnTo>
                  <a:lnTo>
                    <a:pt x="52905" y="1969"/>
                  </a:lnTo>
                  <a:lnTo>
                    <a:pt x="53405" y="2069"/>
                  </a:lnTo>
                  <a:lnTo>
                    <a:pt x="53872" y="2135"/>
                  </a:lnTo>
                  <a:lnTo>
                    <a:pt x="54373" y="2069"/>
                  </a:lnTo>
                  <a:lnTo>
                    <a:pt x="54840" y="2269"/>
                  </a:lnTo>
                  <a:lnTo>
                    <a:pt x="55340" y="2369"/>
                  </a:lnTo>
                  <a:lnTo>
                    <a:pt x="55840" y="2269"/>
                  </a:lnTo>
                  <a:lnTo>
                    <a:pt x="56307" y="2002"/>
                  </a:lnTo>
                  <a:lnTo>
                    <a:pt x="56808" y="2169"/>
                  </a:lnTo>
                  <a:lnTo>
                    <a:pt x="57308" y="2202"/>
                  </a:lnTo>
                  <a:lnTo>
                    <a:pt x="57708" y="1768"/>
                  </a:lnTo>
                  <a:lnTo>
                    <a:pt x="58242" y="1868"/>
                  </a:lnTo>
                  <a:lnTo>
                    <a:pt x="58676" y="1702"/>
                  </a:lnTo>
                  <a:lnTo>
                    <a:pt x="59176" y="1602"/>
                  </a:lnTo>
                  <a:lnTo>
                    <a:pt x="59676" y="1635"/>
                  </a:lnTo>
                  <a:lnTo>
                    <a:pt x="60110" y="1468"/>
                  </a:lnTo>
                  <a:lnTo>
                    <a:pt x="60644" y="1502"/>
                  </a:lnTo>
                  <a:lnTo>
                    <a:pt x="61044" y="1101"/>
                  </a:lnTo>
                  <a:lnTo>
                    <a:pt x="61544" y="1035"/>
                  </a:lnTo>
                  <a:lnTo>
                    <a:pt x="62078" y="1201"/>
                  </a:lnTo>
                  <a:lnTo>
                    <a:pt x="62578" y="1001"/>
                  </a:lnTo>
                  <a:lnTo>
                    <a:pt x="63079" y="1135"/>
                  </a:lnTo>
                  <a:lnTo>
                    <a:pt x="63579" y="1268"/>
                  </a:lnTo>
                  <a:lnTo>
                    <a:pt x="64146" y="1101"/>
                  </a:lnTo>
                  <a:lnTo>
                    <a:pt x="64613" y="1301"/>
                  </a:lnTo>
                  <a:lnTo>
                    <a:pt x="65180" y="1268"/>
                  </a:lnTo>
                  <a:lnTo>
                    <a:pt x="65681" y="1468"/>
                  </a:lnTo>
                  <a:lnTo>
                    <a:pt x="66148" y="1802"/>
                  </a:lnTo>
                  <a:lnTo>
                    <a:pt x="66748" y="1668"/>
                  </a:lnTo>
                  <a:lnTo>
                    <a:pt x="67215" y="1969"/>
                  </a:lnTo>
                  <a:lnTo>
                    <a:pt x="67816" y="1802"/>
                  </a:lnTo>
                  <a:lnTo>
                    <a:pt x="68216" y="2269"/>
                  </a:lnTo>
                  <a:lnTo>
                    <a:pt x="68783" y="2135"/>
                  </a:lnTo>
                  <a:lnTo>
                    <a:pt x="69283" y="2402"/>
                  </a:lnTo>
                  <a:lnTo>
                    <a:pt x="69784" y="2102"/>
                  </a:lnTo>
                  <a:lnTo>
                    <a:pt x="70284" y="2235"/>
                  </a:lnTo>
                  <a:lnTo>
                    <a:pt x="70784" y="2269"/>
                  </a:lnTo>
                  <a:lnTo>
                    <a:pt x="71251" y="2035"/>
                  </a:lnTo>
                  <a:lnTo>
                    <a:pt x="71718" y="1935"/>
                  </a:lnTo>
                  <a:lnTo>
                    <a:pt x="71718" y="934"/>
                  </a:lnTo>
                  <a:lnTo>
                    <a:pt x="71418" y="834"/>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0" i="1">
                <a:latin typeface="Montserrat ExtraBold" panose="00000900000000000000" pitchFamily="2" charset="0"/>
              </a:endParaRPr>
            </a:p>
          </p:txBody>
        </p:sp>
      </p:grpSp>
      <p:sp>
        <p:nvSpPr>
          <p:cNvPr id="8" name="Google Shape;859;p32">
            <a:extLst>
              <a:ext uri="{FF2B5EF4-FFF2-40B4-BE49-F238E27FC236}">
                <a16:creationId xmlns:a16="http://schemas.microsoft.com/office/drawing/2014/main" id="{3FFED9A6-AE84-0353-45A4-FA6FCE35BD9F}"/>
              </a:ext>
            </a:extLst>
          </p:cNvPr>
          <p:cNvSpPr txBox="1">
            <a:spLocks/>
          </p:cNvSpPr>
          <p:nvPr/>
        </p:nvSpPr>
        <p:spPr>
          <a:xfrm>
            <a:off x="652366" y="940307"/>
            <a:ext cx="783900" cy="5046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 sz="3400" i="1" dirty="0">
                <a:solidFill>
                  <a:schemeClr val="lt1"/>
                </a:solidFill>
                <a:latin typeface="Montserrat ExtraBold" panose="00000900000000000000" pitchFamily="2" charset="0"/>
              </a:rPr>
              <a:t>02</a:t>
            </a:r>
          </a:p>
        </p:txBody>
      </p:sp>
      <p:sp>
        <p:nvSpPr>
          <p:cNvPr id="9" name="Title 10">
            <a:extLst>
              <a:ext uri="{FF2B5EF4-FFF2-40B4-BE49-F238E27FC236}">
                <a16:creationId xmlns:a16="http://schemas.microsoft.com/office/drawing/2014/main" id="{E8F2312D-F3CD-0C79-9012-B595CAA94C76}"/>
              </a:ext>
            </a:extLst>
          </p:cNvPr>
          <p:cNvSpPr txBox="1">
            <a:spLocks/>
          </p:cNvSpPr>
          <p:nvPr/>
        </p:nvSpPr>
        <p:spPr>
          <a:xfrm>
            <a:off x="1715651" y="817156"/>
            <a:ext cx="2409146" cy="11277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2000" i="1" dirty="0">
                <a:solidFill>
                  <a:schemeClr val="accent5"/>
                </a:solidFill>
                <a:latin typeface="Montserrat ExtraBold" panose="00000900000000000000" pitchFamily="2" charset="0"/>
              </a:rPr>
              <a:t>Give some tricks in football tactics</a:t>
            </a:r>
          </a:p>
        </p:txBody>
      </p:sp>
      <p:sp>
        <p:nvSpPr>
          <p:cNvPr id="10" name="TextBox 9">
            <a:extLst>
              <a:ext uri="{FF2B5EF4-FFF2-40B4-BE49-F238E27FC236}">
                <a16:creationId xmlns:a16="http://schemas.microsoft.com/office/drawing/2014/main" id="{4BDF17FA-ECFF-2CA7-5E6D-578E0047309D}"/>
              </a:ext>
            </a:extLst>
          </p:cNvPr>
          <p:cNvSpPr txBox="1"/>
          <p:nvPr/>
        </p:nvSpPr>
        <p:spPr>
          <a:xfrm>
            <a:off x="7595911" y="4459202"/>
            <a:ext cx="1566760" cy="307777"/>
          </a:xfrm>
          <a:prstGeom prst="rect">
            <a:avLst/>
          </a:prstGeom>
          <a:noFill/>
        </p:spPr>
        <p:txBody>
          <a:bodyPr wrap="square" rtlCol="0">
            <a:spAutoFit/>
          </a:bodyPr>
          <a:lstStyle/>
          <a:p>
            <a:pPr algn="ctr"/>
            <a:r>
              <a:rPr lang="en-US" i="1" dirty="0">
                <a:latin typeface="Montserrat ExtraBold" panose="00000900000000000000" pitchFamily="2" charset="0"/>
              </a:rPr>
              <a:t>REMONTADA</a:t>
            </a:r>
          </a:p>
        </p:txBody>
      </p:sp>
      <p:sp>
        <p:nvSpPr>
          <p:cNvPr id="2" name="TextBox 1">
            <a:extLst>
              <a:ext uri="{FF2B5EF4-FFF2-40B4-BE49-F238E27FC236}">
                <a16:creationId xmlns:a16="http://schemas.microsoft.com/office/drawing/2014/main" id="{E7C6EC39-4223-3074-9577-1CD863381542}"/>
              </a:ext>
            </a:extLst>
          </p:cNvPr>
          <p:cNvSpPr txBox="1"/>
          <p:nvPr/>
        </p:nvSpPr>
        <p:spPr>
          <a:xfrm>
            <a:off x="394434" y="1850570"/>
            <a:ext cx="3849803" cy="2862322"/>
          </a:xfrm>
          <a:prstGeom prst="rect">
            <a:avLst/>
          </a:prstGeom>
          <a:noFill/>
        </p:spPr>
        <p:txBody>
          <a:bodyPr wrap="square" rtlCol="0">
            <a:spAutoFit/>
          </a:bodyPr>
          <a:lstStyle/>
          <a:p>
            <a:r>
              <a:rPr lang="en-GB" sz="2000" i="1" dirty="0">
                <a:solidFill>
                  <a:schemeClr val="accent6">
                    <a:lumMod val="85000"/>
                  </a:schemeClr>
                </a:solidFill>
                <a:latin typeface="Montserrat ExtraBold" panose="00000900000000000000" pitchFamily="2" charset="0"/>
              </a:rPr>
              <a:t>Our website offers innovative plans and increases tactical awareness for users. </a:t>
            </a:r>
          </a:p>
          <a:p>
            <a:endParaRPr lang="en-GB" sz="2000" i="1" dirty="0">
              <a:solidFill>
                <a:schemeClr val="accent6">
                  <a:lumMod val="85000"/>
                </a:schemeClr>
              </a:solidFill>
              <a:latin typeface="Montserrat ExtraBold" panose="00000900000000000000" pitchFamily="2" charset="0"/>
            </a:endParaRPr>
          </a:p>
          <a:p>
            <a:r>
              <a:rPr lang="en-GB" sz="2000" i="1" dirty="0">
                <a:solidFill>
                  <a:schemeClr val="accent6">
                    <a:lumMod val="85000"/>
                  </a:schemeClr>
                </a:solidFill>
                <a:latin typeface="Montserrat ExtraBold" panose="00000900000000000000" pitchFamily="2" charset="0"/>
              </a:rPr>
              <a:t>Stay ahead with our latest strategies and improve your tactical skills effectively.</a:t>
            </a:r>
            <a:endParaRPr lang="en-US" sz="2000" i="1" dirty="0">
              <a:solidFill>
                <a:schemeClr val="accent6">
                  <a:lumMod val="85000"/>
                </a:schemeClr>
              </a:solidFill>
              <a:latin typeface="Montserrat ExtraBold" panose="00000900000000000000" pitchFamily="2" charset="0"/>
            </a:endParaRPr>
          </a:p>
        </p:txBody>
      </p:sp>
      <p:pic>
        <p:nvPicPr>
          <p:cNvPr id="1026" name="Picture 2" descr="Pep Guardiola: Man City boss offers 'secret' to survival - BBC Sport">
            <a:extLst>
              <a:ext uri="{FF2B5EF4-FFF2-40B4-BE49-F238E27FC236}">
                <a16:creationId xmlns:a16="http://schemas.microsoft.com/office/drawing/2014/main" id="{29A7F120-1006-F9BA-96DC-35F282D2A5F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63677" y="1462362"/>
            <a:ext cx="4572000" cy="2571750"/>
          </a:xfrm>
          <a:prstGeom prst="rect">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grpSp>
        <p:nvGrpSpPr>
          <p:cNvPr id="20" name="Google Shape;8892;p71">
            <a:extLst>
              <a:ext uri="{FF2B5EF4-FFF2-40B4-BE49-F238E27FC236}">
                <a16:creationId xmlns:a16="http://schemas.microsoft.com/office/drawing/2014/main" id="{7BCB4A70-BB38-60EE-D59F-50A44458EF46}"/>
              </a:ext>
            </a:extLst>
          </p:cNvPr>
          <p:cNvGrpSpPr/>
          <p:nvPr/>
        </p:nvGrpSpPr>
        <p:grpSpPr>
          <a:xfrm>
            <a:off x="859084" y="322236"/>
            <a:ext cx="379497" cy="358070"/>
            <a:chOff x="-46422300" y="3936925"/>
            <a:chExt cx="320575" cy="302475"/>
          </a:xfrm>
          <a:solidFill>
            <a:schemeClr val="accent6">
              <a:lumMod val="85000"/>
            </a:schemeClr>
          </a:solidFill>
        </p:grpSpPr>
        <p:sp>
          <p:nvSpPr>
            <p:cNvPr id="21" name="Google Shape;8893;p71">
              <a:extLst>
                <a:ext uri="{FF2B5EF4-FFF2-40B4-BE49-F238E27FC236}">
                  <a16:creationId xmlns:a16="http://schemas.microsoft.com/office/drawing/2014/main" id="{B9AD2F47-731C-C8BE-30C2-DF116A03DF19}"/>
                </a:ext>
              </a:extLst>
            </p:cNvPr>
            <p:cNvSpPr/>
            <p:nvPr/>
          </p:nvSpPr>
          <p:spPr>
            <a:xfrm>
              <a:off x="-46254550" y="3936925"/>
              <a:ext cx="152825" cy="300900"/>
            </a:xfrm>
            <a:custGeom>
              <a:avLst/>
              <a:gdLst/>
              <a:ahLst/>
              <a:cxnLst/>
              <a:rect l="l" t="t" r="r" b="b"/>
              <a:pathLst>
                <a:path w="6113" h="12036" extrusionOk="0">
                  <a:moveTo>
                    <a:pt x="1418" y="0"/>
                  </a:moveTo>
                  <a:cubicBezTo>
                    <a:pt x="631" y="0"/>
                    <a:pt x="1" y="630"/>
                    <a:pt x="1" y="1418"/>
                  </a:cubicBezTo>
                  <a:lnTo>
                    <a:pt x="1" y="10617"/>
                  </a:lnTo>
                  <a:cubicBezTo>
                    <a:pt x="1" y="11405"/>
                    <a:pt x="631" y="12035"/>
                    <a:pt x="1418" y="12035"/>
                  </a:cubicBezTo>
                  <a:cubicBezTo>
                    <a:pt x="2332" y="12035"/>
                    <a:pt x="3120" y="11405"/>
                    <a:pt x="3403" y="10554"/>
                  </a:cubicBezTo>
                  <a:lnTo>
                    <a:pt x="3403" y="10554"/>
                  </a:lnTo>
                  <a:cubicBezTo>
                    <a:pt x="3309" y="10554"/>
                    <a:pt x="3246" y="10617"/>
                    <a:pt x="3151" y="10617"/>
                  </a:cubicBezTo>
                  <a:cubicBezTo>
                    <a:pt x="2332" y="10617"/>
                    <a:pt x="1513" y="10302"/>
                    <a:pt x="914" y="9672"/>
                  </a:cubicBezTo>
                  <a:cubicBezTo>
                    <a:pt x="788" y="9546"/>
                    <a:pt x="788" y="9294"/>
                    <a:pt x="914" y="9137"/>
                  </a:cubicBezTo>
                  <a:cubicBezTo>
                    <a:pt x="1024" y="9095"/>
                    <a:pt x="1128" y="9072"/>
                    <a:pt x="1221" y="9072"/>
                  </a:cubicBezTo>
                  <a:cubicBezTo>
                    <a:pt x="1341" y="9072"/>
                    <a:pt x="1442" y="9111"/>
                    <a:pt x="1513" y="9200"/>
                  </a:cubicBezTo>
                  <a:cubicBezTo>
                    <a:pt x="1998" y="9685"/>
                    <a:pt x="2614" y="9906"/>
                    <a:pt x="3224" y="9906"/>
                  </a:cubicBezTo>
                  <a:cubicBezTo>
                    <a:pt x="4477" y="9906"/>
                    <a:pt x="5703" y="8971"/>
                    <a:pt x="5703" y="7467"/>
                  </a:cubicBezTo>
                  <a:cubicBezTo>
                    <a:pt x="5703" y="7215"/>
                    <a:pt x="5672" y="6994"/>
                    <a:pt x="5609" y="6742"/>
                  </a:cubicBezTo>
                  <a:cubicBezTo>
                    <a:pt x="5010" y="7372"/>
                    <a:pt x="4191" y="7814"/>
                    <a:pt x="3246" y="7814"/>
                  </a:cubicBezTo>
                  <a:cubicBezTo>
                    <a:pt x="3025" y="7814"/>
                    <a:pt x="2868" y="7656"/>
                    <a:pt x="2868" y="7467"/>
                  </a:cubicBezTo>
                  <a:cubicBezTo>
                    <a:pt x="2868" y="7246"/>
                    <a:pt x="3025" y="7089"/>
                    <a:pt x="3246" y="7089"/>
                  </a:cubicBezTo>
                  <a:cubicBezTo>
                    <a:pt x="4065" y="7089"/>
                    <a:pt x="4821" y="6679"/>
                    <a:pt x="5231" y="6049"/>
                  </a:cubicBezTo>
                  <a:cubicBezTo>
                    <a:pt x="6113" y="4789"/>
                    <a:pt x="5640" y="3088"/>
                    <a:pt x="4254" y="2426"/>
                  </a:cubicBezTo>
                  <a:cubicBezTo>
                    <a:pt x="4128" y="3844"/>
                    <a:pt x="2931" y="4978"/>
                    <a:pt x="1450" y="4978"/>
                  </a:cubicBezTo>
                  <a:cubicBezTo>
                    <a:pt x="1261" y="4978"/>
                    <a:pt x="1103" y="4821"/>
                    <a:pt x="1103" y="4632"/>
                  </a:cubicBezTo>
                  <a:cubicBezTo>
                    <a:pt x="1103" y="4411"/>
                    <a:pt x="1261" y="4253"/>
                    <a:pt x="1450" y="4253"/>
                  </a:cubicBezTo>
                  <a:cubicBezTo>
                    <a:pt x="2616" y="4253"/>
                    <a:pt x="3561" y="3308"/>
                    <a:pt x="3561" y="2174"/>
                  </a:cubicBezTo>
                  <a:lnTo>
                    <a:pt x="3561" y="2143"/>
                  </a:lnTo>
                  <a:cubicBezTo>
                    <a:pt x="3561" y="945"/>
                    <a:pt x="2616" y="0"/>
                    <a:pt x="141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 name="Google Shape;8894;p71">
              <a:extLst>
                <a:ext uri="{FF2B5EF4-FFF2-40B4-BE49-F238E27FC236}">
                  <a16:creationId xmlns:a16="http://schemas.microsoft.com/office/drawing/2014/main" id="{0033CFD4-E2DF-DBF8-CD47-C2B20E57D253}"/>
                </a:ext>
              </a:extLst>
            </p:cNvPr>
            <p:cNvSpPr/>
            <p:nvPr/>
          </p:nvSpPr>
          <p:spPr>
            <a:xfrm>
              <a:off x="-46422300" y="3938500"/>
              <a:ext cx="152025" cy="300900"/>
            </a:xfrm>
            <a:custGeom>
              <a:avLst/>
              <a:gdLst/>
              <a:ahLst/>
              <a:cxnLst/>
              <a:rect l="l" t="t" r="r" b="b"/>
              <a:pathLst>
                <a:path w="6081" h="12036" extrusionOk="0">
                  <a:moveTo>
                    <a:pt x="4726" y="0"/>
                  </a:moveTo>
                  <a:cubicBezTo>
                    <a:pt x="3529" y="0"/>
                    <a:pt x="2584" y="977"/>
                    <a:pt x="2584" y="2111"/>
                  </a:cubicBezTo>
                  <a:lnTo>
                    <a:pt x="2584" y="2143"/>
                  </a:lnTo>
                  <a:cubicBezTo>
                    <a:pt x="2584" y="3308"/>
                    <a:pt x="3529" y="4253"/>
                    <a:pt x="4663" y="4253"/>
                  </a:cubicBezTo>
                  <a:cubicBezTo>
                    <a:pt x="4883" y="4253"/>
                    <a:pt x="5041" y="4411"/>
                    <a:pt x="5041" y="4600"/>
                  </a:cubicBezTo>
                  <a:cubicBezTo>
                    <a:pt x="5041" y="4789"/>
                    <a:pt x="4883" y="4947"/>
                    <a:pt x="4663" y="4947"/>
                  </a:cubicBezTo>
                  <a:cubicBezTo>
                    <a:pt x="3214" y="4947"/>
                    <a:pt x="2048" y="3812"/>
                    <a:pt x="1890" y="2395"/>
                  </a:cubicBezTo>
                  <a:cubicBezTo>
                    <a:pt x="441" y="3056"/>
                    <a:pt x="0" y="4758"/>
                    <a:pt x="882" y="6018"/>
                  </a:cubicBezTo>
                  <a:cubicBezTo>
                    <a:pt x="1323" y="6648"/>
                    <a:pt x="2111" y="7057"/>
                    <a:pt x="2930" y="7057"/>
                  </a:cubicBezTo>
                  <a:cubicBezTo>
                    <a:pt x="3151" y="7057"/>
                    <a:pt x="3277" y="7215"/>
                    <a:pt x="3277" y="7435"/>
                  </a:cubicBezTo>
                  <a:cubicBezTo>
                    <a:pt x="3277" y="7625"/>
                    <a:pt x="3151" y="7782"/>
                    <a:pt x="2930" y="7782"/>
                  </a:cubicBezTo>
                  <a:cubicBezTo>
                    <a:pt x="1985" y="7782"/>
                    <a:pt x="1166" y="7341"/>
                    <a:pt x="567" y="6711"/>
                  </a:cubicBezTo>
                  <a:cubicBezTo>
                    <a:pt x="504" y="6963"/>
                    <a:pt x="441" y="7183"/>
                    <a:pt x="441" y="7435"/>
                  </a:cubicBezTo>
                  <a:cubicBezTo>
                    <a:pt x="441" y="8940"/>
                    <a:pt x="1695" y="9874"/>
                    <a:pt x="2958" y="9874"/>
                  </a:cubicBezTo>
                  <a:cubicBezTo>
                    <a:pt x="3572" y="9874"/>
                    <a:pt x="4188" y="9653"/>
                    <a:pt x="4663" y="9168"/>
                  </a:cubicBezTo>
                  <a:cubicBezTo>
                    <a:pt x="4726" y="9105"/>
                    <a:pt x="4813" y="9074"/>
                    <a:pt x="4903" y="9074"/>
                  </a:cubicBezTo>
                  <a:cubicBezTo>
                    <a:pt x="4994" y="9074"/>
                    <a:pt x="5088" y="9105"/>
                    <a:pt x="5167" y="9168"/>
                  </a:cubicBezTo>
                  <a:cubicBezTo>
                    <a:pt x="5293" y="9263"/>
                    <a:pt x="5293" y="9515"/>
                    <a:pt x="5167" y="9672"/>
                  </a:cubicBezTo>
                  <a:cubicBezTo>
                    <a:pt x="4600" y="10271"/>
                    <a:pt x="3812" y="10617"/>
                    <a:pt x="2930" y="10617"/>
                  </a:cubicBezTo>
                  <a:cubicBezTo>
                    <a:pt x="2867" y="10617"/>
                    <a:pt x="2773" y="10617"/>
                    <a:pt x="2710" y="10586"/>
                  </a:cubicBezTo>
                  <a:lnTo>
                    <a:pt x="2710" y="10586"/>
                  </a:lnTo>
                  <a:cubicBezTo>
                    <a:pt x="2962" y="11405"/>
                    <a:pt x="3749" y="12035"/>
                    <a:pt x="4663" y="12035"/>
                  </a:cubicBezTo>
                  <a:cubicBezTo>
                    <a:pt x="5450" y="12035"/>
                    <a:pt x="6081" y="11405"/>
                    <a:pt x="6081" y="10617"/>
                  </a:cubicBezTo>
                  <a:lnTo>
                    <a:pt x="6081" y="1450"/>
                  </a:lnTo>
                  <a:cubicBezTo>
                    <a:pt x="6081" y="599"/>
                    <a:pt x="5450" y="0"/>
                    <a:pt x="472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23" name="Google Shape;9793;p73">
            <a:extLst>
              <a:ext uri="{FF2B5EF4-FFF2-40B4-BE49-F238E27FC236}">
                <a16:creationId xmlns:a16="http://schemas.microsoft.com/office/drawing/2014/main" id="{7F18A460-0AD9-AF0C-608E-85B0CA4349F4}"/>
              </a:ext>
            </a:extLst>
          </p:cNvPr>
          <p:cNvGrpSpPr/>
          <p:nvPr/>
        </p:nvGrpSpPr>
        <p:grpSpPr>
          <a:xfrm>
            <a:off x="6436446" y="962671"/>
            <a:ext cx="426462" cy="418363"/>
            <a:chOff x="-1183550" y="3586525"/>
            <a:chExt cx="296175" cy="290550"/>
          </a:xfrm>
          <a:solidFill>
            <a:schemeClr val="accent6">
              <a:lumMod val="75000"/>
            </a:schemeClr>
          </a:solidFill>
        </p:grpSpPr>
        <p:sp>
          <p:nvSpPr>
            <p:cNvPr id="24" name="Google Shape;9794;p73">
              <a:extLst>
                <a:ext uri="{FF2B5EF4-FFF2-40B4-BE49-F238E27FC236}">
                  <a16:creationId xmlns:a16="http://schemas.microsoft.com/office/drawing/2014/main" id="{69C972C9-F27B-6DBB-5DCD-EE3A10924707}"/>
                </a:ext>
              </a:extLst>
            </p:cNvPr>
            <p:cNvSpPr/>
            <p:nvPr/>
          </p:nvSpPr>
          <p:spPr>
            <a:xfrm>
              <a:off x="-927575" y="3671500"/>
              <a:ext cx="40200" cy="16575"/>
            </a:xfrm>
            <a:custGeom>
              <a:avLst/>
              <a:gdLst/>
              <a:ahLst/>
              <a:cxnLst/>
              <a:rect l="l" t="t" r="r" b="b"/>
              <a:pathLst>
                <a:path w="1608" h="663" extrusionOk="0">
                  <a:moveTo>
                    <a:pt x="473" y="0"/>
                  </a:moveTo>
                  <a:cubicBezTo>
                    <a:pt x="32" y="0"/>
                    <a:pt x="1" y="662"/>
                    <a:pt x="473" y="662"/>
                  </a:cubicBezTo>
                  <a:lnTo>
                    <a:pt x="1135" y="662"/>
                  </a:lnTo>
                  <a:cubicBezTo>
                    <a:pt x="1145" y="663"/>
                    <a:pt x="1156" y="663"/>
                    <a:pt x="1166" y="663"/>
                  </a:cubicBezTo>
                  <a:cubicBezTo>
                    <a:pt x="1607" y="663"/>
                    <a:pt x="1597" y="0"/>
                    <a:pt x="113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 name="Google Shape;9795;p73">
              <a:extLst>
                <a:ext uri="{FF2B5EF4-FFF2-40B4-BE49-F238E27FC236}">
                  <a16:creationId xmlns:a16="http://schemas.microsoft.com/office/drawing/2014/main" id="{A9DF9BF7-484F-4414-A861-5E25946E88AD}"/>
                </a:ext>
              </a:extLst>
            </p:cNvPr>
            <p:cNvSpPr/>
            <p:nvPr/>
          </p:nvSpPr>
          <p:spPr>
            <a:xfrm>
              <a:off x="-1183550" y="3671500"/>
              <a:ext cx="39400" cy="16575"/>
            </a:xfrm>
            <a:custGeom>
              <a:avLst/>
              <a:gdLst/>
              <a:ahLst/>
              <a:cxnLst/>
              <a:rect l="l" t="t" r="r" b="b"/>
              <a:pathLst>
                <a:path w="1576" h="663" extrusionOk="0">
                  <a:moveTo>
                    <a:pt x="473" y="0"/>
                  </a:moveTo>
                  <a:cubicBezTo>
                    <a:pt x="32" y="0"/>
                    <a:pt x="1" y="662"/>
                    <a:pt x="473" y="662"/>
                  </a:cubicBezTo>
                  <a:lnTo>
                    <a:pt x="1135" y="662"/>
                  </a:lnTo>
                  <a:cubicBezTo>
                    <a:pt x="1145" y="663"/>
                    <a:pt x="1154" y="663"/>
                    <a:pt x="1163" y="663"/>
                  </a:cubicBezTo>
                  <a:cubicBezTo>
                    <a:pt x="1576" y="663"/>
                    <a:pt x="1566" y="0"/>
                    <a:pt x="113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 name="Google Shape;9796;p73">
              <a:extLst>
                <a:ext uri="{FF2B5EF4-FFF2-40B4-BE49-F238E27FC236}">
                  <a16:creationId xmlns:a16="http://schemas.microsoft.com/office/drawing/2014/main" id="{E1B84DA7-6C2E-BDCA-D442-8DCE6D758847}"/>
                </a:ext>
              </a:extLst>
            </p:cNvPr>
            <p:cNvSpPr/>
            <p:nvPr/>
          </p:nvSpPr>
          <p:spPr>
            <a:xfrm>
              <a:off x="-944250" y="3603025"/>
              <a:ext cx="39525" cy="26375"/>
            </a:xfrm>
            <a:custGeom>
              <a:avLst/>
              <a:gdLst/>
              <a:ahLst/>
              <a:cxnLst/>
              <a:rect l="l" t="t" r="r" b="b"/>
              <a:pathLst>
                <a:path w="1581" h="1055" extrusionOk="0">
                  <a:moveTo>
                    <a:pt x="1086" y="1"/>
                  </a:moveTo>
                  <a:cubicBezTo>
                    <a:pt x="1024" y="1"/>
                    <a:pt x="957" y="19"/>
                    <a:pt x="888" y="61"/>
                  </a:cubicBezTo>
                  <a:lnTo>
                    <a:pt x="321" y="408"/>
                  </a:lnTo>
                  <a:cubicBezTo>
                    <a:pt x="0" y="595"/>
                    <a:pt x="179" y="1054"/>
                    <a:pt x="490" y="1054"/>
                  </a:cubicBezTo>
                  <a:cubicBezTo>
                    <a:pt x="546" y="1054"/>
                    <a:pt x="606" y="1040"/>
                    <a:pt x="668" y="1006"/>
                  </a:cubicBezTo>
                  <a:lnTo>
                    <a:pt x="1266" y="660"/>
                  </a:lnTo>
                  <a:cubicBezTo>
                    <a:pt x="1581" y="450"/>
                    <a:pt x="1394" y="1"/>
                    <a:pt x="108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 name="Google Shape;9797;p73">
              <a:extLst>
                <a:ext uri="{FF2B5EF4-FFF2-40B4-BE49-F238E27FC236}">
                  <a16:creationId xmlns:a16="http://schemas.microsoft.com/office/drawing/2014/main" id="{35E0FD64-54F6-5A81-65F2-48F02853332F}"/>
                </a:ext>
              </a:extLst>
            </p:cNvPr>
            <p:cNvSpPr/>
            <p:nvPr/>
          </p:nvSpPr>
          <p:spPr>
            <a:xfrm>
              <a:off x="-1166200" y="3731225"/>
              <a:ext cx="39700" cy="26075"/>
            </a:xfrm>
            <a:custGeom>
              <a:avLst/>
              <a:gdLst/>
              <a:ahLst/>
              <a:cxnLst/>
              <a:rect l="l" t="t" r="r" b="b"/>
              <a:pathLst>
                <a:path w="1588" h="1043" extrusionOk="0">
                  <a:moveTo>
                    <a:pt x="1071" y="1"/>
                  </a:moveTo>
                  <a:cubicBezTo>
                    <a:pt x="1021" y="1"/>
                    <a:pt x="968" y="12"/>
                    <a:pt x="913" y="37"/>
                  </a:cubicBezTo>
                  <a:lnTo>
                    <a:pt x="315" y="384"/>
                  </a:lnTo>
                  <a:cubicBezTo>
                    <a:pt x="0" y="593"/>
                    <a:pt x="187" y="1043"/>
                    <a:pt x="495" y="1043"/>
                  </a:cubicBezTo>
                  <a:cubicBezTo>
                    <a:pt x="557" y="1043"/>
                    <a:pt x="624" y="1025"/>
                    <a:pt x="693" y="982"/>
                  </a:cubicBezTo>
                  <a:lnTo>
                    <a:pt x="1260" y="636"/>
                  </a:lnTo>
                  <a:cubicBezTo>
                    <a:pt x="1587" y="472"/>
                    <a:pt x="1395" y="1"/>
                    <a:pt x="107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 name="Google Shape;9798;p73">
              <a:extLst>
                <a:ext uri="{FF2B5EF4-FFF2-40B4-BE49-F238E27FC236}">
                  <a16:creationId xmlns:a16="http://schemas.microsoft.com/office/drawing/2014/main" id="{69592734-CBF5-325A-BE57-CBA817303745}"/>
                </a:ext>
              </a:extLst>
            </p:cNvPr>
            <p:cNvSpPr/>
            <p:nvPr/>
          </p:nvSpPr>
          <p:spPr>
            <a:xfrm>
              <a:off x="-944925" y="3730950"/>
              <a:ext cx="40200" cy="26375"/>
            </a:xfrm>
            <a:custGeom>
              <a:avLst/>
              <a:gdLst/>
              <a:ahLst/>
              <a:cxnLst/>
              <a:rect l="l" t="t" r="r" b="b"/>
              <a:pathLst>
                <a:path w="1608" h="1055" extrusionOk="0">
                  <a:moveTo>
                    <a:pt x="515" y="0"/>
                  </a:moveTo>
                  <a:cubicBezTo>
                    <a:pt x="198" y="0"/>
                    <a:pt x="1" y="460"/>
                    <a:pt x="348" y="647"/>
                  </a:cubicBezTo>
                  <a:lnTo>
                    <a:pt x="915" y="993"/>
                  </a:lnTo>
                  <a:cubicBezTo>
                    <a:pt x="984" y="1036"/>
                    <a:pt x="1052" y="1054"/>
                    <a:pt x="1114" y="1054"/>
                  </a:cubicBezTo>
                  <a:cubicBezTo>
                    <a:pt x="1421" y="1054"/>
                    <a:pt x="1608" y="609"/>
                    <a:pt x="1293" y="426"/>
                  </a:cubicBezTo>
                  <a:lnTo>
                    <a:pt x="695" y="48"/>
                  </a:lnTo>
                  <a:cubicBezTo>
                    <a:pt x="633" y="15"/>
                    <a:pt x="572" y="0"/>
                    <a:pt x="51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 name="Google Shape;9799;p73">
              <a:extLst>
                <a:ext uri="{FF2B5EF4-FFF2-40B4-BE49-F238E27FC236}">
                  <a16:creationId xmlns:a16="http://schemas.microsoft.com/office/drawing/2014/main" id="{E146467D-912A-D115-2F00-44EC3C5635C3}"/>
                </a:ext>
              </a:extLst>
            </p:cNvPr>
            <p:cNvSpPr/>
            <p:nvPr/>
          </p:nvSpPr>
          <p:spPr>
            <a:xfrm>
              <a:off x="-1167000" y="3603025"/>
              <a:ext cx="40200" cy="26375"/>
            </a:xfrm>
            <a:custGeom>
              <a:avLst/>
              <a:gdLst/>
              <a:ahLst/>
              <a:cxnLst/>
              <a:rect l="l" t="t" r="r" b="b"/>
              <a:pathLst>
                <a:path w="1608" h="1055" extrusionOk="0">
                  <a:moveTo>
                    <a:pt x="477" y="1"/>
                  </a:moveTo>
                  <a:cubicBezTo>
                    <a:pt x="188" y="1"/>
                    <a:pt x="1" y="450"/>
                    <a:pt x="315" y="660"/>
                  </a:cubicBezTo>
                  <a:lnTo>
                    <a:pt x="914" y="1006"/>
                  </a:lnTo>
                  <a:cubicBezTo>
                    <a:pt x="981" y="1040"/>
                    <a:pt x="1044" y="1054"/>
                    <a:pt x="1103" y="1054"/>
                  </a:cubicBezTo>
                  <a:cubicBezTo>
                    <a:pt x="1434" y="1054"/>
                    <a:pt x="1608" y="595"/>
                    <a:pt x="1260" y="408"/>
                  </a:cubicBezTo>
                  <a:lnTo>
                    <a:pt x="662" y="61"/>
                  </a:lnTo>
                  <a:cubicBezTo>
                    <a:pt x="598" y="19"/>
                    <a:pt x="536" y="1"/>
                    <a:pt x="47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 name="Google Shape;9800;p73">
              <a:extLst>
                <a:ext uri="{FF2B5EF4-FFF2-40B4-BE49-F238E27FC236}">
                  <a16:creationId xmlns:a16="http://schemas.microsoft.com/office/drawing/2014/main" id="{59FD8921-539E-32CF-6467-F4CD8010DCC9}"/>
                </a:ext>
              </a:extLst>
            </p:cNvPr>
            <p:cNvSpPr/>
            <p:nvPr/>
          </p:nvSpPr>
          <p:spPr>
            <a:xfrm>
              <a:off x="-1065400" y="3658900"/>
              <a:ext cx="59875" cy="77200"/>
            </a:xfrm>
            <a:custGeom>
              <a:avLst/>
              <a:gdLst/>
              <a:ahLst/>
              <a:cxnLst/>
              <a:rect l="l" t="t" r="r" b="b"/>
              <a:pathLst>
                <a:path w="2395" h="3088" extrusionOk="0">
                  <a:moveTo>
                    <a:pt x="882" y="0"/>
                  </a:moveTo>
                  <a:lnTo>
                    <a:pt x="0" y="1355"/>
                  </a:lnTo>
                  <a:lnTo>
                    <a:pt x="1355" y="1922"/>
                  </a:lnTo>
                  <a:cubicBezTo>
                    <a:pt x="1450" y="1953"/>
                    <a:pt x="1544" y="2111"/>
                    <a:pt x="1544" y="2237"/>
                  </a:cubicBezTo>
                  <a:lnTo>
                    <a:pt x="1544" y="3088"/>
                  </a:lnTo>
                  <a:lnTo>
                    <a:pt x="2395" y="1733"/>
                  </a:lnTo>
                  <a:lnTo>
                    <a:pt x="1071" y="1166"/>
                  </a:lnTo>
                  <a:cubicBezTo>
                    <a:pt x="945" y="1134"/>
                    <a:pt x="882" y="1008"/>
                    <a:pt x="882" y="851"/>
                  </a:cubicBezTo>
                  <a:lnTo>
                    <a:pt x="882"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 name="Google Shape;9801;p73">
              <a:extLst>
                <a:ext uri="{FF2B5EF4-FFF2-40B4-BE49-F238E27FC236}">
                  <a16:creationId xmlns:a16="http://schemas.microsoft.com/office/drawing/2014/main" id="{286967B1-92FB-EADF-4FE2-1A8C061BBF83}"/>
                </a:ext>
              </a:extLst>
            </p:cNvPr>
            <p:cNvSpPr/>
            <p:nvPr/>
          </p:nvSpPr>
          <p:spPr>
            <a:xfrm>
              <a:off x="-1078000" y="3809325"/>
              <a:ext cx="85075" cy="67750"/>
            </a:xfrm>
            <a:custGeom>
              <a:avLst/>
              <a:gdLst/>
              <a:ahLst/>
              <a:cxnLst/>
              <a:rect l="l" t="t" r="r" b="b"/>
              <a:pathLst>
                <a:path w="3403" h="2710" extrusionOk="0">
                  <a:moveTo>
                    <a:pt x="0" y="1"/>
                  </a:moveTo>
                  <a:lnTo>
                    <a:pt x="0" y="662"/>
                  </a:lnTo>
                  <a:lnTo>
                    <a:pt x="1008" y="662"/>
                  </a:lnTo>
                  <a:cubicBezTo>
                    <a:pt x="1449" y="662"/>
                    <a:pt x="1481" y="1324"/>
                    <a:pt x="1008" y="1324"/>
                  </a:cubicBezTo>
                  <a:lnTo>
                    <a:pt x="0" y="1324"/>
                  </a:lnTo>
                  <a:lnTo>
                    <a:pt x="0" y="1670"/>
                  </a:lnTo>
                  <a:cubicBezTo>
                    <a:pt x="0" y="2237"/>
                    <a:pt x="473" y="2710"/>
                    <a:pt x="1008" y="2710"/>
                  </a:cubicBezTo>
                  <a:lnTo>
                    <a:pt x="2395" y="2710"/>
                  </a:lnTo>
                  <a:cubicBezTo>
                    <a:pt x="2962" y="2710"/>
                    <a:pt x="3403" y="2237"/>
                    <a:pt x="3403" y="1670"/>
                  </a:cubicBezTo>
                  <a:lnTo>
                    <a:pt x="3403" y="1324"/>
                  </a:lnTo>
                  <a:lnTo>
                    <a:pt x="2395" y="1324"/>
                  </a:lnTo>
                  <a:cubicBezTo>
                    <a:pt x="1954" y="1324"/>
                    <a:pt x="1922" y="662"/>
                    <a:pt x="2395" y="662"/>
                  </a:cubicBezTo>
                  <a:lnTo>
                    <a:pt x="3403" y="662"/>
                  </a:lnTo>
                  <a:lnTo>
                    <a:pt x="3403"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 name="Google Shape;9802;p73">
              <a:extLst>
                <a:ext uri="{FF2B5EF4-FFF2-40B4-BE49-F238E27FC236}">
                  <a16:creationId xmlns:a16="http://schemas.microsoft.com/office/drawing/2014/main" id="{8739CD05-5D79-8E2E-BE1B-1E45A403FC99}"/>
                </a:ext>
              </a:extLst>
            </p:cNvPr>
            <p:cNvSpPr/>
            <p:nvPr/>
          </p:nvSpPr>
          <p:spPr>
            <a:xfrm>
              <a:off x="-1135500" y="3586525"/>
              <a:ext cx="193775" cy="204700"/>
            </a:xfrm>
            <a:custGeom>
              <a:avLst/>
              <a:gdLst/>
              <a:ahLst/>
              <a:cxnLst/>
              <a:rect l="l" t="t" r="r" b="b"/>
              <a:pathLst>
                <a:path w="7751" h="8188" extrusionOk="0">
                  <a:moveTo>
                    <a:pt x="4023" y="1424"/>
                  </a:moveTo>
                  <a:cubicBezTo>
                    <a:pt x="4201" y="1424"/>
                    <a:pt x="4380" y="1561"/>
                    <a:pt x="4380" y="1761"/>
                  </a:cubicBezTo>
                  <a:lnTo>
                    <a:pt x="4380" y="3588"/>
                  </a:lnTo>
                  <a:lnTo>
                    <a:pt x="5892" y="4124"/>
                  </a:lnTo>
                  <a:cubicBezTo>
                    <a:pt x="5955" y="4187"/>
                    <a:pt x="6049" y="4250"/>
                    <a:pt x="6081" y="4344"/>
                  </a:cubicBezTo>
                  <a:cubicBezTo>
                    <a:pt x="6081" y="4407"/>
                    <a:pt x="6081" y="4533"/>
                    <a:pt x="5986" y="4628"/>
                  </a:cubicBezTo>
                  <a:lnTo>
                    <a:pt x="4285" y="7369"/>
                  </a:lnTo>
                  <a:cubicBezTo>
                    <a:pt x="4222" y="7495"/>
                    <a:pt x="4127" y="7526"/>
                    <a:pt x="4033" y="7526"/>
                  </a:cubicBezTo>
                  <a:lnTo>
                    <a:pt x="3938" y="7526"/>
                  </a:lnTo>
                  <a:cubicBezTo>
                    <a:pt x="3781" y="7495"/>
                    <a:pt x="3718" y="7369"/>
                    <a:pt x="3718" y="7211"/>
                  </a:cubicBezTo>
                  <a:lnTo>
                    <a:pt x="3718" y="5384"/>
                  </a:lnTo>
                  <a:lnTo>
                    <a:pt x="2206" y="4817"/>
                  </a:lnTo>
                  <a:cubicBezTo>
                    <a:pt x="2143" y="4754"/>
                    <a:pt x="2048" y="4691"/>
                    <a:pt x="2017" y="4596"/>
                  </a:cubicBezTo>
                  <a:cubicBezTo>
                    <a:pt x="1985" y="4533"/>
                    <a:pt x="2017" y="4407"/>
                    <a:pt x="2048" y="4344"/>
                  </a:cubicBezTo>
                  <a:lnTo>
                    <a:pt x="3749" y="1572"/>
                  </a:lnTo>
                  <a:cubicBezTo>
                    <a:pt x="3818" y="1469"/>
                    <a:pt x="3920" y="1424"/>
                    <a:pt x="4023" y="1424"/>
                  </a:cubicBezTo>
                  <a:close/>
                  <a:moveTo>
                    <a:pt x="4019" y="1"/>
                  </a:moveTo>
                  <a:cubicBezTo>
                    <a:pt x="3743" y="1"/>
                    <a:pt x="3463" y="31"/>
                    <a:pt x="3182" y="91"/>
                  </a:cubicBezTo>
                  <a:cubicBezTo>
                    <a:pt x="1733" y="406"/>
                    <a:pt x="567" y="1572"/>
                    <a:pt x="284" y="3084"/>
                  </a:cubicBezTo>
                  <a:cubicBezTo>
                    <a:pt x="0" y="4533"/>
                    <a:pt x="599" y="5479"/>
                    <a:pt x="1040" y="6140"/>
                  </a:cubicBezTo>
                  <a:cubicBezTo>
                    <a:pt x="1922" y="7526"/>
                    <a:pt x="1387" y="7526"/>
                    <a:pt x="1670" y="8188"/>
                  </a:cubicBezTo>
                  <a:lnTo>
                    <a:pt x="6301" y="8188"/>
                  </a:lnTo>
                  <a:cubicBezTo>
                    <a:pt x="6553" y="7526"/>
                    <a:pt x="6018" y="7526"/>
                    <a:pt x="6931" y="6109"/>
                  </a:cubicBezTo>
                  <a:cubicBezTo>
                    <a:pt x="7373" y="5447"/>
                    <a:pt x="7719" y="4817"/>
                    <a:pt x="7719" y="3746"/>
                  </a:cubicBezTo>
                  <a:cubicBezTo>
                    <a:pt x="7751" y="2612"/>
                    <a:pt x="7246" y="1540"/>
                    <a:pt x="6396" y="847"/>
                  </a:cubicBezTo>
                  <a:cubicBezTo>
                    <a:pt x="5726" y="297"/>
                    <a:pt x="4892" y="1"/>
                    <a:pt x="401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Tree>
    <p:extLst>
      <p:ext uri="{BB962C8B-B14F-4D97-AF65-F5344CB8AC3E}">
        <p14:creationId xmlns:p14="http://schemas.microsoft.com/office/powerpoint/2010/main" val="3180197031"/>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oogle Shape;845;p32">
            <a:extLst>
              <a:ext uri="{FF2B5EF4-FFF2-40B4-BE49-F238E27FC236}">
                <a16:creationId xmlns:a16="http://schemas.microsoft.com/office/drawing/2014/main" id="{87E3F559-29C6-315E-BB10-09B6E0282FC4}"/>
              </a:ext>
            </a:extLst>
          </p:cNvPr>
          <p:cNvGrpSpPr/>
          <p:nvPr/>
        </p:nvGrpSpPr>
        <p:grpSpPr>
          <a:xfrm>
            <a:off x="552149" y="799741"/>
            <a:ext cx="984333" cy="750875"/>
            <a:chOff x="6268229" y="1126723"/>
            <a:chExt cx="2821246" cy="1847625"/>
          </a:xfrm>
        </p:grpSpPr>
        <p:sp>
          <p:nvSpPr>
            <p:cNvPr id="5" name="Google Shape;846;p32">
              <a:extLst>
                <a:ext uri="{FF2B5EF4-FFF2-40B4-BE49-F238E27FC236}">
                  <a16:creationId xmlns:a16="http://schemas.microsoft.com/office/drawing/2014/main" id="{ACCA7330-D797-D12B-C66D-B5CB62FBECEB}"/>
                </a:ext>
              </a:extLst>
            </p:cNvPr>
            <p:cNvSpPr/>
            <p:nvPr/>
          </p:nvSpPr>
          <p:spPr>
            <a:xfrm>
              <a:off x="6268229" y="1126723"/>
              <a:ext cx="2821246" cy="1847604"/>
            </a:xfrm>
            <a:custGeom>
              <a:avLst/>
              <a:gdLst/>
              <a:ahLst/>
              <a:cxnLst/>
              <a:rect l="l" t="t" r="r" b="b"/>
              <a:pathLst>
                <a:path w="71719" h="46968" extrusionOk="0">
                  <a:moveTo>
                    <a:pt x="634" y="46634"/>
                  </a:moveTo>
                  <a:lnTo>
                    <a:pt x="1168" y="46834"/>
                  </a:lnTo>
                  <a:lnTo>
                    <a:pt x="1635" y="46734"/>
                  </a:lnTo>
                  <a:lnTo>
                    <a:pt x="2102" y="46434"/>
                  </a:lnTo>
                  <a:lnTo>
                    <a:pt x="2569" y="46434"/>
                  </a:lnTo>
                  <a:lnTo>
                    <a:pt x="3103" y="46400"/>
                  </a:lnTo>
                  <a:lnTo>
                    <a:pt x="3670" y="46534"/>
                  </a:lnTo>
                  <a:lnTo>
                    <a:pt x="4170" y="46400"/>
                  </a:lnTo>
                  <a:lnTo>
                    <a:pt x="4704" y="46334"/>
                  </a:lnTo>
                  <a:lnTo>
                    <a:pt x="5238" y="46234"/>
                  </a:lnTo>
                  <a:lnTo>
                    <a:pt x="5771" y="46367"/>
                  </a:lnTo>
                  <a:lnTo>
                    <a:pt x="6272" y="46367"/>
                  </a:lnTo>
                  <a:lnTo>
                    <a:pt x="6805" y="46500"/>
                  </a:lnTo>
                  <a:lnTo>
                    <a:pt x="7306" y="46467"/>
                  </a:lnTo>
                  <a:lnTo>
                    <a:pt x="7773" y="46234"/>
                  </a:lnTo>
                  <a:lnTo>
                    <a:pt x="8273" y="46434"/>
                  </a:lnTo>
                  <a:lnTo>
                    <a:pt x="8773" y="46434"/>
                  </a:lnTo>
                  <a:lnTo>
                    <a:pt x="9240" y="46200"/>
                  </a:lnTo>
                  <a:lnTo>
                    <a:pt x="9741" y="46434"/>
                  </a:lnTo>
                  <a:lnTo>
                    <a:pt x="10241" y="46400"/>
                  </a:lnTo>
                  <a:lnTo>
                    <a:pt x="10675" y="46100"/>
                  </a:lnTo>
                  <a:lnTo>
                    <a:pt x="11175" y="46134"/>
                  </a:lnTo>
                  <a:lnTo>
                    <a:pt x="11642" y="45900"/>
                  </a:lnTo>
                  <a:lnTo>
                    <a:pt x="12142" y="45967"/>
                  </a:lnTo>
                  <a:lnTo>
                    <a:pt x="12609" y="45867"/>
                  </a:lnTo>
                  <a:lnTo>
                    <a:pt x="13110" y="46033"/>
                  </a:lnTo>
                  <a:lnTo>
                    <a:pt x="13610" y="45933"/>
                  </a:lnTo>
                  <a:lnTo>
                    <a:pt x="14111" y="46000"/>
                  </a:lnTo>
                  <a:lnTo>
                    <a:pt x="14578" y="45833"/>
                  </a:lnTo>
                  <a:lnTo>
                    <a:pt x="15078" y="45900"/>
                  </a:lnTo>
                  <a:lnTo>
                    <a:pt x="15578" y="45933"/>
                  </a:lnTo>
                  <a:lnTo>
                    <a:pt x="16045" y="45867"/>
                  </a:lnTo>
                  <a:lnTo>
                    <a:pt x="16512" y="45566"/>
                  </a:lnTo>
                  <a:lnTo>
                    <a:pt x="17013" y="45633"/>
                  </a:lnTo>
                  <a:lnTo>
                    <a:pt x="17480" y="45700"/>
                  </a:lnTo>
                  <a:lnTo>
                    <a:pt x="17980" y="45633"/>
                  </a:lnTo>
                  <a:lnTo>
                    <a:pt x="18447" y="45433"/>
                  </a:lnTo>
                  <a:lnTo>
                    <a:pt x="18914" y="45600"/>
                  </a:lnTo>
                  <a:lnTo>
                    <a:pt x="19448" y="45400"/>
                  </a:lnTo>
                  <a:lnTo>
                    <a:pt x="19881" y="45633"/>
                  </a:lnTo>
                  <a:lnTo>
                    <a:pt x="20382" y="45833"/>
                  </a:lnTo>
                  <a:lnTo>
                    <a:pt x="20849" y="45900"/>
                  </a:lnTo>
                  <a:lnTo>
                    <a:pt x="21382" y="45733"/>
                  </a:lnTo>
                  <a:lnTo>
                    <a:pt x="21849" y="46000"/>
                  </a:lnTo>
                  <a:lnTo>
                    <a:pt x="22316" y="46167"/>
                  </a:lnTo>
                  <a:lnTo>
                    <a:pt x="22817" y="46167"/>
                  </a:lnTo>
                  <a:lnTo>
                    <a:pt x="23284" y="46434"/>
                  </a:lnTo>
                  <a:lnTo>
                    <a:pt x="23684" y="46567"/>
                  </a:lnTo>
                  <a:lnTo>
                    <a:pt x="24118" y="46367"/>
                  </a:lnTo>
                  <a:lnTo>
                    <a:pt x="24551" y="46667"/>
                  </a:lnTo>
                  <a:lnTo>
                    <a:pt x="25018" y="46634"/>
                  </a:lnTo>
                  <a:lnTo>
                    <a:pt x="25452" y="46267"/>
                  </a:lnTo>
                  <a:lnTo>
                    <a:pt x="25952" y="46500"/>
                  </a:lnTo>
                  <a:lnTo>
                    <a:pt x="26453" y="46601"/>
                  </a:lnTo>
                  <a:lnTo>
                    <a:pt x="26920" y="46500"/>
                  </a:lnTo>
                  <a:lnTo>
                    <a:pt x="27353" y="46167"/>
                  </a:lnTo>
                  <a:lnTo>
                    <a:pt x="27887" y="46467"/>
                  </a:lnTo>
                  <a:lnTo>
                    <a:pt x="28387" y="46334"/>
                  </a:lnTo>
                  <a:lnTo>
                    <a:pt x="28888" y="46334"/>
                  </a:lnTo>
                  <a:lnTo>
                    <a:pt x="29355" y="46134"/>
                  </a:lnTo>
                  <a:lnTo>
                    <a:pt x="29855" y="46000"/>
                  </a:lnTo>
                  <a:lnTo>
                    <a:pt x="30322" y="46000"/>
                  </a:lnTo>
                  <a:lnTo>
                    <a:pt x="30856" y="46100"/>
                  </a:lnTo>
                  <a:lnTo>
                    <a:pt x="31323" y="45967"/>
                  </a:lnTo>
                  <a:lnTo>
                    <a:pt x="31823" y="45967"/>
                  </a:lnTo>
                  <a:lnTo>
                    <a:pt x="32324" y="46000"/>
                  </a:lnTo>
                  <a:lnTo>
                    <a:pt x="32824" y="46067"/>
                  </a:lnTo>
                  <a:lnTo>
                    <a:pt x="33324" y="46000"/>
                  </a:lnTo>
                  <a:lnTo>
                    <a:pt x="33791" y="45833"/>
                  </a:lnTo>
                  <a:lnTo>
                    <a:pt x="34292" y="45767"/>
                  </a:lnTo>
                  <a:lnTo>
                    <a:pt x="34792" y="45867"/>
                  </a:lnTo>
                  <a:lnTo>
                    <a:pt x="35292" y="45733"/>
                  </a:lnTo>
                  <a:lnTo>
                    <a:pt x="35793" y="45600"/>
                  </a:lnTo>
                  <a:lnTo>
                    <a:pt x="36260" y="45500"/>
                  </a:lnTo>
                  <a:lnTo>
                    <a:pt x="36760" y="45633"/>
                  </a:lnTo>
                  <a:lnTo>
                    <a:pt x="37227" y="45500"/>
                  </a:lnTo>
                  <a:lnTo>
                    <a:pt x="37727" y="45533"/>
                  </a:lnTo>
                  <a:lnTo>
                    <a:pt x="38194" y="45266"/>
                  </a:lnTo>
                  <a:lnTo>
                    <a:pt x="38661" y="45266"/>
                  </a:lnTo>
                  <a:lnTo>
                    <a:pt x="39162" y="45400"/>
                  </a:lnTo>
                  <a:lnTo>
                    <a:pt x="39662" y="45700"/>
                  </a:lnTo>
                  <a:lnTo>
                    <a:pt x="40196" y="45500"/>
                  </a:lnTo>
                  <a:lnTo>
                    <a:pt x="40730" y="45700"/>
                  </a:lnTo>
                  <a:lnTo>
                    <a:pt x="41230" y="45633"/>
                  </a:lnTo>
                  <a:lnTo>
                    <a:pt x="41764" y="45667"/>
                  </a:lnTo>
                  <a:lnTo>
                    <a:pt x="42297" y="45633"/>
                  </a:lnTo>
                  <a:lnTo>
                    <a:pt x="42798" y="45767"/>
                  </a:lnTo>
                  <a:lnTo>
                    <a:pt x="43265" y="45633"/>
                  </a:lnTo>
                  <a:lnTo>
                    <a:pt x="43732" y="45366"/>
                  </a:lnTo>
                  <a:lnTo>
                    <a:pt x="44232" y="45366"/>
                  </a:lnTo>
                  <a:lnTo>
                    <a:pt x="44732" y="45466"/>
                  </a:lnTo>
                  <a:lnTo>
                    <a:pt x="45199" y="45166"/>
                  </a:lnTo>
                  <a:lnTo>
                    <a:pt x="45733" y="45366"/>
                  </a:lnTo>
                  <a:lnTo>
                    <a:pt x="46300" y="45200"/>
                  </a:lnTo>
                  <a:lnTo>
                    <a:pt x="46734" y="45667"/>
                  </a:lnTo>
                  <a:lnTo>
                    <a:pt x="47301" y="45433"/>
                  </a:lnTo>
                  <a:lnTo>
                    <a:pt x="47801" y="45700"/>
                  </a:lnTo>
                  <a:lnTo>
                    <a:pt x="48368" y="45566"/>
                  </a:lnTo>
                  <a:lnTo>
                    <a:pt x="48869" y="45833"/>
                  </a:lnTo>
                  <a:lnTo>
                    <a:pt x="49402" y="46000"/>
                  </a:lnTo>
                  <a:lnTo>
                    <a:pt x="49969" y="45933"/>
                  </a:lnTo>
                  <a:lnTo>
                    <a:pt x="50436" y="46100"/>
                  </a:lnTo>
                  <a:lnTo>
                    <a:pt x="50970" y="45900"/>
                  </a:lnTo>
                  <a:lnTo>
                    <a:pt x="51471" y="46000"/>
                  </a:lnTo>
                  <a:lnTo>
                    <a:pt x="52004" y="46100"/>
                  </a:lnTo>
                  <a:lnTo>
                    <a:pt x="52471" y="45900"/>
                  </a:lnTo>
                  <a:lnTo>
                    <a:pt x="53038" y="46000"/>
                  </a:lnTo>
                  <a:lnTo>
                    <a:pt x="53539" y="45900"/>
                  </a:lnTo>
                  <a:lnTo>
                    <a:pt x="53906" y="45466"/>
                  </a:lnTo>
                  <a:lnTo>
                    <a:pt x="54439" y="45500"/>
                  </a:lnTo>
                  <a:lnTo>
                    <a:pt x="54873" y="45300"/>
                  </a:lnTo>
                  <a:lnTo>
                    <a:pt x="55373" y="45300"/>
                  </a:lnTo>
                  <a:lnTo>
                    <a:pt x="55840" y="45166"/>
                  </a:lnTo>
                  <a:lnTo>
                    <a:pt x="56274" y="44966"/>
                  </a:lnTo>
                  <a:lnTo>
                    <a:pt x="56808" y="45033"/>
                  </a:lnTo>
                  <a:lnTo>
                    <a:pt x="57208" y="44566"/>
                  </a:lnTo>
                  <a:lnTo>
                    <a:pt x="57708" y="44599"/>
                  </a:lnTo>
                  <a:lnTo>
                    <a:pt x="58209" y="44733"/>
                  </a:lnTo>
                  <a:lnTo>
                    <a:pt x="58642" y="44432"/>
                  </a:lnTo>
                  <a:lnTo>
                    <a:pt x="59143" y="44266"/>
                  </a:lnTo>
                  <a:lnTo>
                    <a:pt x="59643" y="44366"/>
                  </a:lnTo>
                  <a:lnTo>
                    <a:pt x="60143" y="44532"/>
                  </a:lnTo>
                  <a:lnTo>
                    <a:pt x="60610" y="44432"/>
                  </a:lnTo>
                  <a:lnTo>
                    <a:pt x="61077" y="44466"/>
                  </a:lnTo>
                  <a:lnTo>
                    <a:pt x="61611" y="44532"/>
                  </a:lnTo>
                  <a:lnTo>
                    <a:pt x="62178" y="44432"/>
                  </a:lnTo>
                  <a:lnTo>
                    <a:pt x="62745" y="44499"/>
                  </a:lnTo>
                  <a:lnTo>
                    <a:pt x="63179" y="44699"/>
                  </a:lnTo>
                  <a:lnTo>
                    <a:pt x="63646" y="44666"/>
                  </a:lnTo>
                  <a:lnTo>
                    <a:pt x="64080" y="44699"/>
                  </a:lnTo>
                  <a:lnTo>
                    <a:pt x="64547" y="44499"/>
                  </a:lnTo>
                  <a:lnTo>
                    <a:pt x="64980" y="44232"/>
                  </a:lnTo>
                  <a:lnTo>
                    <a:pt x="65447" y="44299"/>
                  </a:lnTo>
                  <a:lnTo>
                    <a:pt x="65847" y="44132"/>
                  </a:lnTo>
                  <a:lnTo>
                    <a:pt x="66381" y="44232"/>
                  </a:lnTo>
                  <a:lnTo>
                    <a:pt x="66882" y="44099"/>
                  </a:lnTo>
                  <a:lnTo>
                    <a:pt x="67215" y="43732"/>
                  </a:lnTo>
                  <a:lnTo>
                    <a:pt x="67715" y="43598"/>
                  </a:lnTo>
                  <a:lnTo>
                    <a:pt x="68116" y="43265"/>
                  </a:lnTo>
                  <a:lnTo>
                    <a:pt x="68616" y="43198"/>
                  </a:lnTo>
                  <a:lnTo>
                    <a:pt x="68950" y="42764"/>
                  </a:lnTo>
                  <a:lnTo>
                    <a:pt x="69483" y="42898"/>
                  </a:lnTo>
                  <a:lnTo>
                    <a:pt x="69917" y="42798"/>
                  </a:lnTo>
                  <a:lnTo>
                    <a:pt x="70384" y="42864"/>
                  </a:lnTo>
                  <a:lnTo>
                    <a:pt x="70884" y="42931"/>
                  </a:lnTo>
                  <a:lnTo>
                    <a:pt x="71351" y="42898"/>
                  </a:lnTo>
                  <a:lnTo>
                    <a:pt x="71718" y="42698"/>
                  </a:lnTo>
                  <a:lnTo>
                    <a:pt x="71718" y="934"/>
                  </a:lnTo>
                  <a:lnTo>
                    <a:pt x="71418" y="834"/>
                  </a:lnTo>
                  <a:lnTo>
                    <a:pt x="70918" y="934"/>
                  </a:lnTo>
                  <a:lnTo>
                    <a:pt x="70451" y="1168"/>
                  </a:lnTo>
                  <a:lnTo>
                    <a:pt x="69950" y="1168"/>
                  </a:lnTo>
                  <a:lnTo>
                    <a:pt x="69450" y="1035"/>
                  </a:lnTo>
                  <a:lnTo>
                    <a:pt x="68950" y="1301"/>
                  </a:lnTo>
                  <a:lnTo>
                    <a:pt x="68449" y="1068"/>
                  </a:lnTo>
                  <a:lnTo>
                    <a:pt x="67882" y="1201"/>
                  </a:lnTo>
                  <a:lnTo>
                    <a:pt x="67449" y="734"/>
                  </a:lnTo>
                  <a:lnTo>
                    <a:pt x="66882" y="901"/>
                  </a:lnTo>
                  <a:lnTo>
                    <a:pt x="66381" y="634"/>
                  </a:lnTo>
                  <a:lnTo>
                    <a:pt x="65814" y="734"/>
                  </a:lnTo>
                  <a:lnTo>
                    <a:pt x="65347" y="434"/>
                  </a:lnTo>
                  <a:lnTo>
                    <a:pt x="64847" y="234"/>
                  </a:lnTo>
                  <a:lnTo>
                    <a:pt x="64280" y="267"/>
                  </a:lnTo>
                  <a:lnTo>
                    <a:pt x="63779" y="67"/>
                  </a:lnTo>
                  <a:lnTo>
                    <a:pt x="63246" y="267"/>
                  </a:lnTo>
                  <a:lnTo>
                    <a:pt x="62745" y="134"/>
                  </a:lnTo>
                  <a:lnTo>
                    <a:pt x="62245" y="0"/>
                  </a:lnTo>
                  <a:lnTo>
                    <a:pt x="61745" y="201"/>
                  </a:lnTo>
                  <a:lnTo>
                    <a:pt x="61211" y="34"/>
                  </a:lnTo>
                  <a:lnTo>
                    <a:pt x="60677" y="101"/>
                  </a:lnTo>
                  <a:lnTo>
                    <a:pt x="60310" y="534"/>
                  </a:lnTo>
                  <a:lnTo>
                    <a:pt x="59776" y="467"/>
                  </a:lnTo>
                  <a:lnTo>
                    <a:pt x="59309" y="634"/>
                  </a:lnTo>
                  <a:lnTo>
                    <a:pt x="58809" y="601"/>
                  </a:lnTo>
                  <a:lnTo>
                    <a:pt x="58342" y="701"/>
                  </a:lnTo>
                  <a:lnTo>
                    <a:pt x="57908" y="901"/>
                  </a:lnTo>
                  <a:lnTo>
                    <a:pt x="57375" y="801"/>
                  </a:lnTo>
                  <a:lnTo>
                    <a:pt x="56974" y="1235"/>
                  </a:lnTo>
                  <a:lnTo>
                    <a:pt x="56474" y="1201"/>
                  </a:lnTo>
                  <a:lnTo>
                    <a:pt x="55974" y="1035"/>
                  </a:lnTo>
                  <a:lnTo>
                    <a:pt x="55507" y="1301"/>
                  </a:lnTo>
                  <a:lnTo>
                    <a:pt x="55006" y="1435"/>
                  </a:lnTo>
                  <a:lnTo>
                    <a:pt x="54539" y="1335"/>
                  </a:lnTo>
                  <a:lnTo>
                    <a:pt x="54039" y="1135"/>
                  </a:lnTo>
                  <a:lnTo>
                    <a:pt x="53572" y="1201"/>
                  </a:lnTo>
                  <a:lnTo>
                    <a:pt x="53072" y="1135"/>
                  </a:lnTo>
                  <a:lnTo>
                    <a:pt x="52571" y="1068"/>
                  </a:lnTo>
                  <a:lnTo>
                    <a:pt x="51971" y="1101"/>
                  </a:lnTo>
                  <a:lnTo>
                    <a:pt x="51437" y="1035"/>
                  </a:lnTo>
                  <a:lnTo>
                    <a:pt x="51004" y="801"/>
                  </a:lnTo>
                  <a:lnTo>
                    <a:pt x="50537" y="801"/>
                  </a:lnTo>
                  <a:lnTo>
                    <a:pt x="50103" y="734"/>
                  </a:lnTo>
                  <a:lnTo>
                    <a:pt x="49636" y="901"/>
                  </a:lnTo>
                  <a:lnTo>
                    <a:pt x="49202" y="1168"/>
                  </a:lnTo>
                  <a:lnTo>
                    <a:pt x="48735" y="1068"/>
                  </a:lnTo>
                  <a:lnTo>
                    <a:pt x="48302" y="1235"/>
                  </a:lnTo>
                  <a:lnTo>
                    <a:pt x="47768" y="1068"/>
                  </a:lnTo>
                  <a:lnTo>
                    <a:pt x="47268" y="1168"/>
                  </a:lnTo>
                  <a:lnTo>
                    <a:pt x="46901" y="1535"/>
                  </a:lnTo>
                  <a:lnTo>
                    <a:pt x="46400" y="1635"/>
                  </a:lnTo>
                  <a:lnTo>
                    <a:pt x="46000" y="1935"/>
                  </a:lnTo>
                  <a:lnTo>
                    <a:pt x="45500" y="1969"/>
                  </a:lnTo>
                  <a:lnTo>
                    <a:pt x="45133" y="2436"/>
                  </a:lnTo>
                  <a:lnTo>
                    <a:pt x="44632" y="2269"/>
                  </a:lnTo>
                  <a:lnTo>
                    <a:pt x="44165" y="2302"/>
                  </a:lnTo>
                  <a:lnTo>
                    <a:pt x="43698" y="2235"/>
                  </a:lnTo>
                  <a:lnTo>
                    <a:pt x="43231" y="2169"/>
                  </a:lnTo>
                  <a:lnTo>
                    <a:pt x="42764" y="2169"/>
                  </a:lnTo>
                  <a:lnTo>
                    <a:pt x="42264" y="2369"/>
                  </a:lnTo>
                  <a:lnTo>
                    <a:pt x="41730" y="2202"/>
                  </a:lnTo>
                  <a:lnTo>
                    <a:pt x="41230" y="2469"/>
                  </a:lnTo>
                  <a:lnTo>
                    <a:pt x="40730" y="2536"/>
                  </a:lnTo>
                  <a:lnTo>
                    <a:pt x="40229" y="2135"/>
                  </a:lnTo>
                  <a:lnTo>
                    <a:pt x="39729" y="2235"/>
                  </a:lnTo>
                  <a:lnTo>
                    <a:pt x="39228" y="2169"/>
                  </a:lnTo>
                  <a:lnTo>
                    <a:pt x="38695" y="2436"/>
                  </a:lnTo>
                  <a:lnTo>
                    <a:pt x="38194" y="2369"/>
                  </a:lnTo>
                  <a:lnTo>
                    <a:pt x="37694" y="2169"/>
                  </a:lnTo>
                  <a:lnTo>
                    <a:pt x="37194" y="2502"/>
                  </a:lnTo>
                  <a:lnTo>
                    <a:pt x="36693" y="2369"/>
                  </a:lnTo>
                  <a:lnTo>
                    <a:pt x="36160" y="2335"/>
                  </a:lnTo>
                  <a:lnTo>
                    <a:pt x="35659" y="2502"/>
                  </a:lnTo>
                  <a:lnTo>
                    <a:pt x="35159" y="2202"/>
                  </a:lnTo>
                  <a:lnTo>
                    <a:pt x="34625" y="2335"/>
                  </a:lnTo>
                  <a:lnTo>
                    <a:pt x="34125" y="2436"/>
                  </a:lnTo>
                  <a:lnTo>
                    <a:pt x="33591" y="2202"/>
                  </a:lnTo>
                  <a:lnTo>
                    <a:pt x="33091" y="2569"/>
                  </a:lnTo>
                  <a:lnTo>
                    <a:pt x="32590" y="2436"/>
                  </a:lnTo>
                  <a:lnTo>
                    <a:pt x="32057" y="2469"/>
                  </a:lnTo>
                  <a:lnTo>
                    <a:pt x="31556" y="2536"/>
                  </a:lnTo>
                  <a:lnTo>
                    <a:pt x="31056" y="2269"/>
                  </a:lnTo>
                  <a:lnTo>
                    <a:pt x="30522" y="2569"/>
                  </a:lnTo>
                  <a:lnTo>
                    <a:pt x="30022" y="2369"/>
                  </a:lnTo>
                  <a:lnTo>
                    <a:pt x="29522" y="2502"/>
                  </a:lnTo>
                  <a:lnTo>
                    <a:pt x="28988" y="2569"/>
                  </a:lnTo>
                  <a:lnTo>
                    <a:pt x="28487" y="2569"/>
                  </a:lnTo>
                  <a:lnTo>
                    <a:pt x="27987" y="2736"/>
                  </a:lnTo>
                  <a:lnTo>
                    <a:pt x="27487" y="2636"/>
                  </a:lnTo>
                  <a:lnTo>
                    <a:pt x="26986" y="2869"/>
                  </a:lnTo>
                  <a:lnTo>
                    <a:pt x="26453" y="2736"/>
                  </a:lnTo>
                  <a:lnTo>
                    <a:pt x="26019" y="3103"/>
                  </a:lnTo>
                  <a:lnTo>
                    <a:pt x="25452" y="3003"/>
                  </a:lnTo>
                  <a:lnTo>
                    <a:pt x="24952" y="3036"/>
                  </a:lnTo>
                  <a:lnTo>
                    <a:pt x="24418" y="3003"/>
                  </a:lnTo>
                  <a:lnTo>
                    <a:pt x="23984" y="3370"/>
                  </a:lnTo>
                  <a:lnTo>
                    <a:pt x="23417" y="3370"/>
                  </a:lnTo>
                  <a:lnTo>
                    <a:pt x="22850" y="3470"/>
                  </a:lnTo>
                  <a:lnTo>
                    <a:pt x="22350" y="3703"/>
                  </a:lnTo>
                  <a:lnTo>
                    <a:pt x="21849" y="3970"/>
                  </a:lnTo>
                  <a:lnTo>
                    <a:pt x="21349" y="3803"/>
                  </a:lnTo>
                  <a:lnTo>
                    <a:pt x="20882" y="4003"/>
                  </a:lnTo>
                  <a:lnTo>
                    <a:pt x="20415" y="3903"/>
                  </a:lnTo>
                  <a:lnTo>
                    <a:pt x="19948" y="3903"/>
                  </a:lnTo>
                  <a:lnTo>
                    <a:pt x="19414" y="3937"/>
                  </a:lnTo>
                  <a:lnTo>
                    <a:pt x="18914" y="3770"/>
                  </a:lnTo>
                  <a:lnTo>
                    <a:pt x="18414" y="3970"/>
                  </a:lnTo>
                  <a:lnTo>
                    <a:pt x="17913" y="3703"/>
                  </a:lnTo>
                  <a:lnTo>
                    <a:pt x="17413" y="3736"/>
                  </a:lnTo>
                  <a:lnTo>
                    <a:pt x="16879" y="3970"/>
                  </a:lnTo>
                  <a:lnTo>
                    <a:pt x="16412" y="3670"/>
                  </a:lnTo>
                  <a:lnTo>
                    <a:pt x="15878" y="3837"/>
                  </a:lnTo>
                  <a:lnTo>
                    <a:pt x="15411" y="3670"/>
                  </a:lnTo>
                  <a:lnTo>
                    <a:pt x="14878" y="3803"/>
                  </a:lnTo>
                  <a:lnTo>
                    <a:pt x="14411" y="3636"/>
                  </a:lnTo>
                  <a:lnTo>
                    <a:pt x="13910" y="3536"/>
                  </a:lnTo>
                  <a:lnTo>
                    <a:pt x="13510" y="3169"/>
                  </a:lnTo>
                  <a:lnTo>
                    <a:pt x="13010" y="3036"/>
                  </a:lnTo>
                  <a:lnTo>
                    <a:pt x="12476" y="3169"/>
                  </a:lnTo>
                  <a:lnTo>
                    <a:pt x="12009" y="2903"/>
                  </a:lnTo>
                  <a:lnTo>
                    <a:pt x="11475" y="2836"/>
                  </a:lnTo>
                  <a:lnTo>
                    <a:pt x="10908" y="3069"/>
                  </a:lnTo>
                  <a:lnTo>
                    <a:pt x="10441" y="2702"/>
                  </a:lnTo>
                  <a:lnTo>
                    <a:pt x="9941" y="2702"/>
                  </a:lnTo>
                  <a:lnTo>
                    <a:pt x="9374" y="2736"/>
                  </a:lnTo>
                  <a:lnTo>
                    <a:pt x="8840" y="2702"/>
                  </a:lnTo>
                  <a:lnTo>
                    <a:pt x="8273" y="2669"/>
                  </a:lnTo>
                  <a:lnTo>
                    <a:pt x="7773" y="2369"/>
                  </a:lnTo>
                  <a:lnTo>
                    <a:pt x="7239" y="2736"/>
                  </a:lnTo>
                  <a:lnTo>
                    <a:pt x="6739" y="2736"/>
                  </a:lnTo>
                  <a:lnTo>
                    <a:pt x="6205" y="2436"/>
                  </a:lnTo>
                  <a:lnTo>
                    <a:pt x="5738" y="2802"/>
                  </a:lnTo>
                  <a:lnTo>
                    <a:pt x="5137" y="2602"/>
                  </a:lnTo>
                  <a:lnTo>
                    <a:pt x="4804" y="3136"/>
                  </a:lnTo>
                  <a:lnTo>
                    <a:pt x="4270" y="3069"/>
                  </a:lnTo>
                  <a:lnTo>
                    <a:pt x="3870" y="3370"/>
                  </a:lnTo>
                  <a:lnTo>
                    <a:pt x="3403" y="3536"/>
                  </a:lnTo>
                  <a:lnTo>
                    <a:pt x="2936" y="3636"/>
                  </a:lnTo>
                  <a:lnTo>
                    <a:pt x="2469" y="3770"/>
                  </a:lnTo>
                  <a:lnTo>
                    <a:pt x="1935" y="3670"/>
                  </a:lnTo>
                  <a:lnTo>
                    <a:pt x="1535" y="4103"/>
                  </a:lnTo>
                  <a:lnTo>
                    <a:pt x="1001" y="3903"/>
                  </a:lnTo>
                  <a:lnTo>
                    <a:pt x="568" y="4137"/>
                  </a:lnTo>
                  <a:lnTo>
                    <a:pt x="67" y="4137"/>
                  </a:lnTo>
                  <a:lnTo>
                    <a:pt x="0" y="4170"/>
                  </a:lnTo>
                  <a:lnTo>
                    <a:pt x="0" y="46967"/>
                  </a:lnTo>
                  <a:lnTo>
                    <a:pt x="201" y="46867"/>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0" i="1">
                <a:latin typeface="Montserrat ExtraBold" panose="00000900000000000000" pitchFamily="2" charset="0"/>
              </a:endParaRPr>
            </a:p>
          </p:txBody>
        </p:sp>
        <p:sp>
          <p:nvSpPr>
            <p:cNvPr id="6" name="Google Shape;847;p32">
              <a:extLst>
                <a:ext uri="{FF2B5EF4-FFF2-40B4-BE49-F238E27FC236}">
                  <a16:creationId xmlns:a16="http://schemas.microsoft.com/office/drawing/2014/main" id="{F92BE472-4BFC-FCAA-B81E-51F7969B1303}"/>
                </a:ext>
              </a:extLst>
            </p:cNvPr>
            <p:cNvSpPr/>
            <p:nvPr/>
          </p:nvSpPr>
          <p:spPr>
            <a:xfrm>
              <a:off x="6268229" y="2761728"/>
              <a:ext cx="2821246" cy="212619"/>
            </a:xfrm>
            <a:custGeom>
              <a:avLst/>
              <a:gdLst/>
              <a:ahLst/>
              <a:cxnLst/>
              <a:rect l="l" t="t" r="r" b="b"/>
              <a:pathLst>
                <a:path w="71719" h="5405" extrusionOk="0">
                  <a:moveTo>
                    <a:pt x="2102" y="4871"/>
                  </a:moveTo>
                  <a:lnTo>
                    <a:pt x="2569" y="4871"/>
                  </a:lnTo>
                  <a:lnTo>
                    <a:pt x="3103" y="4837"/>
                  </a:lnTo>
                  <a:lnTo>
                    <a:pt x="3670" y="4971"/>
                  </a:lnTo>
                  <a:lnTo>
                    <a:pt x="4170" y="4837"/>
                  </a:lnTo>
                  <a:lnTo>
                    <a:pt x="4704" y="4771"/>
                  </a:lnTo>
                  <a:lnTo>
                    <a:pt x="5238" y="4671"/>
                  </a:lnTo>
                  <a:lnTo>
                    <a:pt x="5771" y="4804"/>
                  </a:lnTo>
                  <a:lnTo>
                    <a:pt x="6272" y="4804"/>
                  </a:lnTo>
                  <a:lnTo>
                    <a:pt x="6805" y="4937"/>
                  </a:lnTo>
                  <a:lnTo>
                    <a:pt x="7306" y="4904"/>
                  </a:lnTo>
                  <a:lnTo>
                    <a:pt x="7773" y="4671"/>
                  </a:lnTo>
                  <a:lnTo>
                    <a:pt x="8273" y="4871"/>
                  </a:lnTo>
                  <a:lnTo>
                    <a:pt x="8773" y="4871"/>
                  </a:lnTo>
                  <a:lnTo>
                    <a:pt x="9240" y="4637"/>
                  </a:lnTo>
                  <a:lnTo>
                    <a:pt x="9741" y="4871"/>
                  </a:lnTo>
                  <a:lnTo>
                    <a:pt x="10241" y="4837"/>
                  </a:lnTo>
                  <a:lnTo>
                    <a:pt x="10675" y="4537"/>
                  </a:lnTo>
                  <a:lnTo>
                    <a:pt x="11175" y="4571"/>
                  </a:lnTo>
                  <a:lnTo>
                    <a:pt x="11642" y="4337"/>
                  </a:lnTo>
                  <a:lnTo>
                    <a:pt x="12142" y="4404"/>
                  </a:lnTo>
                  <a:lnTo>
                    <a:pt x="12609" y="4304"/>
                  </a:lnTo>
                  <a:lnTo>
                    <a:pt x="13110" y="4470"/>
                  </a:lnTo>
                  <a:lnTo>
                    <a:pt x="13610" y="4370"/>
                  </a:lnTo>
                  <a:lnTo>
                    <a:pt x="14111" y="4437"/>
                  </a:lnTo>
                  <a:lnTo>
                    <a:pt x="14578" y="4270"/>
                  </a:lnTo>
                  <a:lnTo>
                    <a:pt x="15078" y="4337"/>
                  </a:lnTo>
                  <a:lnTo>
                    <a:pt x="15578" y="4370"/>
                  </a:lnTo>
                  <a:lnTo>
                    <a:pt x="16045" y="4304"/>
                  </a:lnTo>
                  <a:lnTo>
                    <a:pt x="16512" y="4003"/>
                  </a:lnTo>
                  <a:lnTo>
                    <a:pt x="17013" y="4070"/>
                  </a:lnTo>
                  <a:lnTo>
                    <a:pt x="17480" y="4137"/>
                  </a:lnTo>
                  <a:lnTo>
                    <a:pt x="17980" y="4070"/>
                  </a:lnTo>
                  <a:lnTo>
                    <a:pt x="18447" y="3870"/>
                  </a:lnTo>
                  <a:lnTo>
                    <a:pt x="18914" y="4037"/>
                  </a:lnTo>
                  <a:lnTo>
                    <a:pt x="19448" y="3837"/>
                  </a:lnTo>
                  <a:lnTo>
                    <a:pt x="19881" y="4070"/>
                  </a:lnTo>
                  <a:lnTo>
                    <a:pt x="20382" y="4270"/>
                  </a:lnTo>
                  <a:lnTo>
                    <a:pt x="20849" y="4337"/>
                  </a:lnTo>
                  <a:lnTo>
                    <a:pt x="21382" y="4170"/>
                  </a:lnTo>
                  <a:lnTo>
                    <a:pt x="21849" y="4437"/>
                  </a:lnTo>
                  <a:lnTo>
                    <a:pt x="22316" y="4604"/>
                  </a:lnTo>
                  <a:lnTo>
                    <a:pt x="22817" y="4604"/>
                  </a:lnTo>
                  <a:lnTo>
                    <a:pt x="23284" y="4871"/>
                  </a:lnTo>
                  <a:lnTo>
                    <a:pt x="23684" y="5004"/>
                  </a:lnTo>
                  <a:lnTo>
                    <a:pt x="24118" y="4804"/>
                  </a:lnTo>
                  <a:lnTo>
                    <a:pt x="24551" y="5104"/>
                  </a:lnTo>
                  <a:lnTo>
                    <a:pt x="25018" y="5071"/>
                  </a:lnTo>
                  <a:lnTo>
                    <a:pt x="25452" y="4704"/>
                  </a:lnTo>
                  <a:lnTo>
                    <a:pt x="25952" y="4937"/>
                  </a:lnTo>
                  <a:lnTo>
                    <a:pt x="26453" y="5038"/>
                  </a:lnTo>
                  <a:lnTo>
                    <a:pt x="26920" y="4937"/>
                  </a:lnTo>
                  <a:lnTo>
                    <a:pt x="27353" y="4604"/>
                  </a:lnTo>
                  <a:lnTo>
                    <a:pt x="27887" y="4904"/>
                  </a:lnTo>
                  <a:lnTo>
                    <a:pt x="28387" y="4771"/>
                  </a:lnTo>
                  <a:lnTo>
                    <a:pt x="28888" y="4771"/>
                  </a:lnTo>
                  <a:lnTo>
                    <a:pt x="29355" y="4571"/>
                  </a:lnTo>
                  <a:lnTo>
                    <a:pt x="29855" y="4437"/>
                  </a:lnTo>
                  <a:lnTo>
                    <a:pt x="30322" y="4437"/>
                  </a:lnTo>
                  <a:lnTo>
                    <a:pt x="30856" y="4537"/>
                  </a:lnTo>
                  <a:lnTo>
                    <a:pt x="31323" y="4404"/>
                  </a:lnTo>
                  <a:lnTo>
                    <a:pt x="31823" y="4404"/>
                  </a:lnTo>
                  <a:lnTo>
                    <a:pt x="32324" y="4437"/>
                  </a:lnTo>
                  <a:lnTo>
                    <a:pt x="32824" y="4504"/>
                  </a:lnTo>
                  <a:lnTo>
                    <a:pt x="33324" y="4437"/>
                  </a:lnTo>
                  <a:lnTo>
                    <a:pt x="33791" y="4270"/>
                  </a:lnTo>
                  <a:lnTo>
                    <a:pt x="34292" y="4204"/>
                  </a:lnTo>
                  <a:lnTo>
                    <a:pt x="34792" y="4304"/>
                  </a:lnTo>
                  <a:lnTo>
                    <a:pt x="35292" y="4170"/>
                  </a:lnTo>
                  <a:lnTo>
                    <a:pt x="35793" y="4037"/>
                  </a:lnTo>
                  <a:lnTo>
                    <a:pt x="36260" y="3937"/>
                  </a:lnTo>
                  <a:lnTo>
                    <a:pt x="36760" y="4070"/>
                  </a:lnTo>
                  <a:lnTo>
                    <a:pt x="37227" y="3937"/>
                  </a:lnTo>
                  <a:lnTo>
                    <a:pt x="37727" y="3970"/>
                  </a:lnTo>
                  <a:lnTo>
                    <a:pt x="38194" y="3703"/>
                  </a:lnTo>
                  <a:lnTo>
                    <a:pt x="38661" y="3703"/>
                  </a:lnTo>
                  <a:lnTo>
                    <a:pt x="39162" y="3837"/>
                  </a:lnTo>
                  <a:lnTo>
                    <a:pt x="39662" y="4137"/>
                  </a:lnTo>
                  <a:lnTo>
                    <a:pt x="40196" y="3937"/>
                  </a:lnTo>
                  <a:lnTo>
                    <a:pt x="40730" y="4137"/>
                  </a:lnTo>
                  <a:lnTo>
                    <a:pt x="41230" y="4070"/>
                  </a:lnTo>
                  <a:lnTo>
                    <a:pt x="41764" y="4104"/>
                  </a:lnTo>
                  <a:lnTo>
                    <a:pt x="42297" y="4070"/>
                  </a:lnTo>
                  <a:lnTo>
                    <a:pt x="42798" y="4204"/>
                  </a:lnTo>
                  <a:lnTo>
                    <a:pt x="43265" y="4070"/>
                  </a:lnTo>
                  <a:lnTo>
                    <a:pt x="43732" y="3803"/>
                  </a:lnTo>
                  <a:lnTo>
                    <a:pt x="44232" y="3803"/>
                  </a:lnTo>
                  <a:lnTo>
                    <a:pt x="44732" y="3903"/>
                  </a:lnTo>
                  <a:lnTo>
                    <a:pt x="45199" y="3603"/>
                  </a:lnTo>
                  <a:lnTo>
                    <a:pt x="45733" y="3803"/>
                  </a:lnTo>
                  <a:lnTo>
                    <a:pt x="46300" y="3637"/>
                  </a:lnTo>
                  <a:lnTo>
                    <a:pt x="46734" y="4104"/>
                  </a:lnTo>
                  <a:lnTo>
                    <a:pt x="47301" y="3870"/>
                  </a:lnTo>
                  <a:lnTo>
                    <a:pt x="47801" y="4137"/>
                  </a:lnTo>
                  <a:lnTo>
                    <a:pt x="48368" y="4003"/>
                  </a:lnTo>
                  <a:lnTo>
                    <a:pt x="48869" y="4270"/>
                  </a:lnTo>
                  <a:lnTo>
                    <a:pt x="49402" y="4437"/>
                  </a:lnTo>
                  <a:lnTo>
                    <a:pt x="49969" y="4370"/>
                  </a:lnTo>
                  <a:lnTo>
                    <a:pt x="50436" y="4537"/>
                  </a:lnTo>
                  <a:lnTo>
                    <a:pt x="50970" y="4337"/>
                  </a:lnTo>
                  <a:lnTo>
                    <a:pt x="51471" y="4437"/>
                  </a:lnTo>
                  <a:lnTo>
                    <a:pt x="52004" y="4537"/>
                  </a:lnTo>
                  <a:lnTo>
                    <a:pt x="52471" y="4337"/>
                  </a:lnTo>
                  <a:lnTo>
                    <a:pt x="53038" y="4437"/>
                  </a:lnTo>
                  <a:lnTo>
                    <a:pt x="53539" y="4337"/>
                  </a:lnTo>
                  <a:lnTo>
                    <a:pt x="53906" y="3903"/>
                  </a:lnTo>
                  <a:lnTo>
                    <a:pt x="54439" y="3937"/>
                  </a:lnTo>
                  <a:lnTo>
                    <a:pt x="54873" y="3737"/>
                  </a:lnTo>
                  <a:lnTo>
                    <a:pt x="55373" y="3737"/>
                  </a:lnTo>
                  <a:lnTo>
                    <a:pt x="55840" y="3603"/>
                  </a:lnTo>
                  <a:lnTo>
                    <a:pt x="56274" y="3403"/>
                  </a:lnTo>
                  <a:lnTo>
                    <a:pt x="56808" y="3470"/>
                  </a:lnTo>
                  <a:lnTo>
                    <a:pt x="57208" y="3003"/>
                  </a:lnTo>
                  <a:lnTo>
                    <a:pt x="57708" y="3036"/>
                  </a:lnTo>
                  <a:lnTo>
                    <a:pt x="58209" y="3170"/>
                  </a:lnTo>
                  <a:lnTo>
                    <a:pt x="58642" y="2869"/>
                  </a:lnTo>
                  <a:lnTo>
                    <a:pt x="59143" y="2703"/>
                  </a:lnTo>
                  <a:lnTo>
                    <a:pt x="59643" y="2803"/>
                  </a:lnTo>
                  <a:lnTo>
                    <a:pt x="60143" y="2969"/>
                  </a:lnTo>
                  <a:lnTo>
                    <a:pt x="60610" y="2869"/>
                  </a:lnTo>
                  <a:lnTo>
                    <a:pt x="61077" y="2903"/>
                  </a:lnTo>
                  <a:lnTo>
                    <a:pt x="61611" y="2969"/>
                  </a:lnTo>
                  <a:lnTo>
                    <a:pt x="62178" y="2869"/>
                  </a:lnTo>
                  <a:lnTo>
                    <a:pt x="62745" y="2936"/>
                  </a:lnTo>
                  <a:lnTo>
                    <a:pt x="63179" y="3136"/>
                  </a:lnTo>
                  <a:lnTo>
                    <a:pt x="63646" y="3103"/>
                  </a:lnTo>
                  <a:lnTo>
                    <a:pt x="64080" y="3136"/>
                  </a:lnTo>
                  <a:lnTo>
                    <a:pt x="64547" y="2936"/>
                  </a:lnTo>
                  <a:lnTo>
                    <a:pt x="64980" y="2669"/>
                  </a:lnTo>
                  <a:lnTo>
                    <a:pt x="65447" y="2736"/>
                  </a:lnTo>
                  <a:lnTo>
                    <a:pt x="65847" y="2569"/>
                  </a:lnTo>
                  <a:lnTo>
                    <a:pt x="66381" y="2669"/>
                  </a:lnTo>
                  <a:lnTo>
                    <a:pt x="66882" y="2536"/>
                  </a:lnTo>
                  <a:lnTo>
                    <a:pt x="67215" y="2169"/>
                  </a:lnTo>
                  <a:lnTo>
                    <a:pt x="67715" y="2035"/>
                  </a:lnTo>
                  <a:lnTo>
                    <a:pt x="68116" y="1702"/>
                  </a:lnTo>
                  <a:lnTo>
                    <a:pt x="68616" y="1635"/>
                  </a:lnTo>
                  <a:lnTo>
                    <a:pt x="68950" y="1201"/>
                  </a:lnTo>
                  <a:lnTo>
                    <a:pt x="69483" y="1335"/>
                  </a:lnTo>
                  <a:lnTo>
                    <a:pt x="69917" y="1235"/>
                  </a:lnTo>
                  <a:lnTo>
                    <a:pt x="70384" y="1301"/>
                  </a:lnTo>
                  <a:lnTo>
                    <a:pt x="70884" y="1368"/>
                  </a:lnTo>
                  <a:lnTo>
                    <a:pt x="71351" y="1335"/>
                  </a:lnTo>
                  <a:lnTo>
                    <a:pt x="71718" y="1135"/>
                  </a:lnTo>
                  <a:lnTo>
                    <a:pt x="71718" y="167"/>
                  </a:lnTo>
                  <a:lnTo>
                    <a:pt x="71718" y="167"/>
                  </a:lnTo>
                  <a:lnTo>
                    <a:pt x="71218" y="101"/>
                  </a:lnTo>
                  <a:lnTo>
                    <a:pt x="70751" y="67"/>
                  </a:lnTo>
                  <a:lnTo>
                    <a:pt x="70317" y="134"/>
                  </a:lnTo>
                  <a:lnTo>
                    <a:pt x="69784" y="1"/>
                  </a:lnTo>
                  <a:lnTo>
                    <a:pt x="69450" y="468"/>
                  </a:lnTo>
                  <a:lnTo>
                    <a:pt x="68950" y="534"/>
                  </a:lnTo>
                  <a:lnTo>
                    <a:pt x="68549" y="834"/>
                  </a:lnTo>
                  <a:lnTo>
                    <a:pt x="68049" y="968"/>
                  </a:lnTo>
                  <a:lnTo>
                    <a:pt x="67715" y="1368"/>
                  </a:lnTo>
                  <a:lnTo>
                    <a:pt x="67215" y="1502"/>
                  </a:lnTo>
                  <a:lnTo>
                    <a:pt x="66681" y="1368"/>
                  </a:lnTo>
                  <a:lnTo>
                    <a:pt x="66281" y="1535"/>
                  </a:lnTo>
                  <a:lnTo>
                    <a:pt x="65814" y="1502"/>
                  </a:lnTo>
                  <a:lnTo>
                    <a:pt x="65380" y="1768"/>
                  </a:lnTo>
                  <a:lnTo>
                    <a:pt x="64913" y="1969"/>
                  </a:lnTo>
                  <a:lnTo>
                    <a:pt x="64480" y="1935"/>
                  </a:lnTo>
                  <a:lnTo>
                    <a:pt x="64013" y="1969"/>
                  </a:lnTo>
                  <a:lnTo>
                    <a:pt x="63579" y="1768"/>
                  </a:lnTo>
                  <a:lnTo>
                    <a:pt x="63012" y="1735"/>
                  </a:lnTo>
                  <a:lnTo>
                    <a:pt x="62445" y="1802"/>
                  </a:lnTo>
                  <a:lnTo>
                    <a:pt x="61945" y="1735"/>
                  </a:lnTo>
                  <a:lnTo>
                    <a:pt x="61444" y="1702"/>
                  </a:lnTo>
                  <a:lnTo>
                    <a:pt x="60977" y="1802"/>
                  </a:lnTo>
                  <a:lnTo>
                    <a:pt x="60477" y="1635"/>
                  </a:lnTo>
                  <a:lnTo>
                    <a:pt x="59977" y="1568"/>
                  </a:lnTo>
                  <a:lnTo>
                    <a:pt x="59510" y="1702"/>
                  </a:lnTo>
                  <a:lnTo>
                    <a:pt x="59043" y="2002"/>
                  </a:lnTo>
                  <a:lnTo>
                    <a:pt x="58542" y="1869"/>
                  </a:lnTo>
                  <a:lnTo>
                    <a:pt x="58042" y="1869"/>
                  </a:lnTo>
                  <a:lnTo>
                    <a:pt x="57642" y="2336"/>
                  </a:lnTo>
                  <a:lnTo>
                    <a:pt x="57141" y="2269"/>
                  </a:lnTo>
                  <a:lnTo>
                    <a:pt x="56674" y="2469"/>
                  </a:lnTo>
                  <a:lnTo>
                    <a:pt x="56241" y="2602"/>
                  </a:lnTo>
                  <a:lnTo>
                    <a:pt x="55707" y="2602"/>
                  </a:lnTo>
                  <a:lnTo>
                    <a:pt x="55273" y="2803"/>
                  </a:lnTo>
                  <a:lnTo>
                    <a:pt x="54740" y="2803"/>
                  </a:lnTo>
                  <a:lnTo>
                    <a:pt x="54406" y="3203"/>
                  </a:lnTo>
                  <a:lnTo>
                    <a:pt x="53872" y="3303"/>
                  </a:lnTo>
                  <a:lnTo>
                    <a:pt x="53339" y="3203"/>
                  </a:lnTo>
                  <a:lnTo>
                    <a:pt x="52838" y="3436"/>
                  </a:lnTo>
                  <a:lnTo>
                    <a:pt x="52338" y="3303"/>
                  </a:lnTo>
                  <a:lnTo>
                    <a:pt x="51837" y="3236"/>
                  </a:lnTo>
                  <a:lnTo>
                    <a:pt x="51304" y="3436"/>
                  </a:lnTo>
                  <a:lnTo>
                    <a:pt x="50803" y="3270"/>
                  </a:lnTo>
                  <a:lnTo>
                    <a:pt x="50236" y="3336"/>
                  </a:lnTo>
                  <a:lnTo>
                    <a:pt x="49736" y="3170"/>
                  </a:lnTo>
                  <a:lnTo>
                    <a:pt x="49236" y="2869"/>
                  </a:lnTo>
                  <a:lnTo>
                    <a:pt x="48669" y="3036"/>
                  </a:lnTo>
                  <a:lnTo>
                    <a:pt x="48135" y="2769"/>
                  </a:lnTo>
                  <a:lnTo>
                    <a:pt x="47601" y="3003"/>
                  </a:lnTo>
                  <a:lnTo>
                    <a:pt x="47134" y="2569"/>
                  </a:lnTo>
                  <a:lnTo>
                    <a:pt x="46600" y="2703"/>
                  </a:lnTo>
                  <a:lnTo>
                    <a:pt x="46067" y="2502"/>
                  </a:lnTo>
                  <a:lnTo>
                    <a:pt x="45566" y="2803"/>
                  </a:lnTo>
                  <a:lnTo>
                    <a:pt x="45066" y="2703"/>
                  </a:lnTo>
                  <a:lnTo>
                    <a:pt x="44599" y="2736"/>
                  </a:lnTo>
                  <a:lnTo>
                    <a:pt x="44132" y="2969"/>
                  </a:lnTo>
                  <a:lnTo>
                    <a:pt x="43632" y="3136"/>
                  </a:lnTo>
                  <a:lnTo>
                    <a:pt x="43131" y="3003"/>
                  </a:lnTo>
                  <a:lnTo>
                    <a:pt x="42598" y="3036"/>
                  </a:lnTo>
                  <a:lnTo>
                    <a:pt x="42097" y="3003"/>
                  </a:lnTo>
                  <a:lnTo>
                    <a:pt x="41563" y="3036"/>
                  </a:lnTo>
                  <a:lnTo>
                    <a:pt x="41030" y="2869"/>
                  </a:lnTo>
                  <a:lnTo>
                    <a:pt x="40496" y="3069"/>
                  </a:lnTo>
                  <a:lnTo>
                    <a:pt x="39996" y="2769"/>
                  </a:lnTo>
                  <a:lnTo>
                    <a:pt x="39529" y="2636"/>
                  </a:lnTo>
                  <a:lnTo>
                    <a:pt x="39028" y="2636"/>
                  </a:lnTo>
                  <a:lnTo>
                    <a:pt x="38561" y="2903"/>
                  </a:lnTo>
                  <a:lnTo>
                    <a:pt x="38061" y="2903"/>
                  </a:lnTo>
                  <a:lnTo>
                    <a:pt x="37594" y="3003"/>
                  </a:lnTo>
                  <a:lnTo>
                    <a:pt x="37094" y="2903"/>
                  </a:lnTo>
                  <a:lnTo>
                    <a:pt x="36627" y="3003"/>
                  </a:lnTo>
                  <a:lnTo>
                    <a:pt x="36126" y="3136"/>
                  </a:lnTo>
                  <a:lnTo>
                    <a:pt x="35659" y="3236"/>
                  </a:lnTo>
                  <a:lnTo>
                    <a:pt x="35159" y="3136"/>
                  </a:lnTo>
                  <a:lnTo>
                    <a:pt x="34659" y="3203"/>
                  </a:lnTo>
                  <a:lnTo>
                    <a:pt x="34158" y="3403"/>
                  </a:lnTo>
                  <a:lnTo>
                    <a:pt x="33691" y="3436"/>
                  </a:lnTo>
                  <a:lnTo>
                    <a:pt x="33157" y="3403"/>
                  </a:lnTo>
                  <a:lnTo>
                    <a:pt x="32657" y="3370"/>
                  </a:lnTo>
                  <a:lnTo>
                    <a:pt x="32190" y="3370"/>
                  </a:lnTo>
                  <a:lnTo>
                    <a:pt x="31690" y="3503"/>
                  </a:lnTo>
                  <a:lnTo>
                    <a:pt x="31189" y="3403"/>
                  </a:lnTo>
                  <a:lnTo>
                    <a:pt x="30689" y="3403"/>
                  </a:lnTo>
                  <a:lnTo>
                    <a:pt x="30189" y="3536"/>
                  </a:lnTo>
                  <a:lnTo>
                    <a:pt x="29722" y="3737"/>
                  </a:lnTo>
                  <a:lnTo>
                    <a:pt x="29221" y="3770"/>
                  </a:lnTo>
                  <a:lnTo>
                    <a:pt x="28754" y="3903"/>
                  </a:lnTo>
                  <a:lnTo>
                    <a:pt x="28221" y="3603"/>
                  </a:lnTo>
                  <a:lnTo>
                    <a:pt x="27754" y="3903"/>
                  </a:lnTo>
                  <a:lnTo>
                    <a:pt x="27287" y="4003"/>
                  </a:lnTo>
                  <a:lnTo>
                    <a:pt x="26820" y="3937"/>
                  </a:lnTo>
                  <a:lnTo>
                    <a:pt x="26319" y="3703"/>
                  </a:lnTo>
                  <a:lnTo>
                    <a:pt x="25852" y="4070"/>
                  </a:lnTo>
                  <a:lnTo>
                    <a:pt x="25385" y="4104"/>
                  </a:lnTo>
                  <a:lnTo>
                    <a:pt x="24985" y="3803"/>
                  </a:lnTo>
                  <a:lnTo>
                    <a:pt x="24518" y="4003"/>
                  </a:lnTo>
                  <a:lnTo>
                    <a:pt x="24118" y="3870"/>
                  </a:lnTo>
                  <a:lnTo>
                    <a:pt x="23684" y="3603"/>
                  </a:lnTo>
                  <a:lnTo>
                    <a:pt x="23150" y="3603"/>
                  </a:lnTo>
                  <a:lnTo>
                    <a:pt x="22683" y="3436"/>
                  </a:lnTo>
                  <a:lnTo>
                    <a:pt x="22250" y="3170"/>
                  </a:lnTo>
                  <a:lnTo>
                    <a:pt x="21716" y="3336"/>
                  </a:lnTo>
                  <a:lnTo>
                    <a:pt x="21216" y="3270"/>
                  </a:lnTo>
                  <a:lnTo>
                    <a:pt x="20749" y="3069"/>
                  </a:lnTo>
                  <a:lnTo>
                    <a:pt x="20282" y="2869"/>
                  </a:lnTo>
                  <a:lnTo>
                    <a:pt x="19781" y="3036"/>
                  </a:lnTo>
                  <a:lnTo>
                    <a:pt x="19281" y="2869"/>
                  </a:lnTo>
                  <a:lnTo>
                    <a:pt x="18814" y="3103"/>
                  </a:lnTo>
                  <a:lnTo>
                    <a:pt x="18347" y="3170"/>
                  </a:lnTo>
                  <a:lnTo>
                    <a:pt x="17847" y="3069"/>
                  </a:lnTo>
                  <a:lnTo>
                    <a:pt x="17346" y="3036"/>
                  </a:lnTo>
                  <a:lnTo>
                    <a:pt x="16913" y="3336"/>
                  </a:lnTo>
                  <a:lnTo>
                    <a:pt x="16412" y="3403"/>
                  </a:lnTo>
                  <a:lnTo>
                    <a:pt x="15912" y="3370"/>
                  </a:lnTo>
                  <a:lnTo>
                    <a:pt x="15411" y="3303"/>
                  </a:lnTo>
                  <a:lnTo>
                    <a:pt x="14944" y="3470"/>
                  </a:lnTo>
                  <a:lnTo>
                    <a:pt x="14444" y="3403"/>
                  </a:lnTo>
                  <a:lnTo>
                    <a:pt x="13977" y="3503"/>
                  </a:lnTo>
                  <a:lnTo>
                    <a:pt x="13477" y="3336"/>
                  </a:lnTo>
                  <a:lnTo>
                    <a:pt x="12976" y="3436"/>
                  </a:lnTo>
                  <a:lnTo>
                    <a:pt x="12476" y="3370"/>
                  </a:lnTo>
                  <a:lnTo>
                    <a:pt x="12009" y="3603"/>
                  </a:lnTo>
                  <a:lnTo>
                    <a:pt x="11542" y="3570"/>
                  </a:lnTo>
                  <a:lnTo>
                    <a:pt x="11075" y="3903"/>
                  </a:lnTo>
                  <a:lnTo>
                    <a:pt x="10575" y="3903"/>
                  </a:lnTo>
                  <a:lnTo>
                    <a:pt x="10074" y="3703"/>
                  </a:lnTo>
                  <a:lnTo>
                    <a:pt x="9607" y="3903"/>
                  </a:lnTo>
                  <a:lnTo>
                    <a:pt x="9140" y="3903"/>
                  </a:lnTo>
                  <a:lnTo>
                    <a:pt x="8640" y="3703"/>
                  </a:lnTo>
                  <a:lnTo>
                    <a:pt x="8140" y="3970"/>
                  </a:lnTo>
                  <a:lnTo>
                    <a:pt x="7639" y="4003"/>
                  </a:lnTo>
                  <a:lnTo>
                    <a:pt x="7139" y="3870"/>
                  </a:lnTo>
                  <a:lnTo>
                    <a:pt x="6639" y="3870"/>
                  </a:lnTo>
                  <a:lnTo>
                    <a:pt x="6105" y="3737"/>
                  </a:lnTo>
                  <a:lnTo>
                    <a:pt x="5571" y="3870"/>
                  </a:lnTo>
                  <a:lnTo>
                    <a:pt x="5037" y="3903"/>
                  </a:lnTo>
                  <a:lnTo>
                    <a:pt x="4504" y="4037"/>
                  </a:lnTo>
                  <a:lnTo>
                    <a:pt x="3970" y="3937"/>
                  </a:lnTo>
                  <a:lnTo>
                    <a:pt x="3403" y="3937"/>
                  </a:lnTo>
                  <a:lnTo>
                    <a:pt x="2936" y="3970"/>
                  </a:lnTo>
                  <a:lnTo>
                    <a:pt x="2469" y="4270"/>
                  </a:lnTo>
                  <a:lnTo>
                    <a:pt x="2002" y="4337"/>
                  </a:lnTo>
                  <a:lnTo>
                    <a:pt x="1502" y="4170"/>
                  </a:lnTo>
                  <a:lnTo>
                    <a:pt x="1068" y="4404"/>
                  </a:lnTo>
                  <a:lnTo>
                    <a:pt x="601" y="4604"/>
                  </a:lnTo>
                  <a:lnTo>
                    <a:pt x="134" y="4871"/>
                  </a:lnTo>
                  <a:lnTo>
                    <a:pt x="0" y="4871"/>
                  </a:lnTo>
                  <a:lnTo>
                    <a:pt x="0" y="5404"/>
                  </a:lnTo>
                  <a:lnTo>
                    <a:pt x="201" y="5304"/>
                  </a:lnTo>
                  <a:lnTo>
                    <a:pt x="634" y="5071"/>
                  </a:lnTo>
                  <a:lnTo>
                    <a:pt x="1168" y="5271"/>
                  </a:lnTo>
                  <a:lnTo>
                    <a:pt x="1635" y="517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0" i="1">
                <a:latin typeface="Montserrat ExtraBold" panose="00000900000000000000" pitchFamily="2" charset="0"/>
              </a:endParaRPr>
            </a:p>
          </p:txBody>
        </p:sp>
        <p:sp>
          <p:nvSpPr>
            <p:cNvPr id="7" name="Google Shape;848;p32">
              <a:extLst>
                <a:ext uri="{FF2B5EF4-FFF2-40B4-BE49-F238E27FC236}">
                  <a16:creationId xmlns:a16="http://schemas.microsoft.com/office/drawing/2014/main" id="{EE94CE91-979E-9AEC-7F07-21E7256AAA59}"/>
                </a:ext>
              </a:extLst>
            </p:cNvPr>
            <p:cNvSpPr/>
            <p:nvPr/>
          </p:nvSpPr>
          <p:spPr>
            <a:xfrm>
              <a:off x="6268229" y="1126723"/>
              <a:ext cx="2821246" cy="187679"/>
            </a:xfrm>
            <a:custGeom>
              <a:avLst/>
              <a:gdLst/>
              <a:ahLst/>
              <a:cxnLst/>
              <a:rect l="l" t="t" r="r" b="b"/>
              <a:pathLst>
                <a:path w="71719" h="4771" extrusionOk="0">
                  <a:moveTo>
                    <a:pt x="70918" y="934"/>
                  </a:moveTo>
                  <a:lnTo>
                    <a:pt x="70451" y="1168"/>
                  </a:lnTo>
                  <a:lnTo>
                    <a:pt x="69950" y="1168"/>
                  </a:lnTo>
                  <a:lnTo>
                    <a:pt x="69450" y="1035"/>
                  </a:lnTo>
                  <a:lnTo>
                    <a:pt x="68950" y="1301"/>
                  </a:lnTo>
                  <a:lnTo>
                    <a:pt x="68449" y="1068"/>
                  </a:lnTo>
                  <a:lnTo>
                    <a:pt x="67882" y="1201"/>
                  </a:lnTo>
                  <a:lnTo>
                    <a:pt x="67449" y="734"/>
                  </a:lnTo>
                  <a:lnTo>
                    <a:pt x="66882" y="901"/>
                  </a:lnTo>
                  <a:lnTo>
                    <a:pt x="66381" y="634"/>
                  </a:lnTo>
                  <a:lnTo>
                    <a:pt x="65814" y="734"/>
                  </a:lnTo>
                  <a:lnTo>
                    <a:pt x="65347" y="434"/>
                  </a:lnTo>
                  <a:lnTo>
                    <a:pt x="64847" y="234"/>
                  </a:lnTo>
                  <a:lnTo>
                    <a:pt x="64280" y="267"/>
                  </a:lnTo>
                  <a:lnTo>
                    <a:pt x="63779" y="67"/>
                  </a:lnTo>
                  <a:lnTo>
                    <a:pt x="63246" y="267"/>
                  </a:lnTo>
                  <a:lnTo>
                    <a:pt x="62745" y="134"/>
                  </a:lnTo>
                  <a:lnTo>
                    <a:pt x="62245" y="0"/>
                  </a:lnTo>
                  <a:lnTo>
                    <a:pt x="61745" y="201"/>
                  </a:lnTo>
                  <a:lnTo>
                    <a:pt x="61211" y="34"/>
                  </a:lnTo>
                  <a:lnTo>
                    <a:pt x="60677" y="101"/>
                  </a:lnTo>
                  <a:lnTo>
                    <a:pt x="60310" y="534"/>
                  </a:lnTo>
                  <a:lnTo>
                    <a:pt x="59776" y="467"/>
                  </a:lnTo>
                  <a:lnTo>
                    <a:pt x="59309" y="634"/>
                  </a:lnTo>
                  <a:lnTo>
                    <a:pt x="58809" y="601"/>
                  </a:lnTo>
                  <a:lnTo>
                    <a:pt x="58342" y="701"/>
                  </a:lnTo>
                  <a:lnTo>
                    <a:pt x="57908" y="901"/>
                  </a:lnTo>
                  <a:lnTo>
                    <a:pt x="57375" y="801"/>
                  </a:lnTo>
                  <a:lnTo>
                    <a:pt x="56974" y="1235"/>
                  </a:lnTo>
                  <a:lnTo>
                    <a:pt x="56474" y="1201"/>
                  </a:lnTo>
                  <a:lnTo>
                    <a:pt x="55974" y="1035"/>
                  </a:lnTo>
                  <a:lnTo>
                    <a:pt x="55507" y="1301"/>
                  </a:lnTo>
                  <a:lnTo>
                    <a:pt x="55006" y="1435"/>
                  </a:lnTo>
                  <a:lnTo>
                    <a:pt x="54539" y="1335"/>
                  </a:lnTo>
                  <a:lnTo>
                    <a:pt x="54039" y="1135"/>
                  </a:lnTo>
                  <a:lnTo>
                    <a:pt x="53572" y="1201"/>
                  </a:lnTo>
                  <a:lnTo>
                    <a:pt x="53072" y="1135"/>
                  </a:lnTo>
                  <a:lnTo>
                    <a:pt x="52571" y="1068"/>
                  </a:lnTo>
                  <a:lnTo>
                    <a:pt x="51971" y="1101"/>
                  </a:lnTo>
                  <a:lnTo>
                    <a:pt x="51437" y="1035"/>
                  </a:lnTo>
                  <a:lnTo>
                    <a:pt x="51004" y="801"/>
                  </a:lnTo>
                  <a:lnTo>
                    <a:pt x="50537" y="801"/>
                  </a:lnTo>
                  <a:lnTo>
                    <a:pt x="50103" y="734"/>
                  </a:lnTo>
                  <a:lnTo>
                    <a:pt x="49636" y="901"/>
                  </a:lnTo>
                  <a:lnTo>
                    <a:pt x="49202" y="1168"/>
                  </a:lnTo>
                  <a:lnTo>
                    <a:pt x="48735" y="1068"/>
                  </a:lnTo>
                  <a:lnTo>
                    <a:pt x="48302" y="1235"/>
                  </a:lnTo>
                  <a:lnTo>
                    <a:pt x="47768" y="1068"/>
                  </a:lnTo>
                  <a:lnTo>
                    <a:pt x="47268" y="1168"/>
                  </a:lnTo>
                  <a:lnTo>
                    <a:pt x="46901" y="1535"/>
                  </a:lnTo>
                  <a:lnTo>
                    <a:pt x="46400" y="1635"/>
                  </a:lnTo>
                  <a:lnTo>
                    <a:pt x="46000" y="1935"/>
                  </a:lnTo>
                  <a:lnTo>
                    <a:pt x="45500" y="1969"/>
                  </a:lnTo>
                  <a:lnTo>
                    <a:pt x="45133" y="2436"/>
                  </a:lnTo>
                  <a:lnTo>
                    <a:pt x="44632" y="2269"/>
                  </a:lnTo>
                  <a:lnTo>
                    <a:pt x="44165" y="2302"/>
                  </a:lnTo>
                  <a:lnTo>
                    <a:pt x="43698" y="2235"/>
                  </a:lnTo>
                  <a:lnTo>
                    <a:pt x="43231" y="2169"/>
                  </a:lnTo>
                  <a:lnTo>
                    <a:pt x="42764" y="2169"/>
                  </a:lnTo>
                  <a:lnTo>
                    <a:pt x="42264" y="2369"/>
                  </a:lnTo>
                  <a:lnTo>
                    <a:pt x="41730" y="2202"/>
                  </a:lnTo>
                  <a:lnTo>
                    <a:pt x="41230" y="2469"/>
                  </a:lnTo>
                  <a:lnTo>
                    <a:pt x="40730" y="2536"/>
                  </a:lnTo>
                  <a:lnTo>
                    <a:pt x="40229" y="2135"/>
                  </a:lnTo>
                  <a:lnTo>
                    <a:pt x="39729" y="2235"/>
                  </a:lnTo>
                  <a:lnTo>
                    <a:pt x="39228" y="2169"/>
                  </a:lnTo>
                  <a:lnTo>
                    <a:pt x="38695" y="2436"/>
                  </a:lnTo>
                  <a:lnTo>
                    <a:pt x="38194" y="2369"/>
                  </a:lnTo>
                  <a:lnTo>
                    <a:pt x="37694" y="2169"/>
                  </a:lnTo>
                  <a:lnTo>
                    <a:pt x="37194" y="2502"/>
                  </a:lnTo>
                  <a:lnTo>
                    <a:pt x="36693" y="2369"/>
                  </a:lnTo>
                  <a:lnTo>
                    <a:pt x="36160" y="2335"/>
                  </a:lnTo>
                  <a:lnTo>
                    <a:pt x="35659" y="2502"/>
                  </a:lnTo>
                  <a:lnTo>
                    <a:pt x="35159" y="2202"/>
                  </a:lnTo>
                  <a:lnTo>
                    <a:pt x="34625" y="2335"/>
                  </a:lnTo>
                  <a:lnTo>
                    <a:pt x="34125" y="2436"/>
                  </a:lnTo>
                  <a:lnTo>
                    <a:pt x="33591" y="2202"/>
                  </a:lnTo>
                  <a:lnTo>
                    <a:pt x="33091" y="2569"/>
                  </a:lnTo>
                  <a:lnTo>
                    <a:pt x="32590" y="2436"/>
                  </a:lnTo>
                  <a:lnTo>
                    <a:pt x="32057" y="2469"/>
                  </a:lnTo>
                  <a:lnTo>
                    <a:pt x="31556" y="2536"/>
                  </a:lnTo>
                  <a:lnTo>
                    <a:pt x="31056" y="2269"/>
                  </a:lnTo>
                  <a:lnTo>
                    <a:pt x="30522" y="2569"/>
                  </a:lnTo>
                  <a:lnTo>
                    <a:pt x="30022" y="2369"/>
                  </a:lnTo>
                  <a:lnTo>
                    <a:pt x="29522" y="2502"/>
                  </a:lnTo>
                  <a:lnTo>
                    <a:pt x="28988" y="2569"/>
                  </a:lnTo>
                  <a:lnTo>
                    <a:pt x="28487" y="2569"/>
                  </a:lnTo>
                  <a:lnTo>
                    <a:pt x="27987" y="2736"/>
                  </a:lnTo>
                  <a:lnTo>
                    <a:pt x="27487" y="2636"/>
                  </a:lnTo>
                  <a:lnTo>
                    <a:pt x="26986" y="2869"/>
                  </a:lnTo>
                  <a:lnTo>
                    <a:pt x="26453" y="2736"/>
                  </a:lnTo>
                  <a:lnTo>
                    <a:pt x="26019" y="3103"/>
                  </a:lnTo>
                  <a:lnTo>
                    <a:pt x="25452" y="3003"/>
                  </a:lnTo>
                  <a:lnTo>
                    <a:pt x="24952" y="3036"/>
                  </a:lnTo>
                  <a:lnTo>
                    <a:pt x="24418" y="3003"/>
                  </a:lnTo>
                  <a:lnTo>
                    <a:pt x="23984" y="3370"/>
                  </a:lnTo>
                  <a:lnTo>
                    <a:pt x="23417" y="3370"/>
                  </a:lnTo>
                  <a:lnTo>
                    <a:pt x="22850" y="3470"/>
                  </a:lnTo>
                  <a:lnTo>
                    <a:pt x="22350" y="3703"/>
                  </a:lnTo>
                  <a:lnTo>
                    <a:pt x="21849" y="3970"/>
                  </a:lnTo>
                  <a:lnTo>
                    <a:pt x="21349" y="3803"/>
                  </a:lnTo>
                  <a:lnTo>
                    <a:pt x="20882" y="4003"/>
                  </a:lnTo>
                  <a:lnTo>
                    <a:pt x="20415" y="3903"/>
                  </a:lnTo>
                  <a:lnTo>
                    <a:pt x="19948" y="3903"/>
                  </a:lnTo>
                  <a:lnTo>
                    <a:pt x="19414" y="3937"/>
                  </a:lnTo>
                  <a:lnTo>
                    <a:pt x="18914" y="3770"/>
                  </a:lnTo>
                  <a:lnTo>
                    <a:pt x="18414" y="3970"/>
                  </a:lnTo>
                  <a:lnTo>
                    <a:pt x="17913" y="3703"/>
                  </a:lnTo>
                  <a:lnTo>
                    <a:pt x="17413" y="3736"/>
                  </a:lnTo>
                  <a:lnTo>
                    <a:pt x="16879" y="3970"/>
                  </a:lnTo>
                  <a:lnTo>
                    <a:pt x="16412" y="3670"/>
                  </a:lnTo>
                  <a:lnTo>
                    <a:pt x="15878" y="3837"/>
                  </a:lnTo>
                  <a:lnTo>
                    <a:pt x="15411" y="3670"/>
                  </a:lnTo>
                  <a:lnTo>
                    <a:pt x="14878" y="3803"/>
                  </a:lnTo>
                  <a:lnTo>
                    <a:pt x="14411" y="3636"/>
                  </a:lnTo>
                  <a:lnTo>
                    <a:pt x="13910" y="3536"/>
                  </a:lnTo>
                  <a:lnTo>
                    <a:pt x="13510" y="3169"/>
                  </a:lnTo>
                  <a:lnTo>
                    <a:pt x="13010" y="3036"/>
                  </a:lnTo>
                  <a:lnTo>
                    <a:pt x="12476" y="3169"/>
                  </a:lnTo>
                  <a:lnTo>
                    <a:pt x="12009" y="2903"/>
                  </a:lnTo>
                  <a:lnTo>
                    <a:pt x="11475" y="2836"/>
                  </a:lnTo>
                  <a:lnTo>
                    <a:pt x="10908" y="3069"/>
                  </a:lnTo>
                  <a:lnTo>
                    <a:pt x="10441" y="2702"/>
                  </a:lnTo>
                  <a:lnTo>
                    <a:pt x="9941" y="2702"/>
                  </a:lnTo>
                  <a:lnTo>
                    <a:pt x="9374" y="2736"/>
                  </a:lnTo>
                  <a:lnTo>
                    <a:pt x="8840" y="2702"/>
                  </a:lnTo>
                  <a:lnTo>
                    <a:pt x="8273" y="2669"/>
                  </a:lnTo>
                  <a:lnTo>
                    <a:pt x="7773" y="2369"/>
                  </a:lnTo>
                  <a:lnTo>
                    <a:pt x="7239" y="2736"/>
                  </a:lnTo>
                  <a:lnTo>
                    <a:pt x="6739" y="2736"/>
                  </a:lnTo>
                  <a:lnTo>
                    <a:pt x="6205" y="2436"/>
                  </a:lnTo>
                  <a:lnTo>
                    <a:pt x="5738" y="2802"/>
                  </a:lnTo>
                  <a:lnTo>
                    <a:pt x="5137" y="2602"/>
                  </a:lnTo>
                  <a:lnTo>
                    <a:pt x="4804" y="3136"/>
                  </a:lnTo>
                  <a:lnTo>
                    <a:pt x="4270" y="3069"/>
                  </a:lnTo>
                  <a:lnTo>
                    <a:pt x="3870" y="3370"/>
                  </a:lnTo>
                  <a:lnTo>
                    <a:pt x="3403" y="3536"/>
                  </a:lnTo>
                  <a:lnTo>
                    <a:pt x="2936" y="3636"/>
                  </a:lnTo>
                  <a:lnTo>
                    <a:pt x="2469" y="3770"/>
                  </a:lnTo>
                  <a:lnTo>
                    <a:pt x="1935" y="3670"/>
                  </a:lnTo>
                  <a:lnTo>
                    <a:pt x="1535" y="4103"/>
                  </a:lnTo>
                  <a:lnTo>
                    <a:pt x="1001" y="3903"/>
                  </a:lnTo>
                  <a:lnTo>
                    <a:pt x="568" y="4137"/>
                  </a:lnTo>
                  <a:lnTo>
                    <a:pt x="67" y="4137"/>
                  </a:lnTo>
                  <a:lnTo>
                    <a:pt x="0" y="4170"/>
                  </a:lnTo>
                  <a:lnTo>
                    <a:pt x="0" y="4771"/>
                  </a:lnTo>
                  <a:lnTo>
                    <a:pt x="367" y="4537"/>
                  </a:lnTo>
                  <a:lnTo>
                    <a:pt x="868" y="4570"/>
                  </a:lnTo>
                  <a:lnTo>
                    <a:pt x="1301" y="4337"/>
                  </a:lnTo>
                  <a:lnTo>
                    <a:pt x="1835" y="4537"/>
                  </a:lnTo>
                  <a:lnTo>
                    <a:pt x="2235" y="4103"/>
                  </a:lnTo>
                  <a:lnTo>
                    <a:pt x="2769" y="4203"/>
                  </a:lnTo>
                  <a:lnTo>
                    <a:pt x="3236" y="4070"/>
                  </a:lnTo>
                  <a:lnTo>
                    <a:pt x="3736" y="4003"/>
                  </a:lnTo>
                  <a:lnTo>
                    <a:pt x="4170" y="3837"/>
                  </a:lnTo>
                  <a:lnTo>
                    <a:pt x="4604" y="3536"/>
                  </a:lnTo>
                  <a:lnTo>
                    <a:pt x="5137" y="3603"/>
                  </a:lnTo>
                  <a:lnTo>
                    <a:pt x="5471" y="3103"/>
                  </a:lnTo>
                  <a:lnTo>
                    <a:pt x="6071" y="3269"/>
                  </a:lnTo>
                  <a:lnTo>
                    <a:pt x="6538" y="2936"/>
                  </a:lnTo>
                  <a:lnTo>
                    <a:pt x="7072" y="3236"/>
                  </a:lnTo>
                  <a:lnTo>
                    <a:pt x="7573" y="3236"/>
                  </a:lnTo>
                  <a:lnTo>
                    <a:pt x="8106" y="2869"/>
                  </a:lnTo>
                  <a:lnTo>
                    <a:pt x="8607" y="3169"/>
                  </a:lnTo>
                  <a:lnTo>
                    <a:pt x="9174" y="3203"/>
                  </a:lnTo>
                  <a:lnTo>
                    <a:pt x="9707" y="3236"/>
                  </a:lnTo>
                  <a:lnTo>
                    <a:pt x="10241" y="3203"/>
                  </a:lnTo>
                  <a:lnTo>
                    <a:pt x="10775" y="3203"/>
                  </a:lnTo>
                  <a:lnTo>
                    <a:pt x="11242" y="3570"/>
                  </a:lnTo>
                  <a:lnTo>
                    <a:pt x="11809" y="3370"/>
                  </a:lnTo>
                  <a:lnTo>
                    <a:pt x="12309" y="3436"/>
                  </a:lnTo>
                  <a:lnTo>
                    <a:pt x="12810" y="3736"/>
                  </a:lnTo>
                  <a:lnTo>
                    <a:pt x="13343" y="3570"/>
                  </a:lnTo>
                  <a:lnTo>
                    <a:pt x="13810" y="3703"/>
                  </a:lnTo>
                  <a:lnTo>
                    <a:pt x="14244" y="4103"/>
                  </a:lnTo>
                  <a:lnTo>
                    <a:pt x="14711" y="4203"/>
                  </a:lnTo>
                  <a:lnTo>
                    <a:pt x="15211" y="4337"/>
                  </a:lnTo>
                  <a:lnTo>
                    <a:pt x="15712" y="4237"/>
                  </a:lnTo>
                  <a:lnTo>
                    <a:pt x="16212" y="4404"/>
                  </a:lnTo>
                  <a:lnTo>
                    <a:pt x="16712" y="4237"/>
                  </a:lnTo>
                  <a:lnTo>
                    <a:pt x="17213" y="4537"/>
                  </a:lnTo>
                  <a:lnTo>
                    <a:pt x="17713" y="4337"/>
                  </a:lnTo>
                  <a:lnTo>
                    <a:pt x="18247" y="4304"/>
                  </a:lnTo>
                  <a:lnTo>
                    <a:pt x="18714" y="4570"/>
                  </a:lnTo>
                  <a:lnTo>
                    <a:pt x="19248" y="4370"/>
                  </a:lnTo>
                  <a:lnTo>
                    <a:pt x="19748" y="4537"/>
                  </a:lnTo>
                  <a:lnTo>
                    <a:pt x="20248" y="4504"/>
                  </a:lnTo>
                  <a:lnTo>
                    <a:pt x="20715" y="4504"/>
                  </a:lnTo>
                  <a:lnTo>
                    <a:pt x="21182" y="4604"/>
                  </a:lnTo>
                  <a:lnTo>
                    <a:pt x="21683" y="4437"/>
                  </a:lnTo>
                  <a:lnTo>
                    <a:pt x="22150" y="4604"/>
                  </a:lnTo>
                  <a:lnTo>
                    <a:pt x="22650" y="4337"/>
                  </a:lnTo>
                  <a:lnTo>
                    <a:pt x="23184" y="4103"/>
                  </a:lnTo>
                  <a:lnTo>
                    <a:pt x="23717" y="4003"/>
                  </a:lnTo>
                  <a:lnTo>
                    <a:pt x="24284" y="4003"/>
                  </a:lnTo>
                  <a:lnTo>
                    <a:pt x="24751" y="3670"/>
                  </a:lnTo>
                  <a:lnTo>
                    <a:pt x="25285" y="3703"/>
                  </a:lnTo>
                  <a:lnTo>
                    <a:pt x="25786" y="3636"/>
                  </a:lnTo>
                  <a:lnTo>
                    <a:pt x="26319" y="3770"/>
                  </a:lnTo>
                  <a:lnTo>
                    <a:pt x="26786" y="3403"/>
                  </a:lnTo>
                  <a:lnTo>
                    <a:pt x="27320" y="3536"/>
                  </a:lnTo>
                  <a:lnTo>
                    <a:pt x="27787" y="3303"/>
                  </a:lnTo>
                  <a:lnTo>
                    <a:pt x="28321" y="3403"/>
                  </a:lnTo>
                  <a:lnTo>
                    <a:pt x="28821" y="3269"/>
                  </a:lnTo>
                  <a:lnTo>
                    <a:pt x="29321" y="3269"/>
                  </a:lnTo>
                  <a:lnTo>
                    <a:pt x="29822" y="3203"/>
                  </a:lnTo>
                  <a:lnTo>
                    <a:pt x="30355" y="3069"/>
                  </a:lnTo>
                  <a:lnTo>
                    <a:pt x="30856" y="3269"/>
                  </a:lnTo>
                  <a:lnTo>
                    <a:pt x="31356" y="2969"/>
                  </a:lnTo>
                  <a:lnTo>
                    <a:pt x="31890" y="3236"/>
                  </a:lnTo>
                  <a:lnTo>
                    <a:pt x="32390" y="3169"/>
                  </a:lnTo>
                  <a:lnTo>
                    <a:pt x="32924" y="3169"/>
                  </a:lnTo>
                  <a:lnTo>
                    <a:pt x="33424" y="3303"/>
                  </a:lnTo>
                  <a:lnTo>
                    <a:pt x="33925" y="2936"/>
                  </a:lnTo>
                  <a:lnTo>
                    <a:pt x="34458" y="3169"/>
                  </a:lnTo>
                  <a:lnTo>
                    <a:pt x="34959" y="3069"/>
                  </a:lnTo>
                  <a:lnTo>
                    <a:pt x="35459" y="2969"/>
                  </a:lnTo>
                  <a:lnTo>
                    <a:pt x="35993" y="3269"/>
                  </a:lnTo>
                  <a:lnTo>
                    <a:pt x="36493" y="3103"/>
                  </a:lnTo>
                  <a:lnTo>
                    <a:pt x="36994" y="3136"/>
                  </a:lnTo>
                  <a:lnTo>
                    <a:pt x="37527" y="3269"/>
                  </a:lnTo>
                  <a:lnTo>
                    <a:pt x="38028" y="2936"/>
                  </a:lnTo>
                  <a:lnTo>
                    <a:pt x="38528" y="3169"/>
                  </a:lnTo>
                  <a:lnTo>
                    <a:pt x="39028" y="3236"/>
                  </a:lnTo>
                  <a:lnTo>
                    <a:pt x="39562" y="2969"/>
                  </a:lnTo>
                  <a:lnTo>
                    <a:pt x="40062" y="3036"/>
                  </a:lnTo>
                  <a:lnTo>
                    <a:pt x="40563" y="2936"/>
                  </a:lnTo>
                  <a:lnTo>
                    <a:pt x="41063" y="3370"/>
                  </a:lnTo>
                  <a:lnTo>
                    <a:pt x="41563" y="3269"/>
                  </a:lnTo>
                  <a:lnTo>
                    <a:pt x="42064" y="3003"/>
                  </a:lnTo>
                  <a:lnTo>
                    <a:pt x="42564" y="3203"/>
                  </a:lnTo>
                  <a:lnTo>
                    <a:pt x="43065" y="2969"/>
                  </a:lnTo>
                  <a:lnTo>
                    <a:pt x="43565" y="2969"/>
                  </a:lnTo>
                  <a:lnTo>
                    <a:pt x="43999" y="3069"/>
                  </a:lnTo>
                  <a:lnTo>
                    <a:pt x="44466" y="3136"/>
                  </a:lnTo>
                  <a:lnTo>
                    <a:pt x="44933" y="3103"/>
                  </a:lnTo>
                  <a:lnTo>
                    <a:pt x="45433" y="3269"/>
                  </a:lnTo>
                  <a:lnTo>
                    <a:pt x="45833" y="2836"/>
                  </a:lnTo>
                  <a:lnTo>
                    <a:pt x="46334" y="2802"/>
                  </a:lnTo>
                  <a:lnTo>
                    <a:pt x="46734" y="2502"/>
                  </a:lnTo>
                  <a:lnTo>
                    <a:pt x="47234" y="2402"/>
                  </a:lnTo>
                  <a:lnTo>
                    <a:pt x="47601" y="2035"/>
                  </a:lnTo>
                  <a:lnTo>
                    <a:pt x="48101" y="1935"/>
                  </a:lnTo>
                  <a:lnTo>
                    <a:pt x="48635" y="2102"/>
                  </a:lnTo>
                  <a:lnTo>
                    <a:pt x="49069" y="1969"/>
                  </a:lnTo>
                  <a:lnTo>
                    <a:pt x="49536" y="2035"/>
                  </a:lnTo>
                  <a:lnTo>
                    <a:pt x="49969" y="1802"/>
                  </a:lnTo>
                  <a:lnTo>
                    <a:pt x="50436" y="1635"/>
                  </a:lnTo>
                  <a:lnTo>
                    <a:pt x="50870" y="1702"/>
                  </a:lnTo>
                  <a:lnTo>
                    <a:pt x="51337" y="1702"/>
                  </a:lnTo>
                  <a:lnTo>
                    <a:pt x="51771" y="1935"/>
                  </a:lnTo>
                  <a:lnTo>
                    <a:pt x="52304" y="2002"/>
                  </a:lnTo>
                  <a:lnTo>
                    <a:pt x="52905" y="1969"/>
                  </a:lnTo>
                  <a:lnTo>
                    <a:pt x="53405" y="2069"/>
                  </a:lnTo>
                  <a:lnTo>
                    <a:pt x="53872" y="2135"/>
                  </a:lnTo>
                  <a:lnTo>
                    <a:pt x="54373" y="2069"/>
                  </a:lnTo>
                  <a:lnTo>
                    <a:pt x="54840" y="2269"/>
                  </a:lnTo>
                  <a:lnTo>
                    <a:pt x="55340" y="2369"/>
                  </a:lnTo>
                  <a:lnTo>
                    <a:pt x="55840" y="2269"/>
                  </a:lnTo>
                  <a:lnTo>
                    <a:pt x="56307" y="2002"/>
                  </a:lnTo>
                  <a:lnTo>
                    <a:pt x="56808" y="2169"/>
                  </a:lnTo>
                  <a:lnTo>
                    <a:pt x="57308" y="2202"/>
                  </a:lnTo>
                  <a:lnTo>
                    <a:pt x="57708" y="1768"/>
                  </a:lnTo>
                  <a:lnTo>
                    <a:pt x="58242" y="1868"/>
                  </a:lnTo>
                  <a:lnTo>
                    <a:pt x="58676" y="1702"/>
                  </a:lnTo>
                  <a:lnTo>
                    <a:pt x="59176" y="1602"/>
                  </a:lnTo>
                  <a:lnTo>
                    <a:pt x="59676" y="1635"/>
                  </a:lnTo>
                  <a:lnTo>
                    <a:pt x="60110" y="1468"/>
                  </a:lnTo>
                  <a:lnTo>
                    <a:pt x="60644" y="1502"/>
                  </a:lnTo>
                  <a:lnTo>
                    <a:pt x="61044" y="1101"/>
                  </a:lnTo>
                  <a:lnTo>
                    <a:pt x="61544" y="1035"/>
                  </a:lnTo>
                  <a:lnTo>
                    <a:pt x="62078" y="1201"/>
                  </a:lnTo>
                  <a:lnTo>
                    <a:pt x="62578" y="1001"/>
                  </a:lnTo>
                  <a:lnTo>
                    <a:pt x="63079" y="1135"/>
                  </a:lnTo>
                  <a:lnTo>
                    <a:pt x="63579" y="1268"/>
                  </a:lnTo>
                  <a:lnTo>
                    <a:pt x="64146" y="1101"/>
                  </a:lnTo>
                  <a:lnTo>
                    <a:pt x="64613" y="1301"/>
                  </a:lnTo>
                  <a:lnTo>
                    <a:pt x="65180" y="1268"/>
                  </a:lnTo>
                  <a:lnTo>
                    <a:pt x="65681" y="1468"/>
                  </a:lnTo>
                  <a:lnTo>
                    <a:pt x="66148" y="1802"/>
                  </a:lnTo>
                  <a:lnTo>
                    <a:pt x="66748" y="1668"/>
                  </a:lnTo>
                  <a:lnTo>
                    <a:pt x="67215" y="1969"/>
                  </a:lnTo>
                  <a:lnTo>
                    <a:pt x="67816" y="1802"/>
                  </a:lnTo>
                  <a:lnTo>
                    <a:pt x="68216" y="2269"/>
                  </a:lnTo>
                  <a:lnTo>
                    <a:pt x="68783" y="2135"/>
                  </a:lnTo>
                  <a:lnTo>
                    <a:pt x="69283" y="2402"/>
                  </a:lnTo>
                  <a:lnTo>
                    <a:pt x="69784" y="2102"/>
                  </a:lnTo>
                  <a:lnTo>
                    <a:pt x="70284" y="2235"/>
                  </a:lnTo>
                  <a:lnTo>
                    <a:pt x="70784" y="2269"/>
                  </a:lnTo>
                  <a:lnTo>
                    <a:pt x="71251" y="2035"/>
                  </a:lnTo>
                  <a:lnTo>
                    <a:pt x="71718" y="1935"/>
                  </a:lnTo>
                  <a:lnTo>
                    <a:pt x="71718" y="934"/>
                  </a:lnTo>
                  <a:lnTo>
                    <a:pt x="71418" y="834"/>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0" i="1">
                <a:latin typeface="Montserrat ExtraBold" panose="00000900000000000000" pitchFamily="2" charset="0"/>
              </a:endParaRPr>
            </a:p>
          </p:txBody>
        </p:sp>
      </p:grpSp>
      <p:sp>
        <p:nvSpPr>
          <p:cNvPr id="8" name="Google Shape;859;p32">
            <a:extLst>
              <a:ext uri="{FF2B5EF4-FFF2-40B4-BE49-F238E27FC236}">
                <a16:creationId xmlns:a16="http://schemas.microsoft.com/office/drawing/2014/main" id="{3FFED9A6-AE84-0353-45A4-FA6FCE35BD9F}"/>
              </a:ext>
            </a:extLst>
          </p:cNvPr>
          <p:cNvSpPr txBox="1">
            <a:spLocks/>
          </p:cNvSpPr>
          <p:nvPr/>
        </p:nvSpPr>
        <p:spPr>
          <a:xfrm>
            <a:off x="652366" y="940307"/>
            <a:ext cx="783900" cy="5046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 sz="3400" i="1" dirty="0">
                <a:solidFill>
                  <a:schemeClr val="lt1"/>
                </a:solidFill>
                <a:latin typeface="Montserrat ExtraBold" panose="00000900000000000000" pitchFamily="2" charset="0"/>
              </a:rPr>
              <a:t>02</a:t>
            </a:r>
          </a:p>
        </p:txBody>
      </p:sp>
      <p:sp>
        <p:nvSpPr>
          <p:cNvPr id="10" name="TextBox 9">
            <a:extLst>
              <a:ext uri="{FF2B5EF4-FFF2-40B4-BE49-F238E27FC236}">
                <a16:creationId xmlns:a16="http://schemas.microsoft.com/office/drawing/2014/main" id="{4BDF17FA-ECFF-2CA7-5E6D-578E0047309D}"/>
              </a:ext>
            </a:extLst>
          </p:cNvPr>
          <p:cNvSpPr txBox="1"/>
          <p:nvPr/>
        </p:nvSpPr>
        <p:spPr>
          <a:xfrm>
            <a:off x="7595911" y="4459202"/>
            <a:ext cx="1566760" cy="307777"/>
          </a:xfrm>
          <a:prstGeom prst="rect">
            <a:avLst/>
          </a:prstGeom>
          <a:noFill/>
        </p:spPr>
        <p:txBody>
          <a:bodyPr wrap="square" rtlCol="0">
            <a:spAutoFit/>
          </a:bodyPr>
          <a:lstStyle/>
          <a:p>
            <a:pPr algn="ctr"/>
            <a:r>
              <a:rPr lang="en-US" i="1" dirty="0">
                <a:latin typeface="Montserrat ExtraBold" panose="00000900000000000000" pitchFamily="2" charset="0"/>
              </a:rPr>
              <a:t>REMONTADA</a:t>
            </a:r>
          </a:p>
        </p:txBody>
      </p:sp>
      <p:grpSp>
        <p:nvGrpSpPr>
          <p:cNvPr id="15" name="Google Shape;841;p32">
            <a:extLst>
              <a:ext uri="{FF2B5EF4-FFF2-40B4-BE49-F238E27FC236}">
                <a16:creationId xmlns:a16="http://schemas.microsoft.com/office/drawing/2014/main" id="{2AA4EB11-5093-DA1E-D68F-C8273D33CFB3}"/>
              </a:ext>
            </a:extLst>
          </p:cNvPr>
          <p:cNvGrpSpPr/>
          <p:nvPr/>
        </p:nvGrpSpPr>
        <p:grpSpPr>
          <a:xfrm>
            <a:off x="552149" y="794661"/>
            <a:ext cx="984333" cy="750875"/>
            <a:chOff x="6268229" y="1126723"/>
            <a:chExt cx="2821246" cy="1847625"/>
          </a:xfrm>
        </p:grpSpPr>
        <p:sp>
          <p:nvSpPr>
            <p:cNvPr id="16" name="Google Shape;842;p32">
              <a:extLst>
                <a:ext uri="{FF2B5EF4-FFF2-40B4-BE49-F238E27FC236}">
                  <a16:creationId xmlns:a16="http://schemas.microsoft.com/office/drawing/2014/main" id="{81246B72-ABC2-C549-B6C7-2DC9A83E3FB5}"/>
                </a:ext>
              </a:extLst>
            </p:cNvPr>
            <p:cNvSpPr/>
            <p:nvPr/>
          </p:nvSpPr>
          <p:spPr>
            <a:xfrm>
              <a:off x="6268229" y="1126723"/>
              <a:ext cx="2821246" cy="1847604"/>
            </a:xfrm>
            <a:custGeom>
              <a:avLst/>
              <a:gdLst/>
              <a:ahLst/>
              <a:cxnLst/>
              <a:rect l="l" t="t" r="r" b="b"/>
              <a:pathLst>
                <a:path w="71719" h="46968" extrusionOk="0">
                  <a:moveTo>
                    <a:pt x="634" y="46634"/>
                  </a:moveTo>
                  <a:lnTo>
                    <a:pt x="1168" y="46834"/>
                  </a:lnTo>
                  <a:lnTo>
                    <a:pt x="1635" y="46734"/>
                  </a:lnTo>
                  <a:lnTo>
                    <a:pt x="2102" y="46434"/>
                  </a:lnTo>
                  <a:lnTo>
                    <a:pt x="2569" y="46434"/>
                  </a:lnTo>
                  <a:lnTo>
                    <a:pt x="3103" y="46400"/>
                  </a:lnTo>
                  <a:lnTo>
                    <a:pt x="3670" y="46534"/>
                  </a:lnTo>
                  <a:lnTo>
                    <a:pt x="4170" y="46400"/>
                  </a:lnTo>
                  <a:lnTo>
                    <a:pt x="4704" y="46334"/>
                  </a:lnTo>
                  <a:lnTo>
                    <a:pt x="5238" y="46234"/>
                  </a:lnTo>
                  <a:lnTo>
                    <a:pt x="5771" y="46367"/>
                  </a:lnTo>
                  <a:lnTo>
                    <a:pt x="6272" y="46367"/>
                  </a:lnTo>
                  <a:lnTo>
                    <a:pt x="6805" y="46500"/>
                  </a:lnTo>
                  <a:lnTo>
                    <a:pt x="7306" y="46467"/>
                  </a:lnTo>
                  <a:lnTo>
                    <a:pt x="7773" y="46234"/>
                  </a:lnTo>
                  <a:lnTo>
                    <a:pt x="8273" y="46434"/>
                  </a:lnTo>
                  <a:lnTo>
                    <a:pt x="8773" y="46434"/>
                  </a:lnTo>
                  <a:lnTo>
                    <a:pt x="9240" y="46200"/>
                  </a:lnTo>
                  <a:lnTo>
                    <a:pt x="9741" y="46434"/>
                  </a:lnTo>
                  <a:lnTo>
                    <a:pt x="10241" y="46400"/>
                  </a:lnTo>
                  <a:lnTo>
                    <a:pt x="10675" y="46100"/>
                  </a:lnTo>
                  <a:lnTo>
                    <a:pt x="11175" y="46134"/>
                  </a:lnTo>
                  <a:lnTo>
                    <a:pt x="11642" y="45900"/>
                  </a:lnTo>
                  <a:lnTo>
                    <a:pt x="12142" y="45967"/>
                  </a:lnTo>
                  <a:lnTo>
                    <a:pt x="12609" y="45867"/>
                  </a:lnTo>
                  <a:lnTo>
                    <a:pt x="13110" y="46033"/>
                  </a:lnTo>
                  <a:lnTo>
                    <a:pt x="13610" y="45933"/>
                  </a:lnTo>
                  <a:lnTo>
                    <a:pt x="14111" y="46000"/>
                  </a:lnTo>
                  <a:lnTo>
                    <a:pt x="14578" y="45833"/>
                  </a:lnTo>
                  <a:lnTo>
                    <a:pt x="15078" y="45900"/>
                  </a:lnTo>
                  <a:lnTo>
                    <a:pt x="15578" y="45933"/>
                  </a:lnTo>
                  <a:lnTo>
                    <a:pt x="16045" y="45867"/>
                  </a:lnTo>
                  <a:lnTo>
                    <a:pt x="16512" y="45566"/>
                  </a:lnTo>
                  <a:lnTo>
                    <a:pt x="17013" y="45633"/>
                  </a:lnTo>
                  <a:lnTo>
                    <a:pt x="17480" y="45700"/>
                  </a:lnTo>
                  <a:lnTo>
                    <a:pt x="17980" y="45633"/>
                  </a:lnTo>
                  <a:lnTo>
                    <a:pt x="18447" y="45433"/>
                  </a:lnTo>
                  <a:lnTo>
                    <a:pt x="18914" y="45600"/>
                  </a:lnTo>
                  <a:lnTo>
                    <a:pt x="19448" y="45400"/>
                  </a:lnTo>
                  <a:lnTo>
                    <a:pt x="19881" y="45633"/>
                  </a:lnTo>
                  <a:lnTo>
                    <a:pt x="20382" y="45833"/>
                  </a:lnTo>
                  <a:lnTo>
                    <a:pt x="20849" y="45900"/>
                  </a:lnTo>
                  <a:lnTo>
                    <a:pt x="21382" y="45733"/>
                  </a:lnTo>
                  <a:lnTo>
                    <a:pt x="21849" y="46000"/>
                  </a:lnTo>
                  <a:lnTo>
                    <a:pt x="22316" y="46167"/>
                  </a:lnTo>
                  <a:lnTo>
                    <a:pt x="22817" y="46167"/>
                  </a:lnTo>
                  <a:lnTo>
                    <a:pt x="23284" y="46434"/>
                  </a:lnTo>
                  <a:lnTo>
                    <a:pt x="23684" y="46567"/>
                  </a:lnTo>
                  <a:lnTo>
                    <a:pt x="24118" y="46367"/>
                  </a:lnTo>
                  <a:lnTo>
                    <a:pt x="24551" y="46667"/>
                  </a:lnTo>
                  <a:lnTo>
                    <a:pt x="25018" y="46634"/>
                  </a:lnTo>
                  <a:lnTo>
                    <a:pt x="25452" y="46267"/>
                  </a:lnTo>
                  <a:lnTo>
                    <a:pt x="25952" y="46500"/>
                  </a:lnTo>
                  <a:lnTo>
                    <a:pt x="26453" y="46601"/>
                  </a:lnTo>
                  <a:lnTo>
                    <a:pt x="26920" y="46500"/>
                  </a:lnTo>
                  <a:lnTo>
                    <a:pt x="27353" y="46167"/>
                  </a:lnTo>
                  <a:lnTo>
                    <a:pt x="27887" y="46467"/>
                  </a:lnTo>
                  <a:lnTo>
                    <a:pt x="28387" y="46334"/>
                  </a:lnTo>
                  <a:lnTo>
                    <a:pt x="28888" y="46334"/>
                  </a:lnTo>
                  <a:lnTo>
                    <a:pt x="29355" y="46134"/>
                  </a:lnTo>
                  <a:lnTo>
                    <a:pt x="29855" y="46000"/>
                  </a:lnTo>
                  <a:lnTo>
                    <a:pt x="30322" y="46000"/>
                  </a:lnTo>
                  <a:lnTo>
                    <a:pt x="30856" y="46100"/>
                  </a:lnTo>
                  <a:lnTo>
                    <a:pt x="31323" y="45967"/>
                  </a:lnTo>
                  <a:lnTo>
                    <a:pt x="31823" y="45967"/>
                  </a:lnTo>
                  <a:lnTo>
                    <a:pt x="32324" y="46000"/>
                  </a:lnTo>
                  <a:lnTo>
                    <a:pt x="32824" y="46067"/>
                  </a:lnTo>
                  <a:lnTo>
                    <a:pt x="33324" y="46000"/>
                  </a:lnTo>
                  <a:lnTo>
                    <a:pt x="33791" y="45833"/>
                  </a:lnTo>
                  <a:lnTo>
                    <a:pt x="34292" y="45767"/>
                  </a:lnTo>
                  <a:lnTo>
                    <a:pt x="34792" y="45867"/>
                  </a:lnTo>
                  <a:lnTo>
                    <a:pt x="35292" y="45733"/>
                  </a:lnTo>
                  <a:lnTo>
                    <a:pt x="35793" y="45600"/>
                  </a:lnTo>
                  <a:lnTo>
                    <a:pt x="36260" y="45500"/>
                  </a:lnTo>
                  <a:lnTo>
                    <a:pt x="36760" y="45633"/>
                  </a:lnTo>
                  <a:lnTo>
                    <a:pt x="37227" y="45500"/>
                  </a:lnTo>
                  <a:lnTo>
                    <a:pt x="37727" y="45533"/>
                  </a:lnTo>
                  <a:lnTo>
                    <a:pt x="38194" y="45266"/>
                  </a:lnTo>
                  <a:lnTo>
                    <a:pt x="38661" y="45266"/>
                  </a:lnTo>
                  <a:lnTo>
                    <a:pt x="39162" y="45400"/>
                  </a:lnTo>
                  <a:lnTo>
                    <a:pt x="39662" y="45700"/>
                  </a:lnTo>
                  <a:lnTo>
                    <a:pt x="40196" y="45500"/>
                  </a:lnTo>
                  <a:lnTo>
                    <a:pt x="40730" y="45700"/>
                  </a:lnTo>
                  <a:lnTo>
                    <a:pt x="41230" y="45633"/>
                  </a:lnTo>
                  <a:lnTo>
                    <a:pt x="41764" y="45667"/>
                  </a:lnTo>
                  <a:lnTo>
                    <a:pt x="42297" y="45633"/>
                  </a:lnTo>
                  <a:lnTo>
                    <a:pt x="42798" y="45767"/>
                  </a:lnTo>
                  <a:lnTo>
                    <a:pt x="43265" y="45633"/>
                  </a:lnTo>
                  <a:lnTo>
                    <a:pt x="43732" y="45366"/>
                  </a:lnTo>
                  <a:lnTo>
                    <a:pt x="44232" y="45366"/>
                  </a:lnTo>
                  <a:lnTo>
                    <a:pt x="44732" y="45466"/>
                  </a:lnTo>
                  <a:lnTo>
                    <a:pt x="45199" y="45166"/>
                  </a:lnTo>
                  <a:lnTo>
                    <a:pt x="45733" y="45366"/>
                  </a:lnTo>
                  <a:lnTo>
                    <a:pt x="46300" y="45200"/>
                  </a:lnTo>
                  <a:lnTo>
                    <a:pt x="46734" y="45667"/>
                  </a:lnTo>
                  <a:lnTo>
                    <a:pt x="47301" y="45433"/>
                  </a:lnTo>
                  <a:lnTo>
                    <a:pt x="47801" y="45700"/>
                  </a:lnTo>
                  <a:lnTo>
                    <a:pt x="48368" y="45566"/>
                  </a:lnTo>
                  <a:lnTo>
                    <a:pt x="48869" y="45833"/>
                  </a:lnTo>
                  <a:lnTo>
                    <a:pt x="49402" y="46000"/>
                  </a:lnTo>
                  <a:lnTo>
                    <a:pt x="49969" y="45933"/>
                  </a:lnTo>
                  <a:lnTo>
                    <a:pt x="50436" y="46100"/>
                  </a:lnTo>
                  <a:lnTo>
                    <a:pt x="50970" y="45900"/>
                  </a:lnTo>
                  <a:lnTo>
                    <a:pt x="51471" y="46000"/>
                  </a:lnTo>
                  <a:lnTo>
                    <a:pt x="52004" y="46100"/>
                  </a:lnTo>
                  <a:lnTo>
                    <a:pt x="52471" y="45900"/>
                  </a:lnTo>
                  <a:lnTo>
                    <a:pt x="53038" y="46000"/>
                  </a:lnTo>
                  <a:lnTo>
                    <a:pt x="53539" y="45900"/>
                  </a:lnTo>
                  <a:lnTo>
                    <a:pt x="53906" y="45466"/>
                  </a:lnTo>
                  <a:lnTo>
                    <a:pt x="54439" y="45500"/>
                  </a:lnTo>
                  <a:lnTo>
                    <a:pt x="54873" y="45300"/>
                  </a:lnTo>
                  <a:lnTo>
                    <a:pt x="55373" y="45300"/>
                  </a:lnTo>
                  <a:lnTo>
                    <a:pt x="55840" y="45166"/>
                  </a:lnTo>
                  <a:lnTo>
                    <a:pt x="56274" y="44966"/>
                  </a:lnTo>
                  <a:lnTo>
                    <a:pt x="56808" y="45033"/>
                  </a:lnTo>
                  <a:lnTo>
                    <a:pt x="57208" y="44566"/>
                  </a:lnTo>
                  <a:lnTo>
                    <a:pt x="57708" y="44599"/>
                  </a:lnTo>
                  <a:lnTo>
                    <a:pt x="58209" y="44733"/>
                  </a:lnTo>
                  <a:lnTo>
                    <a:pt x="58642" y="44432"/>
                  </a:lnTo>
                  <a:lnTo>
                    <a:pt x="59143" y="44266"/>
                  </a:lnTo>
                  <a:lnTo>
                    <a:pt x="59643" y="44366"/>
                  </a:lnTo>
                  <a:lnTo>
                    <a:pt x="60143" y="44532"/>
                  </a:lnTo>
                  <a:lnTo>
                    <a:pt x="60610" y="44432"/>
                  </a:lnTo>
                  <a:lnTo>
                    <a:pt x="61077" y="44466"/>
                  </a:lnTo>
                  <a:lnTo>
                    <a:pt x="61611" y="44532"/>
                  </a:lnTo>
                  <a:lnTo>
                    <a:pt x="62178" y="44432"/>
                  </a:lnTo>
                  <a:lnTo>
                    <a:pt x="62745" y="44499"/>
                  </a:lnTo>
                  <a:lnTo>
                    <a:pt x="63179" y="44699"/>
                  </a:lnTo>
                  <a:lnTo>
                    <a:pt x="63646" y="44666"/>
                  </a:lnTo>
                  <a:lnTo>
                    <a:pt x="64080" y="44699"/>
                  </a:lnTo>
                  <a:lnTo>
                    <a:pt x="64547" y="44499"/>
                  </a:lnTo>
                  <a:lnTo>
                    <a:pt x="64980" y="44232"/>
                  </a:lnTo>
                  <a:lnTo>
                    <a:pt x="65447" y="44299"/>
                  </a:lnTo>
                  <a:lnTo>
                    <a:pt x="65847" y="44132"/>
                  </a:lnTo>
                  <a:lnTo>
                    <a:pt x="66381" y="44232"/>
                  </a:lnTo>
                  <a:lnTo>
                    <a:pt x="66882" y="44099"/>
                  </a:lnTo>
                  <a:lnTo>
                    <a:pt x="67215" y="43732"/>
                  </a:lnTo>
                  <a:lnTo>
                    <a:pt x="67715" y="43598"/>
                  </a:lnTo>
                  <a:lnTo>
                    <a:pt x="68116" y="43265"/>
                  </a:lnTo>
                  <a:lnTo>
                    <a:pt x="68616" y="43198"/>
                  </a:lnTo>
                  <a:lnTo>
                    <a:pt x="68950" y="42764"/>
                  </a:lnTo>
                  <a:lnTo>
                    <a:pt x="69483" y="42898"/>
                  </a:lnTo>
                  <a:lnTo>
                    <a:pt x="69917" y="42798"/>
                  </a:lnTo>
                  <a:lnTo>
                    <a:pt x="70384" y="42864"/>
                  </a:lnTo>
                  <a:lnTo>
                    <a:pt x="70884" y="42931"/>
                  </a:lnTo>
                  <a:lnTo>
                    <a:pt x="71351" y="42898"/>
                  </a:lnTo>
                  <a:lnTo>
                    <a:pt x="71718" y="42698"/>
                  </a:lnTo>
                  <a:lnTo>
                    <a:pt x="71718" y="934"/>
                  </a:lnTo>
                  <a:lnTo>
                    <a:pt x="71418" y="834"/>
                  </a:lnTo>
                  <a:lnTo>
                    <a:pt x="70918" y="934"/>
                  </a:lnTo>
                  <a:lnTo>
                    <a:pt x="70451" y="1168"/>
                  </a:lnTo>
                  <a:lnTo>
                    <a:pt x="69950" y="1168"/>
                  </a:lnTo>
                  <a:lnTo>
                    <a:pt x="69450" y="1035"/>
                  </a:lnTo>
                  <a:lnTo>
                    <a:pt x="68950" y="1301"/>
                  </a:lnTo>
                  <a:lnTo>
                    <a:pt x="68449" y="1068"/>
                  </a:lnTo>
                  <a:lnTo>
                    <a:pt x="67882" y="1201"/>
                  </a:lnTo>
                  <a:lnTo>
                    <a:pt x="67449" y="734"/>
                  </a:lnTo>
                  <a:lnTo>
                    <a:pt x="66882" y="901"/>
                  </a:lnTo>
                  <a:lnTo>
                    <a:pt x="66381" y="634"/>
                  </a:lnTo>
                  <a:lnTo>
                    <a:pt x="65814" y="734"/>
                  </a:lnTo>
                  <a:lnTo>
                    <a:pt x="65347" y="434"/>
                  </a:lnTo>
                  <a:lnTo>
                    <a:pt x="64847" y="234"/>
                  </a:lnTo>
                  <a:lnTo>
                    <a:pt x="64280" y="267"/>
                  </a:lnTo>
                  <a:lnTo>
                    <a:pt x="63779" y="67"/>
                  </a:lnTo>
                  <a:lnTo>
                    <a:pt x="63246" y="267"/>
                  </a:lnTo>
                  <a:lnTo>
                    <a:pt x="62745" y="134"/>
                  </a:lnTo>
                  <a:lnTo>
                    <a:pt x="62245" y="0"/>
                  </a:lnTo>
                  <a:lnTo>
                    <a:pt x="61745" y="201"/>
                  </a:lnTo>
                  <a:lnTo>
                    <a:pt x="61211" y="34"/>
                  </a:lnTo>
                  <a:lnTo>
                    <a:pt x="60677" y="101"/>
                  </a:lnTo>
                  <a:lnTo>
                    <a:pt x="60310" y="534"/>
                  </a:lnTo>
                  <a:lnTo>
                    <a:pt x="59776" y="467"/>
                  </a:lnTo>
                  <a:lnTo>
                    <a:pt x="59309" y="634"/>
                  </a:lnTo>
                  <a:lnTo>
                    <a:pt x="58809" y="601"/>
                  </a:lnTo>
                  <a:lnTo>
                    <a:pt x="58342" y="701"/>
                  </a:lnTo>
                  <a:lnTo>
                    <a:pt x="57908" y="901"/>
                  </a:lnTo>
                  <a:lnTo>
                    <a:pt x="57375" y="801"/>
                  </a:lnTo>
                  <a:lnTo>
                    <a:pt x="56974" y="1235"/>
                  </a:lnTo>
                  <a:lnTo>
                    <a:pt x="56474" y="1201"/>
                  </a:lnTo>
                  <a:lnTo>
                    <a:pt x="55974" y="1035"/>
                  </a:lnTo>
                  <a:lnTo>
                    <a:pt x="55507" y="1301"/>
                  </a:lnTo>
                  <a:lnTo>
                    <a:pt x="55006" y="1435"/>
                  </a:lnTo>
                  <a:lnTo>
                    <a:pt x="54539" y="1335"/>
                  </a:lnTo>
                  <a:lnTo>
                    <a:pt x="54039" y="1135"/>
                  </a:lnTo>
                  <a:lnTo>
                    <a:pt x="53572" y="1201"/>
                  </a:lnTo>
                  <a:lnTo>
                    <a:pt x="53072" y="1135"/>
                  </a:lnTo>
                  <a:lnTo>
                    <a:pt x="52571" y="1068"/>
                  </a:lnTo>
                  <a:lnTo>
                    <a:pt x="51971" y="1101"/>
                  </a:lnTo>
                  <a:lnTo>
                    <a:pt x="51437" y="1035"/>
                  </a:lnTo>
                  <a:lnTo>
                    <a:pt x="51004" y="801"/>
                  </a:lnTo>
                  <a:lnTo>
                    <a:pt x="50537" y="801"/>
                  </a:lnTo>
                  <a:lnTo>
                    <a:pt x="50103" y="734"/>
                  </a:lnTo>
                  <a:lnTo>
                    <a:pt x="49636" y="901"/>
                  </a:lnTo>
                  <a:lnTo>
                    <a:pt x="49202" y="1168"/>
                  </a:lnTo>
                  <a:lnTo>
                    <a:pt x="48735" y="1068"/>
                  </a:lnTo>
                  <a:lnTo>
                    <a:pt x="48302" y="1235"/>
                  </a:lnTo>
                  <a:lnTo>
                    <a:pt x="47768" y="1068"/>
                  </a:lnTo>
                  <a:lnTo>
                    <a:pt x="47268" y="1168"/>
                  </a:lnTo>
                  <a:lnTo>
                    <a:pt x="46901" y="1535"/>
                  </a:lnTo>
                  <a:lnTo>
                    <a:pt x="46400" y="1635"/>
                  </a:lnTo>
                  <a:lnTo>
                    <a:pt x="46000" y="1935"/>
                  </a:lnTo>
                  <a:lnTo>
                    <a:pt x="45500" y="1969"/>
                  </a:lnTo>
                  <a:lnTo>
                    <a:pt x="45133" y="2436"/>
                  </a:lnTo>
                  <a:lnTo>
                    <a:pt x="44632" y="2269"/>
                  </a:lnTo>
                  <a:lnTo>
                    <a:pt x="44165" y="2302"/>
                  </a:lnTo>
                  <a:lnTo>
                    <a:pt x="43698" y="2235"/>
                  </a:lnTo>
                  <a:lnTo>
                    <a:pt x="43231" y="2169"/>
                  </a:lnTo>
                  <a:lnTo>
                    <a:pt x="42764" y="2169"/>
                  </a:lnTo>
                  <a:lnTo>
                    <a:pt x="42264" y="2369"/>
                  </a:lnTo>
                  <a:lnTo>
                    <a:pt x="41730" y="2202"/>
                  </a:lnTo>
                  <a:lnTo>
                    <a:pt x="41230" y="2469"/>
                  </a:lnTo>
                  <a:lnTo>
                    <a:pt x="40730" y="2536"/>
                  </a:lnTo>
                  <a:lnTo>
                    <a:pt x="40229" y="2135"/>
                  </a:lnTo>
                  <a:lnTo>
                    <a:pt x="39729" y="2235"/>
                  </a:lnTo>
                  <a:lnTo>
                    <a:pt x="39228" y="2169"/>
                  </a:lnTo>
                  <a:lnTo>
                    <a:pt x="38695" y="2436"/>
                  </a:lnTo>
                  <a:lnTo>
                    <a:pt x="38194" y="2369"/>
                  </a:lnTo>
                  <a:lnTo>
                    <a:pt x="37694" y="2169"/>
                  </a:lnTo>
                  <a:lnTo>
                    <a:pt x="37194" y="2502"/>
                  </a:lnTo>
                  <a:lnTo>
                    <a:pt x="36693" y="2369"/>
                  </a:lnTo>
                  <a:lnTo>
                    <a:pt x="36160" y="2335"/>
                  </a:lnTo>
                  <a:lnTo>
                    <a:pt x="35659" y="2502"/>
                  </a:lnTo>
                  <a:lnTo>
                    <a:pt x="35159" y="2202"/>
                  </a:lnTo>
                  <a:lnTo>
                    <a:pt x="34625" y="2335"/>
                  </a:lnTo>
                  <a:lnTo>
                    <a:pt x="34125" y="2436"/>
                  </a:lnTo>
                  <a:lnTo>
                    <a:pt x="33591" y="2202"/>
                  </a:lnTo>
                  <a:lnTo>
                    <a:pt x="33091" y="2569"/>
                  </a:lnTo>
                  <a:lnTo>
                    <a:pt x="32590" y="2436"/>
                  </a:lnTo>
                  <a:lnTo>
                    <a:pt x="32057" y="2469"/>
                  </a:lnTo>
                  <a:lnTo>
                    <a:pt x="31556" y="2536"/>
                  </a:lnTo>
                  <a:lnTo>
                    <a:pt x="31056" y="2269"/>
                  </a:lnTo>
                  <a:lnTo>
                    <a:pt x="30522" y="2569"/>
                  </a:lnTo>
                  <a:lnTo>
                    <a:pt x="30022" y="2369"/>
                  </a:lnTo>
                  <a:lnTo>
                    <a:pt x="29522" y="2502"/>
                  </a:lnTo>
                  <a:lnTo>
                    <a:pt x="28988" y="2569"/>
                  </a:lnTo>
                  <a:lnTo>
                    <a:pt x="28487" y="2569"/>
                  </a:lnTo>
                  <a:lnTo>
                    <a:pt x="27987" y="2736"/>
                  </a:lnTo>
                  <a:lnTo>
                    <a:pt x="27487" y="2636"/>
                  </a:lnTo>
                  <a:lnTo>
                    <a:pt x="26986" y="2869"/>
                  </a:lnTo>
                  <a:lnTo>
                    <a:pt x="26453" y="2736"/>
                  </a:lnTo>
                  <a:lnTo>
                    <a:pt x="26019" y="3103"/>
                  </a:lnTo>
                  <a:lnTo>
                    <a:pt x="25452" y="3003"/>
                  </a:lnTo>
                  <a:lnTo>
                    <a:pt x="24952" y="3036"/>
                  </a:lnTo>
                  <a:lnTo>
                    <a:pt x="24418" y="3003"/>
                  </a:lnTo>
                  <a:lnTo>
                    <a:pt x="23984" y="3370"/>
                  </a:lnTo>
                  <a:lnTo>
                    <a:pt x="23417" y="3370"/>
                  </a:lnTo>
                  <a:lnTo>
                    <a:pt x="22850" y="3470"/>
                  </a:lnTo>
                  <a:lnTo>
                    <a:pt x="22350" y="3703"/>
                  </a:lnTo>
                  <a:lnTo>
                    <a:pt x="21849" y="3970"/>
                  </a:lnTo>
                  <a:lnTo>
                    <a:pt x="21349" y="3803"/>
                  </a:lnTo>
                  <a:lnTo>
                    <a:pt x="20882" y="4003"/>
                  </a:lnTo>
                  <a:lnTo>
                    <a:pt x="20415" y="3903"/>
                  </a:lnTo>
                  <a:lnTo>
                    <a:pt x="19948" y="3903"/>
                  </a:lnTo>
                  <a:lnTo>
                    <a:pt x="19414" y="3937"/>
                  </a:lnTo>
                  <a:lnTo>
                    <a:pt x="18914" y="3770"/>
                  </a:lnTo>
                  <a:lnTo>
                    <a:pt x="18414" y="3970"/>
                  </a:lnTo>
                  <a:lnTo>
                    <a:pt x="17913" y="3703"/>
                  </a:lnTo>
                  <a:lnTo>
                    <a:pt x="17413" y="3736"/>
                  </a:lnTo>
                  <a:lnTo>
                    <a:pt x="16879" y="3970"/>
                  </a:lnTo>
                  <a:lnTo>
                    <a:pt x="16412" y="3670"/>
                  </a:lnTo>
                  <a:lnTo>
                    <a:pt x="15878" y="3837"/>
                  </a:lnTo>
                  <a:lnTo>
                    <a:pt x="15411" y="3670"/>
                  </a:lnTo>
                  <a:lnTo>
                    <a:pt x="14878" y="3803"/>
                  </a:lnTo>
                  <a:lnTo>
                    <a:pt x="14411" y="3636"/>
                  </a:lnTo>
                  <a:lnTo>
                    <a:pt x="13910" y="3536"/>
                  </a:lnTo>
                  <a:lnTo>
                    <a:pt x="13510" y="3169"/>
                  </a:lnTo>
                  <a:lnTo>
                    <a:pt x="13010" y="3036"/>
                  </a:lnTo>
                  <a:lnTo>
                    <a:pt x="12476" y="3169"/>
                  </a:lnTo>
                  <a:lnTo>
                    <a:pt x="12009" y="2903"/>
                  </a:lnTo>
                  <a:lnTo>
                    <a:pt x="11475" y="2836"/>
                  </a:lnTo>
                  <a:lnTo>
                    <a:pt x="10908" y="3069"/>
                  </a:lnTo>
                  <a:lnTo>
                    <a:pt x="10441" y="2702"/>
                  </a:lnTo>
                  <a:lnTo>
                    <a:pt x="9941" y="2702"/>
                  </a:lnTo>
                  <a:lnTo>
                    <a:pt x="9374" y="2736"/>
                  </a:lnTo>
                  <a:lnTo>
                    <a:pt x="8840" y="2702"/>
                  </a:lnTo>
                  <a:lnTo>
                    <a:pt x="8273" y="2669"/>
                  </a:lnTo>
                  <a:lnTo>
                    <a:pt x="7773" y="2369"/>
                  </a:lnTo>
                  <a:lnTo>
                    <a:pt x="7239" y="2736"/>
                  </a:lnTo>
                  <a:lnTo>
                    <a:pt x="6739" y="2736"/>
                  </a:lnTo>
                  <a:lnTo>
                    <a:pt x="6205" y="2436"/>
                  </a:lnTo>
                  <a:lnTo>
                    <a:pt x="5738" y="2802"/>
                  </a:lnTo>
                  <a:lnTo>
                    <a:pt x="5137" y="2602"/>
                  </a:lnTo>
                  <a:lnTo>
                    <a:pt x="4804" y="3136"/>
                  </a:lnTo>
                  <a:lnTo>
                    <a:pt x="4270" y="3069"/>
                  </a:lnTo>
                  <a:lnTo>
                    <a:pt x="3870" y="3370"/>
                  </a:lnTo>
                  <a:lnTo>
                    <a:pt x="3403" y="3536"/>
                  </a:lnTo>
                  <a:lnTo>
                    <a:pt x="2936" y="3636"/>
                  </a:lnTo>
                  <a:lnTo>
                    <a:pt x="2469" y="3770"/>
                  </a:lnTo>
                  <a:lnTo>
                    <a:pt x="1935" y="3670"/>
                  </a:lnTo>
                  <a:lnTo>
                    <a:pt x="1535" y="4103"/>
                  </a:lnTo>
                  <a:lnTo>
                    <a:pt x="1001" y="3903"/>
                  </a:lnTo>
                  <a:lnTo>
                    <a:pt x="568" y="4137"/>
                  </a:lnTo>
                  <a:lnTo>
                    <a:pt x="67" y="4137"/>
                  </a:lnTo>
                  <a:lnTo>
                    <a:pt x="0" y="4170"/>
                  </a:lnTo>
                  <a:lnTo>
                    <a:pt x="0" y="46967"/>
                  </a:lnTo>
                  <a:lnTo>
                    <a:pt x="201" y="46867"/>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0">
                <a:solidFill>
                  <a:schemeClr val="accent6">
                    <a:lumMod val="85000"/>
                  </a:schemeClr>
                </a:solidFill>
                <a:latin typeface="Montserrat ExtraBold" panose="00000900000000000000" pitchFamily="2" charset="0"/>
              </a:endParaRPr>
            </a:p>
          </p:txBody>
        </p:sp>
        <p:sp>
          <p:nvSpPr>
            <p:cNvPr id="17" name="Google Shape;843;p32">
              <a:extLst>
                <a:ext uri="{FF2B5EF4-FFF2-40B4-BE49-F238E27FC236}">
                  <a16:creationId xmlns:a16="http://schemas.microsoft.com/office/drawing/2014/main" id="{53FAD0EF-194D-82B2-4BD7-44770CAC3F28}"/>
                </a:ext>
              </a:extLst>
            </p:cNvPr>
            <p:cNvSpPr/>
            <p:nvPr/>
          </p:nvSpPr>
          <p:spPr>
            <a:xfrm>
              <a:off x="6268229" y="2761728"/>
              <a:ext cx="2821246" cy="212619"/>
            </a:xfrm>
            <a:custGeom>
              <a:avLst/>
              <a:gdLst/>
              <a:ahLst/>
              <a:cxnLst/>
              <a:rect l="l" t="t" r="r" b="b"/>
              <a:pathLst>
                <a:path w="71719" h="5405" extrusionOk="0">
                  <a:moveTo>
                    <a:pt x="2102" y="4871"/>
                  </a:moveTo>
                  <a:lnTo>
                    <a:pt x="2569" y="4871"/>
                  </a:lnTo>
                  <a:lnTo>
                    <a:pt x="3103" y="4837"/>
                  </a:lnTo>
                  <a:lnTo>
                    <a:pt x="3670" y="4971"/>
                  </a:lnTo>
                  <a:lnTo>
                    <a:pt x="4170" y="4837"/>
                  </a:lnTo>
                  <a:lnTo>
                    <a:pt x="4704" y="4771"/>
                  </a:lnTo>
                  <a:lnTo>
                    <a:pt x="5238" y="4671"/>
                  </a:lnTo>
                  <a:lnTo>
                    <a:pt x="5771" y="4804"/>
                  </a:lnTo>
                  <a:lnTo>
                    <a:pt x="6272" y="4804"/>
                  </a:lnTo>
                  <a:lnTo>
                    <a:pt x="6805" y="4937"/>
                  </a:lnTo>
                  <a:lnTo>
                    <a:pt x="7306" y="4904"/>
                  </a:lnTo>
                  <a:lnTo>
                    <a:pt x="7773" y="4671"/>
                  </a:lnTo>
                  <a:lnTo>
                    <a:pt x="8273" y="4871"/>
                  </a:lnTo>
                  <a:lnTo>
                    <a:pt x="8773" y="4871"/>
                  </a:lnTo>
                  <a:lnTo>
                    <a:pt x="9240" y="4637"/>
                  </a:lnTo>
                  <a:lnTo>
                    <a:pt x="9741" y="4871"/>
                  </a:lnTo>
                  <a:lnTo>
                    <a:pt x="10241" y="4837"/>
                  </a:lnTo>
                  <a:lnTo>
                    <a:pt x="10675" y="4537"/>
                  </a:lnTo>
                  <a:lnTo>
                    <a:pt x="11175" y="4571"/>
                  </a:lnTo>
                  <a:lnTo>
                    <a:pt x="11642" y="4337"/>
                  </a:lnTo>
                  <a:lnTo>
                    <a:pt x="12142" y="4404"/>
                  </a:lnTo>
                  <a:lnTo>
                    <a:pt x="12609" y="4304"/>
                  </a:lnTo>
                  <a:lnTo>
                    <a:pt x="13110" y="4470"/>
                  </a:lnTo>
                  <a:lnTo>
                    <a:pt x="13610" y="4370"/>
                  </a:lnTo>
                  <a:lnTo>
                    <a:pt x="14111" y="4437"/>
                  </a:lnTo>
                  <a:lnTo>
                    <a:pt x="14578" y="4270"/>
                  </a:lnTo>
                  <a:lnTo>
                    <a:pt x="15078" y="4337"/>
                  </a:lnTo>
                  <a:lnTo>
                    <a:pt x="15578" y="4370"/>
                  </a:lnTo>
                  <a:lnTo>
                    <a:pt x="16045" y="4304"/>
                  </a:lnTo>
                  <a:lnTo>
                    <a:pt x="16512" y="4003"/>
                  </a:lnTo>
                  <a:lnTo>
                    <a:pt x="17013" y="4070"/>
                  </a:lnTo>
                  <a:lnTo>
                    <a:pt x="17480" y="4137"/>
                  </a:lnTo>
                  <a:lnTo>
                    <a:pt x="17980" y="4070"/>
                  </a:lnTo>
                  <a:lnTo>
                    <a:pt x="18447" y="3870"/>
                  </a:lnTo>
                  <a:lnTo>
                    <a:pt x="18914" y="4037"/>
                  </a:lnTo>
                  <a:lnTo>
                    <a:pt x="19448" y="3837"/>
                  </a:lnTo>
                  <a:lnTo>
                    <a:pt x="19881" y="4070"/>
                  </a:lnTo>
                  <a:lnTo>
                    <a:pt x="20382" y="4270"/>
                  </a:lnTo>
                  <a:lnTo>
                    <a:pt x="20849" y="4337"/>
                  </a:lnTo>
                  <a:lnTo>
                    <a:pt x="21382" y="4170"/>
                  </a:lnTo>
                  <a:lnTo>
                    <a:pt x="21849" y="4437"/>
                  </a:lnTo>
                  <a:lnTo>
                    <a:pt x="22316" y="4604"/>
                  </a:lnTo>
                  <a:lnTo>
                    <a:pt x="22817" y="4604"/>
                  </a:lnTo>
                  <a:lnTo>
                    <a:pt x="23284" y="4871"/>
                  </a:lnTo>
                  <a:lnTo>
                    <a:pt x="23684" y="5004"/>
                  </a:lnTo>
                  <a:lnTo>
                    <a:pt x="24118" y="4804"/>
                  </a:lnTo>
                  <a:lnTo>
                    <a:pt x="24551" y="5104"/>
                  </a:lnTo>
                  <a:lnTo>
                    <a:pt x="25018" y="5071"/>
                  </a:lnTo>
                  <a:lnTo>
                    <a:pt x="25452" y="4704"/>
                  </a:lnTo>
                  <a:lnTo>
                    <a:pt x="25952" y="4937"/>
                  </a:lnTo>
                  <a:lnTo>
                    <a:pt x="26453" y="5038"/>
                  </a:lnTo>
                  <a:lnTo>
                    <a:pt x="26920" y="4937"/>
                  </a:lnTo>
                  <a:lnTo>
                    <a:pt x="27353" y="4604"/>
                  </a:lnTo>
                  <a:lnTo>
                    <a:pt x="27887" y="4904"/>
                  </a:lnTo>
                  <a:lnTo>
                    <a:pt x="28387" y="4771"/>
                  </a:lnTo>
                  <a:lnTo>
                    <a:pt x="28888" y="4771"/>
                  </a:lnTo>
                  <a:lnTo>
                    <a:pt x="29355" y="4571"/>
                  </a:lnTo>
                  <a:lnTo>
                    <a:pt x="29855" y="4437"/>
                  </a:lnTo>
                  <a:lnTo>
                    <a:pt x="30322" y="4437"/>
                  </a:lnTo>
                  <a:lnTo>
                    <a:pt x="30856" y="4537"/>
                  </a:lnTo>
                  <a:lnTo>
                    <a:pt x="31323" y="4404"/>
                  </a:lnTo>
                  <a:lnTo>
                    <a:pt x="31823" y="4404"/>
                  </a:lnTo>
                  <a:lnTo>
                    <a:pt x="32324" y="4437"/>
                  </a:lnTo>
                  <a:lnTo>
                    <a:pt x="32824" y="4504"/>
                  </a:lnTo>
                  <a:lnTo>
                    <a:pt x="33324" y="4437"/>
                  </a:lnTo>
                  <a:lnTo>
                    <a:pt x="33791" y="4270"/>
                  </a:lnTo>
                  <a:lnTo>
                    <a:pt x="34292" y="4204"/>
                  </a:lnTo>
                  <a:lnTo>
                    <a:pt x="34792" y="4304"/>
                  </a:lnTo>
                  <a:lnTo>
                    <a:pt x="35292" y="4170"/>
                  </a:lnTo>
                  <a:lnTo>
                    <a:pt x="35793" y="4037"/>
                  </a:lnTo>
                  <a:lnTo>
                    <a:pt x="36260" y="3937"/>
                  </a:lnTo>
                  <a:lnTo>
                    <a:pt x="36760" y="4070"/>
                  </a:lnTo>
                  <a:lnTo>
                    <a:pt x="37227" y="3937"/>
                  </a:lnTo>
                  <a:lnTo>
                    <a:pt x="37727" y="3970"/>
                  </a:lnTo>
                  <a:lnTo>
                    <a:pt x="38194" y="3703"/>
                  </a:lnTo>
                  <a:lnTo>
                    <a:pt x="38661" y="3703"/>
                  </a:lnTo>
                  <a:lnTo>
                    <a:pt x="39162" y="3837"/>
                  </a:lnTo>
                  <a:lnTo>
                    <a:pt x="39662" y="4137"/>
                  </a:lnTo>
                  <a:lnTo>
                    <a:pt x="40196" y="3937"/>
                  </a:lnTo>
                  <a:lnTo>
                    <a:pt x="40730" y="4137"/>
                  </a:lnTo>
                  <a:lnTo>
                    <a:pt x="41230" y="4070"/>
                  </a:lnTo>
                  <a:lnTo>
                    <a:pt x="41764" y="4104"/>
                  </a:lnTo>
                  <a:lnTo>
                    <a:pt x="42297" y="4070"/>
                  </a:lnTo>
                  <a:lnTo>
                    <a:pt x="42798" y="4204"/>
                  </a:lnTo>
                  <a:lnTo>
                    <a:pt x="43265" y="4070"/>
                  </a:lnTo>
                  <a:lnTo>
                    <a:pt x="43732" y="3803"/>
                  </a:lnTo>
                  <a:lnTo>
                    <a:pt x="44232" y="3803"/>
                  </a:lnTo>
                  <a:lnTo>
                    <a:pt x="44732" y="3903"/>
                  </a:lnTo>
                  <a:lnTo>
                    <a:pt x="45199" y="3603"/>
                  </a:lnTo>
                  <a:lnTo>
                    <a:pt x="45733" y="3803"/>
                  </a:lnTo>
                  <a:lnTo>
                    <a:pt x="46300" y="3637"/>
                  </a:lnTo>
                  <a:lnTo>
                    <a:pt x="46734" y="4104"/>
                  </a:lnTo>
                  <a:lnTo>
                    <a:pt x="47301" y="3870"/>
                  </a:lnTo>
                  <a:lnTo>
                    <a:pt x="47801" y="4137"/>
                  </a:lnTo>
                  <a:lnTo>
                    <a:pt x="48368" y="4003"/>
                  </a:lnTo>
                  <a:lnTo>
                    <a:pt x="48869" y="4270"/>
                  </a:lnTo>
                  <a:lnTo>
                    <a:pt x="49402" y="4437"/>
                  </a:lnTo>
                  <a:lnTo>
                    <a:pt x="49969" y="4370"/>
                  </a:lnTo>
                  <a:lnTo>
                    <a:pt x="50436" y="4537"/>
                  </a:lnTo>
                  <a:lnTo>
                    <a:pt x="50970" y="4337"/>
                  </a:lnTo>
                  <a:lnTo>
                    <a:pt x="51471" y="4437"/>
                  </a:lnTo>
                  <a:lnTo>
                    <a:pt x="52004" y="4537"/>
                  </a:lnTo>
                  <a:lnTo>
                    <a:pt x="52471" y="4337"/>
                  </a:lnTo>
                  <a:lnTo>
                    <a:pt x="53038" y="4437"/>
                  </a:lnTo>
                  <a:lnTo>
                    <a:pt x="53539" y="4337"/>
                  </a:lnTo>
                  <a:lnTo>
                    <a:pt x="53906" y="3903"/>
                  </a:lnTo>
                  <a:lnTo>
                    <a:pt x="54439" y="3937"/>
                  </a:lnTo>
                  <a:lnTo>
                    <a:pt x="54873" y="3737"/>
                  </a:lnTo>
                  <a:lnTo>
                    <a:pt x="55373" y="3737"/>
                  </a:lnTo>
                  <a:lnTo>
                    <a:pt x="55840" y="3603"/>
                  </a:lnTo>
                  <a:lnTo>
                    <a:pt x="56274" y="3403"/>
                  </a:lnTo>
                  <a:lnTo>
                    <a:pt x="56808" y="3470"/>
                  </a:lnTo>
                  <a:lnTo>
                    <a:pt x="57208" y="3003"/>
                  </a:lnTo>
                  <a:lnTo>
                    <a:pt x="57708" y="3036"/>
                  </a:lnTo>
                  <a:lnTo>
                    <a:pt x="58209" y="3170"/>
                  </a:lnTo>
                  <a:lnTo>
                    <a:pt x="58642" y="2869"/>
                  </a:lnTo>
                  <a:lnTo>
                    <a:pt x="59143" y="2703"/>
                  </a:lnTo>
                  <a:lnTo>
                    <a:pt x="59643" y="2803"/>
                  </a:lnTo>
                  <a:lnTo>
                    <a:pt x="60143" y="2969"/>
                  </a:lnTo>
                  <a:lnTo>
                    <a:pt x="60610" y="2869"/>
                  </a:lnTo>
                  <a:lnTo>
                    <a:pt x="61077" y="2903"/>
                  </a:lnTo>
                  <a:lnTo>
                    <a:pt x="61611" y="2969"/>
                  </a:lnTo>
                  <a:lnTo>
                    <a:pt x="62178" y="2869"/>
                  </a:lnTo>
                  <a:lnTo>
                    <a:pt x="62745" y="2936"/>
                  </a:lnTo>
                  <a:lnTo>
                    <a:pt x="63179" y="3136"/>
                  </a:lnTo>
                  <a:lnTo>
                    <a:pt x="63646" y="3103"/>
                  </a:lnTo>
                  <a:lnTo>
                    <a:pt x="64080" y="3136"/>
                  </a:lnTo>
                  <a:lnTo>
                    <a:pt x="64547" y="2936"/>
                  </a:lnTo>
                  <a:lnTo>
                    <a:pt x="64980" y="2669"/>
                  </a:lnTo>
                  <a:lnTo>
                    <a:pt x="65447" y="2736"/>
                  </a:lnTo>
                  <a:lnTo>
                    <a:pt x="65847" y="2569"/>
                  </a:lnTo>
                  <a:lnTo>
                    <a:pt x="66381" y="2669"/>
                  </a:lnTo>
                  <a:lnTo>
                    <a:pt x="66882" y="2536"/>
                  </a:lnTo>
                  <a:lnTo>
                    <a:pt x="67215" y="2169"/>
                  </a:lnTo>
                  <a:lnTo>
                    <a:pt x="67715" y="2035"/>
                  </a:lnTo>
                  <a:lnTo>
                    <a:pt x="68116" y="1702"/>
                  </a:lnTo>
                  <a:lnTo>
                    <a:pt x="68616" y="1635"/>
                  </a:lnTo>
                  <a:lnTo>
                    <a:pt x="68950" y="1201"/>
                  </a:lnTo>
                  <a:lnTo>
                    <a:pt x="69483" y="1335"/>
                  </a:lnTo>
                  <a:lnTo>
                    <a:pt x="69917" y="1235"/>
                  </a:lnTo>
                  <a:lnTo>
                    <a:pt x="70384" y="1301"/>
                  </a:lnTo>
                  <a:lnTo>
                    <a:pt x="70884" y="1368"/>
                  </a:lnTo>
                  <a:lnTo>
                    <a:pt x="71351" y="1335"/>
                  </a:lnTo>
                  <a:lnTo>
                    <a:pt x="71718" y="1135"/>
                  </a:lnTo>
                  <a:lnTo>
                    <a:pt x="71718" y="167"/>
                  </a:lnTo>
                  <a:lnTo>
                    <a:pt x="71718" y="167"/>
                  </a:lnTo>
                  <a:lnTo>
                    <a:pt x="71218" y="101"/>
                  </a:lnTo>
                  <a:lnTo>
                    <a:pt x="70751" y="67"/>
                  </a:lnTo>
                  <a:lnTo>
                    <a:pt x="70317" y="134"/>
                  </a:lnTo>
                  <a:lnTo>
                    <a:pt x="69784" y="1"/>
                  </a:lnTo>
                  <a:lnTo>
                    <a:pt x="69450" y="468"/>
                  </a:lnTo>
                  <a:lnTo>
                    <a:pt x="68950" y="534"/>
                  </a:lnTo>
                  <a:lnTo>
                    <a:pt x="68549" y="834"/>
                  </a:lnTo>
                  <a:lnTo>
                    <a:pt x="68049" y="968"/>
                  </a:lnTo>
                  <a:lnTo>
                    <a:pt x="67715" y="1368"/>
                  </a:lnTo>
                  <a:lnTo>
                    <a:pt x="67215" y="1502"/>
                  </a:lnTo>
                  <a:lnTo>
                    <a:pt x="66681" y="1368"/>
                  </a:lnTo>
                  <a:lnTo>
                    <a:pt x="66281" y="1535"/>
                  </a:lnTo>
                  <a:lnTo>
                    <a:pt x="65814" y="1502"/>
                  </a:lnTo>
                  <a:lnTo>
                    <a:pt x="65380" y="1768"/>
                  </a:lnTo>
                  <a:lnTo>
                    <a:pt x="64913" y="1969"/>
                  </a:lnTo>
                  <a:lnTo>
                    <a:pt x="64480" y="1935"/>
                  </a:lnTo>
                  <a:lnTo>
                    <a:pt x="64013" y="1969"/>
                  </a:lnTo>
                  <a:lnTo>
                    <a:pt x="63579" y="1768"/>
                  </a:lnTo>
                  <a:lnTo>
                    <a:pt x="63012" y="1735"/>
                  </a:lnTo>
                  <a:lnTo>
                    <a:pt x="62445" y="1802"/>
                  </a:lnTo>
                  <a:lnTo>
                    <a:pt x="61945" y="1735"/>
                  </a:lnTo>
                  <a:lnTo>
                    <a:pt x="61444" y="1702"/>
                  </a:lnTo>
                  <a:lnTo>
                    <a:pt x="60977" y="1802"/>
                  </a:lnTo>
                  <a:lnTo>
                    <a:pt x="60477" y="1635"/>
                  </a:lnTo>
                  <a:lnTo>
                    <a:pt x="59977" y="1568"/>
                  </a:lnTo>
                  <a:lnTo>
                    <a:pt x="59510" y="1702"/>
                  </a:lnTo>
                  <a:lnTo>
                    <a:pt x="59043" y="2002"/>
                  </a:lnTo>
                  <a:lnTo>
                    <a:pt x="58542" y="1869"/>
                  </a:lnTo>
                  <a:lnTo>
                    <a:pt x="58042" y="1869"/>
                  </a:lnTo>
                  <a:lnTo>
                    <a:pt x="57642" y="2336"/>
                  </a:lnTo>
                  <a:lnTo>
                    <a:pt x="57141" y="2269"/>
                  </a:lnTo>
                  <a:lnTo>
                    <a:pt x="56674" y="2469"/>
                  </a:lnTo>
                  <a:lnTo>
                    <a:pt x="56241" y="2602"/>
                  </a:lnTo>
                  <a:lnTo>
                    <a:pt x="55707" y="2602"/>
                  </a:lnTo>
                  <a:lnTo>
                    <a:pt x="55273" y="2803"/>
                  </a:lnTo>
                  <a:lnTo>
                    <a:pt x="54740" y="2803"/>
                  </a:lnTo>
                  <a:lnTo>
                    <a:pt x="54406" y="3203"/>
                  </a:lnTo>
                  <a:lnTo>
                    <a:pt x="53872" y="3303"/>
                  </a:lnTo>
                  <a:lnTo>
                    <a:pt x="53339" y="3203"/>
                  </a:lnTo>
                  <a:lnTo>
                    <a:pt x="52838" y="3436"/>
                  </a:lnTo>
                  <a:lnTo>
                    <a:pt x="52338" y="3303"/>
                  </a:lnTo>
                  <a:lnTo>
                    <a:pt x="51837" y="3236"/>
                  </a:lnTo>
                  <a:lnTo>
                    <a:pt x="51304" y="3436"/>
                  </a:lnTo>
                  <a:lnTo>
                    <a:pt x="50803" y="3270"/>
                  </a:lnTo>
                  <a:lnTo>
                    <a:pt x="50236" y="3336"/>
                  </a:lnTo>
                  <a:lnTo>
                    <a:pt x="49736" y="3170"/>
                  </a:lnTo>
                  <a:lnTo>
                    <a:pt x="49236" y="2869"/>
                  </a:lnTo>
                  <a:lnTo>
                    <a:pt x="48669" y="3036"/>
                  </a:lnTo>
                  <a:lnTo>
                    <a:pt x="48135" y="2769"/>
                  </a:lnTo>
                  <a:lnTo>
                    <a:pt x="47601" y="3003"/>
                  </a:lnTo>
                  <a:lnTo>
                    <a:pt x="47134" y="2569"/>
                  </a:lnTo>
                  <a:lnTo>
                    <a:pt x="46600" y="2703"/>
                  </a:lnTo>
                  <a:lnTo>
                    <a:pt x="46067" y="2502"/>
                  </a:lnTo>
                  <a:lnTo>
                    <a:pt x="45566" y="2803"/>
                  </a:lnTo>
                  <a:lnTo>
                    <a:pt x="45066" y="2703"/>
                  </a:lnTo>
                  <a:lnTo>
                    <a:pt x="44599" y="2736"/>
                  </a:lnTo>
                  <a:lnTo>
                    <a:pt x="44132" y="2969"/>
                  </a:lnTo>
                  <a:lnTo>
                    <a:pt x="43632" y="3136"/>
                  </a:lnTo>
                  <a:lnTo>
                    <a:pt x="43131" y="3003"/>
                  </a:lnTo>
                  <a:lnTo>
                    <a:pt x="42598" y="3036"/>
                  </a:lnTo>
                  <a:lnTo>
                    <a:pt x="42097" y="3003"/>
                  </a:lnTo>
                  <a:lnTo>
                    <a:pt x="41563" y="3036"/>
                  </a:lnTo>
                  <a:lnTo>
                    <a:pt x="41030" y="2869"/>
                  </a:lnTo>
                  <a:lnTo>
                    <a:pt x="40496" y="3069"/>
                  </a:lnTo>
                  <a:lnTo>
                    <a:pt x="39996" y="2769"/>
                  </a:lnTo>
                  <a:lnTo>
                    <a:pt x="39529" y="2636"/>
                  </a:lnTo>
                  <a:lnTo>
                    <a:pt x="39028" y="2636"/>
                  </a:lnTo>
                  <a:lnTo>
                    <a:pt x="38561" y="2903"/>
                  </a:lnTo>
                  <a:lnTo>
                    <a:pt x="38061" y="2903"/>
                  </a:lnTo>
                  <a:lnTo>
                    <a:pt x="37594" y="3003"/>
                  </a:lnTo>
                  <a:lnTo>
                    <a:pt x="37094" y="2903"/>
                  </a:lnTo>
                  <a:lnTo>
                    <a:pt x="36627" y="3003"/>
                  </a:lnTo>
                  <a:lnTo>
                    <a:pt x="36126" y="3136"/>
                  </a:lnTo>
                  <a:lnTo>
                    <a:pt x="35659" y="3236"/>
                  </a:lnTo>
                  <a:lnTo>
                    <a:pt x="35159" y="3136"/>
                  </a:lnTo>
                  <a:lnTo>
                    <a:pt x="34659" y="3203"/>
                  </a:lnTo>
                  <a:lnTo>
                    <a:pt x="34158" y="3403"/>
                  </a:lnTo>
                  <a:lnTo>
                    <a:pt x="33691" y="3436"/>
                  </a:lnTo>
                  <a:lnTo>
                    <a:pt x="33157" y="3403"/>
                  </a:lnTo>
                  <a:lnTo>
                    <a:pt x="32657" y="3370"/>
                  </a:lnTo>
                  <a:lnTo>
                    <a:pt x="32190" y="3370"/>
                  </a:lnTo>
                  <a:lnTo>
                    <a:pt x="31690" y="3503"/>
                  </a:lnTo>
                  <a:lnTo>
                    <a:pt x="31189" y="3403"/>
                  </a:lnTo>
                  <a:lnTo>
                    <a:pt x="30689" y="3403"/>
                  </a:lnTo>
                  <a:lnTo>
                    <a:pt x="30189" y="3536"/>
                  </a:lnTo>
                  <a:lnTo>
                    <a:pt x="29722" y="3737"/>
                  </a:lnTo>
                  <a:lnTo>
                    <a:pt x="29221" y="3770"/>
                  </a:lnTo>
                  <a:lnTo>
                    <a:pt x="28754" y="3903"/>
                  </a:lnTo>
                  <a:lnTo>
                    <a:pt x="28221" y="3603"/>
                  </a:lnTo>
                  <a:lnTo>
                    <a:pt x="27754" y="3903"/>
                  </a:lnTo>
                  <a:lnTo>
                    <a:pt x="27287" y="4003"/>
                  </a:lnTo>
                  <a:lnTo>
                    <a:pt x="26820" y="3937"/>
                  </a:lnTo>
                  <a:lnTo>
                    <a:pt x="26319" y="3703"/>
                  </a:lnTo>
                  <a:lnTo>
                    <a:pt x="25852" y="4070"/>
                  </a:lnTo>
                  <a:lnTo>
                    <a:pt x="25385" y="4104"/>
                  </a:lnTo>
                  <a:lnTo>
                    <a:pt x="24985" y="3803"/>
                  </a:lnTo>
                  <a:lnTo>
                    <a:pt x="24518" y="4003"/>
                  </a:lnTo>
                  <a:lnTo>
                    <a:pt x="24118" y="3870"/>
                  </a:lnTo>
                  <a:lnTo>
                    <a:pt x="23684" y="3603"/>
                  </a:lnTo>
                  <a:lnTo>
                    <a:pt x="23150" y="3603"/>
                  </a:lnTo>
                  <a:lnTo>
                    <a:pt x="22683" y="3436"/>
                  </a:lnTo>
                  <a:lnTo>
                    <a:pt x="22250" y="3170"/>
                  </a:lnTo>
                  <a:lnTo>
                    <a:pt x="21716" y="3336"/>
                  </a:lnTo>
                  <a:lnTo>
                    <a:pt x="21216" y="3270"/>
                  </a:lnTo>
                  <a:lnTo>
                    <a:pt x="20749" y="3069"/>
                  </a:lnTo>
                  <a:lnTo>
                    <a:pt x="20282" y="2869"/>
                  </a:lnTo>
                  <a:lnTo>
                    <a:pt x="19781" y="3036"/>
                  </a:lnTo>
                  <a:lnTo>
                    <a:pt x="19281" y="2869"/>
                  </a:lnTo>
                  <a:lnTo>
                    <a:pt x="18814" y="3103"/>
                  </a:lnTo>
                  <a:lnTo>
                    <a:pt x="18347" y="3170"/>
                  </a:lnTo>
                  <a:lnTo>
                    <a:pt x="17847" y="3069"/>
                  </a:lnTo>
                  <a:lnTo>
                    <a:pt x="17346" y="3036"/>
                  </a:lnTo>
                  <a:lnTo>
                    <a:pt x="16913" y="3336"/>
                  </a:lnTo>
                  <a:lnTo>
                    <a:pt x="16412" y="3403"/>
                  </a:lnTo>
                  <a:lnTo>
                    <a:pt x="15912" y="3370"/>
                  </a:lnTo>
                  <a:lnTo>
                    <a:pt x="15411" y="3303"/>
                  </a:lnTo>
                  <a:lnTo>
                    <a:pt x="14944" y="3470"/>
                  </a:lnTo>
                  <a:lnTo>
                    <a:pt x="14444" y="3403"/>
                  </a:lnTo>
                  <a:lnTo>
                    <a:pt x="13977" y="3503"/>
                  </a:lnTo>
                  <a:lnTo>
                    <a:pt x="13477" y="3336"/>
                  </a:lnTo>
                  <a:lnTo>
                    <a:pt x="12976" y="3436"/>
                  </a:lnTo>
                  <a:lnTo>
                    <a:pt x="12476" y="3370"/>
                  </a:lnTo>
                  <a:lnTo>
                    <a:pt x="12009" y="3603"/>
                  </a:lnTo>
                  <a:lnTo>
                    <a:pt x="11542" y="3570"/>
                  </a:lnTo>
                  <a:lnTo>
                    <a:pt x="11075" y="3903"/>
                  </a:lnTo>
                  <a:lnTo>
                    <a:pt x="10575" y="3903"/>
                  </a:lnTo>
                  <a:lnTo>
                    <a:pt x="10074" y="3703"/>
                  </a:lnTo>
                  <a:lnTo>
                    <a:pt x="9607" y="3903"/>
                  </a:lnTo>
                  <a:lnTo>
                    <a:pt x="9140" y="3903"/>
                  </a:lnTo>
                  <a:lnTo>
                    <a:pt x="8640" y="3703"/>
                  </a:lnTo>
                  <a:lnTo>
                    <a:pt x="8140" y="3970"/>
                  </a:lnTo>
                  <a:lnTo>
                    <a:pt x="7639" y="4003"/>
                  </a:lnTo>
                  <a:lnTo>
                    <a:pt x="7139" y="3870"/>
                  </a:lnTo>
                  <a:lnTo>
                    <a:pt x="6639" y="3870"/>
                  </a:lnTo>
                  <a:lnTo>
                    <a:pt x="6105" y="3737"/>
                  </a:lnTo>
                  <a:lnTo>
                    <a:pt x="5571" y="3870"/>
                  </a:lnTo>
                  <a:lnTo>
                    <a:pt x="5037" y="3903"/>
                  </a:lnTo>
                  <a:lnTo>
                    <a:pt x="4504" y="4037"/>
                  </a:lnTo>
                  <a:lnTo>
                    <a:pt x="3970" y="3937"/>
                  </a:lnTo>
                  <a:lnTo>
                    <a:pt x="3403" y="3937"/>
                  </a:lnTo>
                  <a:lnTo>
                    <a:pt x="2936" y="3970"/>
                  </a:lnTo>
                  <a:lnTo>
                    <a:pt x="2469" y="4270"/>
                  </a:lnTo>
                  <a:lnTo>
                    <a:pt x="2002" y="4337"/>
                  </a:lnTo>
                  <a:lnTo>
                    <a:pt x="1502" y="4170"/>
                  </a:lnTo>
                  <a:lnTo>
                    <a:pt x="1068" y="4404"/>
                  </a:lnTo>
                  <a:lnTo>
                    <a:pt x="601" y="4604"/>
                  </a:lnTo>
                  <a:lnTo>
                    <a:pt x="134" y="4871"/>
                  </a:lnTo>
                  <a:lnTo>
                    <a:pt x="0" y="4871"/>
                  </a:lnTo>
                  <a:lnTo>
                    <a:pt x="0" y="5404"/>
                  </a:lnTo>
                  <a:lnTo>
                    <a:pt x="201" y="5304"/>
                  </a:lnTo>
                  <a:lnTo>
                    <a:pt x="634" y="5071"/>
                  </a:lnTo>
                  <a:lnTo>
                    <a:pt x="1168" y="5271"/>
                  </a:lnTo>
                  <a:lnTo>
                    <a:pt x="1635" y="517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0">
                <a:solidFill>
                  <a:schemeClr val="accent6">
                    <a:lumMod val="85000"/>
                  </a:schemeClr>
                </a:solidFill>
                <a:latin typeface="Montserrat ExtraBold" panose="00000900000000000000" pitchFamily="2" charset="0"/>
              </a:endParaRPr>
            </a:p>
          </p:txBody>
        </p:sp>
        <p:sp>
          <p:nvSpPr>
            <p:cNvPr id="18" name="Google Shape;844;p32">
              <a:extLst>
                <a:ext uri="{FF2B5EF4-FFF2-40B4-BE49-F238E27FC236}">
                  <a16:creationId xmlns:a16="http://schemas.microsoft.com/office/drawing/2014/main" id="{C93B4DDE-79AB-4F50-4A71-AD7ABCBB2D86}"/>
                </a:ext>
              </a:extLst>
            </p:cNvPr>
            <p:cNvSpPr/>
            <p:nvPr/>
          </p:nvSpPr>
          <p:spPr>
            <a:xfrm>
              <a:off x="6268229" y="1126723"/>
              <a:ext cx="2821246" cy="187679"/>
            </a:xfrm>
            <a:custGeom>
              <a:avLst/>
              <a:gdLst/>
              <a:ahLst/>
              <a:cxnLst/>
              <a:rect l="l" t="t" r="r" b="b"/>
              <a:pathLst>
                <a:path w="71719" h="4771" extrusionOk="0">
                  <a:moveTo>
                    <a:pt x="70918" y="934"/>
                  </a:moveTo>
                  <a:lnTo>
                    <a:pt x="70451" y="1168"/>
                  </a:lnTo>
                  <a:lnTo>
                    <a:pt x="69950" y="1168"/>
                  </a:lnTo>
                  <a:lnTo>
                    <a:pt x="69450" y="1035"/>
                  </a:lnTo>
                  <a:lnTo>
                    <a:pt x="68950" y="1301"/>
                  </a:lnTo>
                  <a:lnTo>
                    <a:pt x="68449" y="1068"/>
                  </a:lnTo>
                  <a:lnTo>
                    <a:pt x="67882" y="1201"/>
                  </a:lnTo>
                  <a:lnTo>
                    <a:pt x="67449" y="734"/>
                  </a:lnTo>
                  <a:lnTo>
                    <a:pt x="66882" y="901"/>
                  </a:lnTo>
                  <a:lnTo>
                    <a:pt x="66381" y="634"/>
                  </a:lnTo>
                  <a:lnTo>
                    <a:pt x="65814" y="734"/>
                  </a:lnTo>
                  <a:lnTo>
                    <a:pt x="65347" y="434"/>
                  </a:lnTo>
                  <a:lnTo>
                    <a:pt x="64847" y="234"/>
                  </a:lnTo>
                  <a:lnTo>
                    <a:pt x="64280" y="267"/>
                  </a:lnTo>
                  <a:lnTo>
                    <a:pt x="63779" y="67"/>
                  </a:lnTo>
                  <a:lnTo>
                    <a:pt x="63246" y="267"/>
                  </a:lnTo>
                  <a:lnTo>
                    <a:pt x="62745" y="134"/>
                  </a:lnTo>
                  <a:lnTo>
                    <a:pt x="62245" y="0"/>
                  </a:lnTo>
                  <a:lnTo>
                    <a:pt x="61745" y="201"/>
                  </a:lnTo>
                  <a:lnTo>
                    <a:pt x="61211" y="34"/>
                  </a:lnTo>
                  <a:lnTo>
                    <a:pt x="60677" y="101"/>
                  </a:lnTo>
                  <a:lnTo>
                    <a:pt x="60310" y="534"/>
                  </a:lnTo>
                  <a:lnTo>
                    <a:pt x="59776" y="467"/>
                  </a:lnTo>
                  <a:lnTo>
                    <a:pt x="59309" y="634"/>
                  </a:lnTo>
                  <a:lnTo>
                    <a:pt x="58809" y="601"/>
                  </a:lnTo>
                  <a:lnTo>
                    <a:pt x="58342" y="701"/>
                  </a:lnTo>
                  <a:lnTo>
                    <a:pt x="57908" y="901"/>
                  </a:lnTo>
                  <a:lnTo>
                    <a:pt x="57375" y="801"/>
                  </a:lnTo>
                  <a:lnTo>
                    <a:pt x="56974" y="1235"/>
                  </a:lnTo>
                  <a:lnTo>
                    <a:pt x="56474" y="1201"/>
                  </a:lnTo>
                  <a:lnTo>
                    <a:pt x="55974" y="1035"/>
                  </a:lnTo>
                  <a:lnTo>
                    <a:pt x="55507" y="1301"/>
                  </a:lnTo>
                  <a:lnTo>
                    <a:pt x="55006" y="1435"/>
                  </a:lnTo>
                  <a:lnTo>
                    <a:pt x="54539" y="1335"/>
                  </a:lnTo>
                  <a:lnTo>
                    <a:pt x="54039" y="1135"/>
                  </a:lnTo>
                  <a:lnTo>
                    <a:pt x="53572" y="1201"/>
                  </a:lnTo>
                  <a:lnTo>
                    <a:pt x="53072" y="1135"/>
                  </a:lnTo>
                  <a:lnTo>
                    <a:pt x="52571" y="1068"/>
                  </a:lnTo>
                  <a:lnTo>
                    <a:pt x="51971" y="1101"/>
                  </a:lnTo>
                  <a:lnTo>
                    <a:pt x="51437" y="1035"/>
                  </a:lnTo>
                  <a:lnTo>
                    <a:pt x="51004" y="801"/>
                  </a:lnTo>
                  <a:lnTo>
                    <a:pt x="50537" y="801"/>
                  </a:lnTo>
                  <a:lnTo>
                    <a:pt x="50103" y="734"/>
                  </a:lnTo>
                  <a:lnTo>
                    <a:pt x="49636" y="901"/>
                  </a:lnTo>
                  <a:lnTo>
                    <a:pt x="49202" y="1168"/>
                  </a:lnTo>
                  <a:lnTo>
                    <a:pt x="48735" y="1068"/>
                  </a:lnTo>
                  <a:lnTo>
                    <a:pt x="48302" y="1235"/>
                  </a:lnTo>
                  <a:lnTo>
                    <a:pt x="47768" y="1068"/>
                  </a:lnTo>
                  <a:lnTo>
                    <a:pt x="47268" y="1168"/>
                  </a:lnTo>
                  <a:lnTo>
                    <a:pt x="46901" y="1535"/>
                  </a:lnTo>
                  <a:lnTo>
                    <a:pt x="46400" y="1635"/>
                  </a:lnTo>
                  <a:lnTo>
                    <a:pt x="46000" y="1935"/>
                  </a:lnTo>
                  <a:lnTo>
                    <a:pt x="45500" y="1969"/>
                  </a:lnTo>
                  <a:lnTo>
                    <a:pt x="45133" y="2436"/>
                  </a:lnTo>
                  <a:lnTo>
                    <a:pt x="44632" y="2269"/>
                  </a:lnTo>
                  <a:lnTo>
                    <a:pt x="44165" y="2302"/>
                  </a:lnTo>
                  <a:lnTo>
                    <a:pt x="43698" y="2235"/>
                  </a:lnTo>
                  <a:lnTo>
                    <a:pt x="43231" y="2169"/>
                  </a:lnTo>
                  <a:lnTo>
                    <a:pt x="42764" y="2169"/>
                  </a:lnTo>
                  <a:lnTo>
                    <a:pt x="42264" y="2369"/>
                  </a:lnTo>
                  <a:lnTo>
                    <a:pt x="41730" y="2202"/>
                  </a:lnTo>
                  <a:lnTo>
                    <a:pt x="41230" y="2469"/>
                  </a:lnTo>
                  <a:lnTo>
                    <a:pt x="40730" y="2536"/>
                  </a:lnTo>
                  <a:lnTo>
                    <a:pt x="40229" y="2135"/>
                  </a:lnTo>
                  <a:lnTo>
                    <a:pt x="39729" y="2235"/>
                  </a:lnTo>
                  <a:lnTo>
                    <a:pt x="39228" y="2169"/>
                  </a:lnTo>
                  <a:lnTo>
                    <a:pt x="38695" y="2436"/>
                  </a:lnTo>
                  <a:lnTo>
                    <a:pt x="38194" y="2369"/>
                  </a:lnTo>
                  <a:lnTo>
                    <a:pt x="37694" y="2169"/>
                  </a:lnTo>
                  <a:lnTo>
                    <a:pt x="37194" y="2502"/>
                  </a:lnTo>
                  <a:lnTo>
                    <a:pt x="36693" y="2369"/>
                  </a:lnTo>
                  <a:lnTo>
                    <a:pt x="36160" y="2335"/>
                  </a:lnTo>
                  <a:lnTo>
                    <a:pt x="35659" y="2502"/>
                  </a:lnTo>
                  <a:lnTo>
                    <a:pt x="35159" y="2202"/>
                  </a:lnTo>
                  <a:lnTo>
                    <a:pt x="34625" y="2335"/>
                  </a:lnTo>
                  <a:lnTo>
                    <a:pt x="34125" y="2436"/>
                  </a:lnTo>
                  <a:lnTo>
                    <a:pt x="33591" y="2202"/>
                  </a:lnTo>
                  <a:lnTo>
                    <a:pt x="33091" y="2569"/>
                  </a:lnTo>
                  <a:lnTo>
                    <a:pt x="32590" y="2436"/>
                  </a:lnTo>
                  <a:lnTo>
                    <a:pt x="32057" y="2469"/>
                  </a:lnTo>
                  <a:lnTo>
                    <a:pt x="31556" y="2536"/>
                  </a:lnTo>
                  <a:lnTo>
                    <a:pt x="31056" y="2269"/>
                  </a:lnTo>
                  <a:lnTo>
                    <a:pt x="30522" y="2569"/>
                  </a:lnTo>
                  <a:lnTo>
                    <a:pt x="30022" y="2369"/>
                  </a:lnTo>
                  <a:lnTo>
                    <a:pt x="29522" y="2502"/>
                  </a:lnTo>
                  <a:lnTo>
                    <a:pt x="28988" y="2569"/>
                  </a:lnTo>
                  <a:lnTo>
                    <a:pt x="28487" y="2569"/>
                  </a:lnTo>
                  <a:lnTo>
                    <a:pt x="27987" y="2736"/>
                  </a:lnTo>
                  <a:lnTo>
                    <a:pt x="27487" y="2636"/>
                  </a:lnTo>
                  <a:lnTo>
                    <a:pt x="26986" y="2869"/>
                  </a:lnTo>
                  <a:lnTo>
                    <a:pt x="26453" y="2736"/>
                  </a:lnTo>
                  <a:lnTo>
                    <a:pt x="26019" y="3103"/>
                  </a:lnTo>
                  <a:lnTo>
                    <a:pt x="25452" y="3003"/>
                  </a:lnTo>
                  <a:lnTo>
                    <a:pt x="24952" y="3036"/>
                  </a:lnTo>
                  <a:lnTo>
                    <a:pt x="24418" y="3003"/>
                  </a:lnTo>
                  <a:lnTo>
                    <a:pt x="23984" y="3370"/>
                  </a:lnTo>
                  <a:lnTo>
                    <a:pt x="23417" y="3370"/>
                  </a:lnTo>
                  <a:lnTo>
                    <a:pt x="22850" y="3470"/>
                  </a:lnTo>
                  <a:lnTo>
                    <a:pt x="22350" y="3703"/>
                  </a:lnTo>
                  <a:lnTo>
                    <a:pt x="21849" y="3970"/>
                  </a:lnTo>
                  <a:lnTo>
                    <a:pt x="21349" y="3803"/>
                  </a:lnTo>
                  <a:lnTo>
                    <a:pt x="20882" y="4003"/>
                  </a:lnTo>
                  <a:lnTo>
                    <a:pt x="20415" y="3903"/>
                  </a:lnTo>
                  <a:lnTo>
                    <a:pt x="19948" y="3903"/>
                  </a:lnTo>
                  <a:lnTo>
                    <a:pt x="19414" y="3937"/>
                  </a:lnTo>
                  <a:lnTo>
                    <a:pt x="18914" y="3770"/>
                  </a:lnTo>
                  <a:lnTo>
                    <a:pt x="18414" y="3970"/>
                  </a:lnTo>
                  <a:lnTo>
                    <a:pt x="17913" y="3703"/>
                  </a:lnTo>
                  <a:lnTo>
                    <a:pt x="17413" y="3736"/>
                  </a:lnTo>
                  <a:lnTo>
                    <a:pt x="16879" y="3970"/>
                  </a:lnTo>
                  <a:lnTo>
                    <a:pt x="16412" y="3670"/>
                  </a:lnTo>
                  <a:lnTo>
                    <a:pt x="15878" y="3837"/>
                  </a:lnTo>
                  <a:lnTo>
                    <a:pt x="15411" y="3670"/>
                  </a:lnTo>
                  <a:lnTo>
                    <a:pt x="14878" y="3803"/>
                  </a:lnTo>
                  <a:lnTo>
                    <a:pt x="14411" y="3636"/>
                  </a:lnTo>
                  <a:lnTo>
                    <a:pt x="13910" y="3536"/>
                  </a:lnTo>
                  <a:lnTo>
                    <a:pt x="13510" y="3169"/>
                  </a:lnTo>
                  <a:lnTo>
                    <a:pt x="13010" y="3036"/>
                  </a:lnTo>
                  <a:lnTo>
                    <a:pt x="12476" y="3169"/>
                  </a:lnTo>
                  <a:lnTo>
                    <a:pt x="12009" y="2903"/>
                  </a:lnTo>
                  <a:lnTo>
                    <a:pt x="11475" y="2836"/>
                  </a:lnTo>
                  <a:lnTo>
                    <a:pt x="10908" y="3069"/>
                  </a:lnTo>
                  <a:lnTo>
                    <a:pt x="10441" y="2702"/>
                  </a:lnTo>
                  <a:lnTo>
                    <a:pt x="9941" y="2702"/>
                  </a:lnTo>
                  <a:lnTo>
                    <a:pt x="9374" y="2736"/>
                  </a:lnTo>
                  <a:lnTo>
                    <a:pt x="8840" y="2702"/>
                  </a:lnTo>
                  <a:lnTo>
                    <a:pt x="8273" y="2669"/>
                  </a:lnTo>
                  <a:lnTo>
                    <a:pt x="7773" y="2369"/>
                  </a:lnTo>
                  <a:lnTo>
                    <a:pt x="7239" y="2736"/>
                  </a:lnTo>
                  <a:lnTo>
                    <a:pt x="6739" y="2736"/>
                  </a:lnTo>
                  <a:lnTo>
                    <a:pt x="6205" y="2436"/>
                  </a:lnTo>
                  <a:lnTo>
                    <a:pt x="5738" y="2802"/>
                  </a:lnTo>
                  <a:lnTo>
                    <a:pt x="5137" y="2602"/>
                  </a:lnTo>
                  <a:lnTo>
                    <a:pt x="4804" y="3136"/>
                  </a:lnTo>
                  <a:lnTo>
                    <a:pt x="4270" y="3069"/>
                  </a:lnTo>
                  <a:lnTo>
                    <a:pt x="3870" y="3370"/>
                  </a:lnTo>
                  <a:lnTo>
                    <a:pt x="3403" y="3536"/>
                  </a:lnTo>
                  <a:lnTo>
                    <a:pt x="2936" y="3636"/>
                  </a:lnTo>
                  <a:lnTo>
                    <a:pt x="2469" y="3770"/>
                  </a:lnTo>
                  <a:lnTo>
                    <a:pt x="1935" y="3670"/>
                  </a:lnTo>
                  <a:lnTo>
                    <a:pt x="1535" y="4103"/>
                  </a:lnTo>
                  <a:lnTo>
                    <a:pt x="1001" y="3903"/>
                  </a:lnTo>
                  <a:lnTo>
                    <a:pt x="568" y="4137"/>
                  </a:lnTo>
                  <a:lnTo>
                    <a:pt x="67" y="4137"/>
                  </a:lnTo>
                  <a:lnTo>
                    <a:pt x="0" y="4170"/>
                  </a:lnTo>
                  <a:lnTo>
                    <a:pt x="0" y="4771"/>
                  </a:lnTo>
                  <a:lnTo>
                    <a:pt x="367" y="4537"/>
                  </a:lnTo>
                  <a:lnTo>
                    <a:pt x="868" y="4570"/>
                  </a:lnTo>
                  <a:lnTo>
                    <a:pt x="1301" y="4337"/>
                  </a:lnTo>
                  <a:lnTo>
                    <a:pt x="1835" y="4537"/>
                  </a:lnTo>
                  <a:lnTo>
                    <a:pt x="2235" y="4103"/>
                  </a:lnTo>
                  <a:lnTo>
                    <a:pt x="2769" y="4203"/>
                  </a:lnTo>
                  <a:lnTo>
                    <a:pt x="3236" y="4070"/>
                  </a:lnTo>
                  <a:lnTo>
                    <a:pt x="3736" y="4003"/>
                  </a:lnTo>
                  <a:lnTo>
                    <a:pt x="4170" y="3837"/>
                  </a:lnTo>
                  <a:lnTo>
                    <a:pt x="4604" y="3536"/>
                  </a:lnTo>
                  <a:lnTo>
                    <a:pt x="5137" y="3603"/>
                  </a:lnTo>
                  <a:lnTo>
                    <a:pt x="5471" y="3103"/>
                  </a:lnTo>
                  <a:lnTo>
                    <a:pt x="6071" y="3269"/>
                  </a:lnTo>
                  <a:lnTo>
                    <a:pt x="6538" y="2936"/>
                  </a:lnTo>
                  <a:lnTo>
                    <a:pt x="7072" y="3236"/>
                  </a:lnTo>
                  <a:lnTo>
                    <a:pt x="7573" y="3236"/>
                  </a:lnTo>
                  <a:lnTo>
                    <a:pt x="8106" y="2869"/>
                  </a:lnTo>
                  <a:lnTo>
                    <a:pt x="8607" y="3169"/>
                  </a:lnTo>
                  <a:lnTo>
                    <a:pt x="9174" y="3203"/>
                  </a:lnTo>
                  <a:lnTo>
                    <a:pt x="9707" y="3236"/>
                  </a:lnTo>
                  <a:lnTo>
                    <a:pt x="10241" y="3203"/>
                  </a:lnTo>
                  <a:lnTo>
                    <a:pt x="10775" y="3203"/>
                  </a:lnTo>
                  <a:lnTo>
                    <a:pt x="11242" y="3570"/>
                  </a:lnTo>
                  <a:lnTo>
                    <a:pt x="11809" y="3370"/>
                  </a:lnTo>
                  <a:lnTo>
                    <a:pt x="12309" y="3436"/>
                  </a:lnTo>
                  <a:lnTo>
                    <a:pt x="12810" y="3736"/>
                  </a:lnTo>
                  <a:lnTo>
                    <a:pt x="13343" y="3570"/>
                  </a:lnTo>
                  <a:lnTo>
                    <a:pt x="13810" y="3703"/>
                  </a:lnTo>
                  <a:lnTo>
                    <a:pt x="14244" y="4103"/>
                  </a:lnTo>
                  <a:lnTo>
                    <a:pt x="14711" y="4203"/>
                  </a:lnTo>
                  <a:lnTo>
                    <a:pt x="15211" y="4337"/>
                  </a:lnTo>
                  <a:lnTo>
                    <a:pt x="15712" y="4237"/>
                  </a:lnTo>
                  <a:lnTo>
                    <a:pt x="16212" y="4404"/>
                  </a:lnTo>
                  <a:lnTo>
                    <a:pt x="16712" y="4237"/>
                  </a:lnTo>
                  <a:lnTo>
                    <a:pt x="17213" y="4537"/>
                  </a:lnTo>
                  <a:lnTo>
                    <a:pt x="17713" y="4337"/>
                  </a:lnTo>
                  <a:lnTo>
                    <a:pt x="18247" y="4304"/>
                  </a:lnTo>
                  <a:lnTo>
                    <a:pt x="18714" y="4570"/>
                  </a:lnTo>
                  <a:lnTo>
                    <a:pt x="19248" y="4370"/>
                  </a:lnTo>
                  <a:lnTo>
                    <a:pt x="19748" y="4537"/>
                  </a:lnTo>
                  <a:lnTo>
                    <a:pt x="20248" y="4504"/>
                  </a:lnTo>
                  <a:lnTo>
                    <a:pt x="20715" y="4504"/>
                  </a:lnTo>
                  <a:lnTo>
                    <a:pt x="21182" y="4604"/>
                  </a:lnTo>
                  <a:lnTo>
                    <a:pt x="21683" y="4437"/>
                  </a:lnTo>
                  <a:lnTo>
                    <a:pt x="22150" y="4604"/>
                  </a:lnTo>
                  <a:lnTo>
                    <a:pt x="22650" y="4337"/>
                  </a:lnTo>
                  <a:lnTo>
                    <a:pt x="23184" y="4103"/>
                  </a:lnTo>
                  <a:lnTo>
                    <a:pt x="23717" y="4003"/>
                  </a:lnTo>
                  <a:lnTo>
                    <a:pt x="24284" y="4003"/>
                  </a:lnTo>
                  <a:lnTo>
                    <a:pt x="24751" y="3670"/>
                  </a:lnTo>
                  <a:lnTo>
                    <a:pt x="25285" y="3703"/>
                  </a:lnTo>
                  <a:lnTo>
                    <a:pt x="25786" y="3636"/>
                  </a:lnTo>
                  <a:lnTo>
                    <a:pt x="26319" y="3770"/>
                  </a:lnTo>
                  <a:lnTo>
                    <a:pt x="26786" y="3403"/>
                  </a:lnTo>
                  <a:lnTo>
                    <a:pt x="27320" y="3536"/>
                  </a:lnTo>
                  <a:lnTo>
                    <a:pt x="27787" y="3303"/>
                  </a:lnTo>
                  <a:lnTo>
                    <a:pt x="28321" y="3403"/>
                  </a:lnTo>
                  <a:lnTo>
                    <a:pt x="28821" y="3269"/>
                  </a:lnTo>
                  <a:lnTo>
                    <a:pt x="29321" y="3269"/>
                  </a:lnTo>
                  <a:lnTo>
                    <a:pt x="29822" y="3203"/>
                  </a:lnTo>
                  <a:lnTo>
                    <a:pt x="30355" y="3069"/>
                  </a:lnTo>
                  <a:lnTo>
                    <a:pt x="30856" y="3269"/>
                  </a:lnTo>
                  <a:lnTo>
                    <a:pt x="31356" y="2969"/>
                  </a:lnTo>
                  <a:lnTo>
                    <a:pt x="31890" y="3236"/>
                  </a:lnTo>
                  <a:lnTo>
                    <a:pt x="32390" y="3169"/>
                  </a:lnTo>
                  <a:lnTo>
                    <a:pt x="32924" y="3169"/>
                  </a:lnTo>
                  <a:lnTo>
                    <a:pt x="33424" y="3303"/>
                  </a:lnTo>
                  <a:lnTo>
                    <a:pt x="33925" y="2936"/>
                  </a:lnTo>
                  <a:lnTo>
                    <a:pt x="34458" y="3169"/>
                  </a:lnTo>
                  <a:lnTo>
                    <a:pt x="34959" y="3069"/>
                  </a:lnTo>
                  <a:lnTo>
                    <a:pt x="35459" y="2969"/>
                  </a:lnTo>
                  <a:lnTo>
                    <a:pt x="35993" y="3269"/>
                  </a:lnTo>
                  <a:lnTo>
                    <a:pt x="36493" y="3103"/>
                  </a:lnTo>
                  <a:lnTo>
                    <a:pt x="36994" y="3136"/>
                  </a:lnTo>
                  <a:lnTo>
                    <a:pt x="37527" y="3269"/>
                  </a:lnTo>
                  <a:lnTo>
                    <a:pt x="38028" y="2936"/>
                  </a:lnTo>
                  <a:lnTo>
                    <a:pt x="38528" y="3169"/>
                  </a:lnTo>
                  <a:lnTo>
                    <a:pt x="39028" y="3236"/>
                  </a:lnTo>
                  <a:lnTo>
                    <a:pt x="39562" y="2969"/>
                  </a:lnTo>
                  <a:lnTo>
                    <a:pt x="40062" y="3036"/>
                  </a:lnTo>
                  <a:lnTo>
                    <a:pt x="40563" y="2936"/>
                  </a:lnTo>
                  <a:lnTo>
                    <a:pt x="41063" y="3370"/>
                  </a:lnTo>
                  <a:lnTo>
                    <a:pt x="41563" y="3269"/>
                  </a:lnTo>
                  <a:lnTo>
                    <a:pt x="42064" y="3003"/>
                  </a:lnTo>
                  <a:lnTo>
                    <a:pt x="42564" y="3203"/>
                  </a:lnTo>
                  <a:lnTo>
                    <a:pt x="43065" y="2969"/>
                  </a:lnTo>
                  <a:lnTo>
                    <a:pt x="43565" y="2969"/>
                  </a:lnTo>
                  <a:lnTo>
                    <a:pt x="43999" y="3069"/>
                  </a:lnTo>
                  <a:lnTo>
                    <a:pt x="44466" y="3136"/>
                  </a:lnTo>
                  <a:lnTo>
                    <a:pt x="44933" y="3103"/>
                  </a:lnTo>
                  <a:lnTo>
                    <a:pt x="45433" y="3269"/>
                  </a:lnTo>
                  <a:lnTo>
                    <a:pt x="45833" y="2836"/>
                  </a:lnTo>
                  <a:lnTo>
                    <a:pt x="46334" y="2802"/>
                  </a:lnTo>
                  <a:lnTo>
                    <a:pt x="46734" y="2502"/>
                  </a:lnTo>
                  <a:lnTo>
                    <a:pt x="47234" y="2402"/>
                  </a:lnTo>
                  <a:lnTo>
                    <a:pt x="47601" y="2035"/>
                  </a:lnTo>
                  <a:lnTo>
                    <a:pt x="48101" y="1935"/>
                  </a:lnTo>
                  <a:lnTo>
                    <a:pt x="48635" y="2102"/>
                  </a:lnTo>
                  <a:lnTo>
                    <a:pt x="49069" y="1969"/>
                  </a:lnTo>
                  <a:lnTo>
                    <a:pt x="49536" y="2035"/>
                  </a:lnTo>
                  <a:lnTo>
                    <a:pt x="49969" y="1802"/>
                  </a:lnTo>
                  <a:lnTo>
                    <a:pt x="50436" y="1635"/>
                  </a:lnTo>
                  <a:lnTo>
                    <a:pt x="50870" y="1702"/>
                  </a:lnTo>
                  <a:lnTo>
                    <a:pt x="51337" y="1702"/>
                  </a:lnTo>
                  <a:lnTo>
                    <a:pt x="51771" y="1935"/>
                  </a:lnTo>
                  <a:lnTo>
                    <a:pt x="52304" y="2002"/>
                  </a:lnTo>
                  <a:lnTo>
                    <a:pt x="52905" y="1969"/>
                  </a:lnTo>
                  <a:lnTo>
                    <a:pt x="53405" y="2069"/>
                  </a:lnTo>
                  <a:lnTo>
                    <a:pt x="53872" y="2135"/>
                  </a:lnTo>
                  <a:lnTo>
                    <a:pt x="54373" y="2069"/>
                  </a:lnTo>
                  <a:lnTo>
                    <a:pt x="54840" y="2269"/>
                  </a:lnTo>
                  <a:lnTo>
                    <a:pt x="55340" y="2369"/>
                  </a:lnTo>
                  <a:lnTo>
                    <a:pt x="55840" y="2269"/>
                  </a:lnTo>
                  <a:lnTo>
                    <a:pt x="56307" y="2002"/>
                  </a:lnTo>
                  <a:lnTo>
                    <a:pt x="56808" y="2169"/>
                  </a:lnTo>
                  <a:lnTo>
                    <a:pt x="57308" y="2202"/>
                  </a:lnTo>
                  <a:lnTo>
                    <a:pt x="57708" y="1768"/>
                  </a:lnTo>
                  <a:lnTo>
                    <a:pt x="58242" y="1868"/>
                  </a:lnTo>
                  <a:lnTo>
                    <a:pt x="58676" y="1702"/>
                  </a:lnTo>
                  <a:lnTo>
                    <a:pt x="59176" y="1602"/>
                  </a:lnTo>
                  <a:lnTo>
                    <a:pt x="59676" y="1635"/>
                  </a:lnTo>
                  <a:lnTo>
                    <a:pt x="60110" y="1468"/>
                  </a:lnTo>
                  <a:lnTo>
                    <a:pt x="60644" y="1502"/>
                  </a:lnTo>
                  <a:lnTo>
                    <a:pt x="61044" y="1101"/>
                  </a:lnTo>
                  <a:lnTo>
                    <a:pt x="61544" y="1035"/>
                  </a:lnTo>
                  <a:lnTo>
                    <a:pt x="62078" y="1201"/>
                  </a:lnTo>
                  <a:lnTo>
                    <a:pt x="62578" y="1001"/>
                  </a:lnTo>
                  <a:lnTo>
                    <a:pt x="63079" y="1135"/>
                  </a:lnTo>
                  <a:lnTo>
                    <a:pt x="63579" y="1268"/>
                  </a:lnTo>
                  <a:lnTo>
                    <a:pt x="64146" y="1101"/>
                  </a:lnTo>
                  <a:lnTo>
                    <a:pt x="64613" y="1301"/>
                  </a:lnTo>
                  <a:lnTo>
                    <a:pt x="65180" y="1268"/>
                  </a:lnTo>
                  <a:lnTo>
                    <a:pt x="65681" y="1468"/>
                  </a:lnTo>
                  <a:lnTo>
                    <a:pt x="66148" y="1802"/>
                  </a:lnTo>
                  <a:lnTo>
                    <a:pt x="66748" y="1668"/>
                  </a:lnTo>
                  <a:lnTo>
                    <a:pt x="67215" y="1969"/>
                  </a:lnTo>
                  <a:lnTo>
                    <a:pt x="67816" y="1802"/>
                  </a:lnTo>
                  <a:lnTo>
                    <a:pt x="68216" y="2269"/>
                  </a:lnTo>
                  <a:lnTo>
                    <a:pt x="68783" y="2135"/>
                  </a:lnTo>
                  <a:lnTo>
                    <a:pt x="69283" y="2402"/>
                  </a:lnTo>
                  <a:lnTo>
                    <a:pt x="69784" y="2102"/>
                  </a:lnTo>
                  <a:lnTo>
                    <a:pt x="70284" y="2235"/>
                  </a:lnTo>
                  <a:lnTo>
                    <a:pt x="70784" y="2269"/>
                  </a:lnTo>
                  <a:lnTo>
                    <a:pt x="71251" y="2035"/>
                  </a:lnTo>
                  <a:lnTo>
                    <a:pt x="71718" y="1935"/>
                  </a:lnTo>
                  <a:lnTo>
                    <a:pt x="71718" y="934"/>
                  </a:lnTo>
                  <a:lnTo>
                    <a:pt x="71418" y="834"/>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0">
                <a:solidFill>
                  <a:schemeClr val="accent6">
                    <a:lumMod val="85000"/>
                  </a:schemeClr>
                </a:solidFill>
                <a:latin typeface="Montserrat ExtraBold" panose="00000900000000000000" pitchFamily="2" charset="0"/>
              </a:endParaRPr>
            </a:p>
          </p:txBody>
        </p:sp>
      </p:grpSp>
      <p:sp>
        <p:nvSpPr>
          <p:cNvPr id="19" name="Google Shape;856;p32">
            <a:extLst>
              <a:ext uri="{FF2B5EF4-FFF2-40B4-BE49-F238E27FC236}">
                <a16:creationId xmlns:a16="http://schemas.microsoft.com/office/drawing/2014/main" id="{9406088C-DFE2-A9BF-28E0-BD5D7B7A69DE}"/>
              </a:ext>
            </a:extLst>
          </p:cNvPr>
          <p:cNvSpPr txBox="1">
            <a:spLocks/>
          </p:cNvSpPr>
          <p:nvPr/>
        </p:nvSpPr>
        <p:spPr>
          <a:xfrm>
            <a:off x="652366" y="917798"/>
            <a:ext cx="783900" cy="5046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 sz="3400" i="1" dirty="0">
                <a:solidFill>
                  <a:schemeClr val="bg1"/>
                </a:solidFill>
                <a:latin typeface="Montserrat ExtraBold" panose="00000900000000000000" pitchFamily="2" charset="0"/>
              </a:rPr>
              <a:t>03</a:t>
            </a:r>
          </a:p>
        </p:txBody>
      </p:sp>
      <p:sp>
        <p:nvSpPr>
          <p:cNvPr id="33" name="Google Shape;858;p32">
            <a:extLst>
              <a:ext uri="{FF2B5EF4-FFF2-40B4-BE49-F238E27FC236}">
                <a16:creationId xmlns:a16="http://schemas.microsoft.com/office/drawing/2014/main" id="{E3287419-92EA-8B0D-DFCF-6D537F69BEB8}"/>
              </a:ext>
            </a:extLst>
          </p:cNvPr>
          <p:cNvSpPr txBox="1">
            <a:spLocks/>
          </p:cNvSpPr>
          <p:nvPr/>
        </p:nvSpPr>
        <p:spPr>
          <a:xfrm>
            <a:off x="1623740" y="694007"/>
            <a:ext cx="2481005" cy="7509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2000" i="1" dirty="0">
                <a:solidFill>
                  <a:schemeClr val="accent6"/>
                </a:solidFill>
                <a:latin typeface="Montserrat ExtraBold" panose="00000900000000000000" pitchFamily="2" charset="0"/>
              </a:rPr>
              <a:t>Give some hints in healthy food system</a:t>
            </a:r>
          </a:p>
        </p:txBody>
      </p:sp>
      <p:grpSp>
        <p:nvGrpSpPr>
          <p:cNvPr id="34" name="Google Shape;2101;p53">
            <a:extLst>
              <a:ext uri="{FF2B5EF4-FFF2-40B4-BE49-F238E27FC236}">
                <a16:creationId xmlns:a16="http://schemas.microsoft.com/office/drawing/2014/main" id="{4F4AD7BC-C247-AA5B-5DA6-EA19451CDC9C}"/>
              </a:ext>
            </a:extLst>
          </p:cNvPr>
          <p:cNvGrpSpPr/>
          <p:nvPr/>
        </p:nvGrpSpPr>
        <p:grpSpPr>
          <a:xfrm>
            <a:off x="941115" y="293177"/>
            <a:ext cx="206400" cy="459700"/>
            <a:chOff x="5496513" y="3219750"/>
            <a:chExt cx="206400" cy="459700"/>
          </a:xfrm>
        </p:grpSpPr>
        <p:sp>
          <p:nvSpPr>
            <p:cNvPr id="35" name="Google Shape;2102;p53">
              <a:extLst>
                <a:ext uri="{FF2B5EF4-FFF2-40B4-BE49-F238E27FC236}">
                  <a16:creationId xmlns:a16="http://schemas.microsoft.com/office/drawing/2014/main" id="{8B9EB26E-4673-A5CD-B97A-B0592FACABA4}"/>
                </a:ext>
              </a:extLst>
            </p:cNvPr>
            <p:cNvSpPr/>
            <p:nvPr/>
          </p:nvSpPr>
          <p:spPr>
            <a:xfrm>
              <a:off x="5496513" y="3410175"/>
              <a:ext cx="206400" cy="44825"/>
            </a:xfrm>
            <a:custGeom>
              <a:avLst/>
              <a:gdLst/>
              <a:ahLst/>
              <a:cxnLst/>
              <a:rect l="l" t="t" r="r" b="b"/>
              <a:pathLst>
                <a:path w="8256" h="1793" extrusionOk="0">
                  <a:moveTo>
                    <a:pt x="1" y="0"/>
                  </a:moveTo>
                  <a:lnTo>
                    <a:pt x="1" y="1793"/>
                  </a:lnTo>
                  <a:lnTo>
                    <a:pt x="8255" y="1793"/>
                  </a:lnTo>
                  <a:lnTo>
                    <a:pt x="8255" y="707"/>
                  </a:lnTo>
                  <a:cubicBezTo>
                    <a:pt x="6239" y="673"/>
                    <a:pt x="5136" y="517"/>
                    <a:pt x="4050" y="345"/>
                  </a:cubicBezTo>
                  <a:cubicBezTo>
                    <a:pt x="2965" y="173"/>
                    <a:pt x="1931" y="18"/>
                    <a:pt x="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 name="Google Shape;2103;p53">
              <a:extLst>
                <a:ext uri="{FF2B5EF4-FFF2-40B4-BE49-F238E27FC236}">
                  <a16:creationId xmlns:a16="http://schemas.microsoft.com/office/drawing/2014/main" id="{E6EBE82A-5052-DD8B-7118-E221789DA885}"/>
                </a:ext>
              </a:extLst>
            </p:cNvPr>
            <p:cNvSpPr/>
            <p:nvPr/>
          </p:nvSpPr>
          <p:spPr>
            <a:xfrm>
              <a:off x="5496513" y="3481700"/>
              <a:ext cx="206400" cy="117200"/>
            </a:xfrm>
            <a:custGeom>
              <a:avLst/>
              <a:gdLst/>
              <a:ahLst/>
              <a:cxnLst/>
              <a:rect l="l" t="t" r="r" b="b"/>
              <a:pathLst>
                <a:path w="8256" h="4688" extrusionOk="0">
                  <a:moveTo>
                    <a:pt x="1" y="0"/>
                  </a:moveTo>
                  <a:lnTo>
                    <a:pt x="1" y="4687"/>
                  </a:lnTo>
                  <a:lnTo>
                    <a:pt x="8255" y="4687"/>
                  </a:lnTo>
                  <a:lnTo>
                    <a:pt x="825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 name="Google Shape;2104;p53">
              <a:extLst>
                <a:ext uri="{FF2B5EF4-FFF2-40B4-BE49-F238E27FC236}">
                  <a16:creationId xmlns:a16="http://schemas.microsoft.com/office/drawing/2014/main" id="{D4DB5877-5F51-EF3D-B1DA-A92C2FC74F39}"/>
                </a:ext>
              </a:extLst>
            </p:cNvPr>
            <p:cNvSpPr/>
            <p:nvPr/>
          </p:nvSpPr>
          <p:spPr>
            <a:xfrm>
              <a:off x="5496963" y="3273600"/>
              <a:ext cx="205950" cy="127550"/>
            </a:xfrm>
            <a:custGeom>
              <a:avLst/>
              <a:gdLst/>
              <a:ahLst/>
              <a:cxnLst/>
              <a:rect l="l" t="t" r="r" b="b"/>
              <a:pathLst>
                <a:path w="8238" h="5102" extrusionOk="0">
                  <a:moveTo>
                    <a:pt x="2137" y="1"/>
                  </a:moveTo>
                  <a:lnTo>
                    <a:pt x="2137" y="552"/>
                  </a:lnTo>
                  <a:cubicBezTo>
                    <a:pt x="2137" y="931"/>
                    <a:pt x="1947" y="1293"/>
                    <a:pt x="1637" y="1517"/>
                  </a:cubicBezTo>
                  <a:cubicBezTo>
                    <a:pt x="724" y="2207"/>
                    <a:pt x="138" y="3258"/>
                    <a:pt x="0" y="4378"/>
                  </a:cubicBezTo>
                  <a:cubicBezTo>
                    <a:pt x="2016" y="4412"/>
                    <a:pt x="3119" y="4585"/>
                    <a:pt x="4188" y="4740"/>
                  </a:cubicBezTo>
                  <a:cubicBezTo>
                    <a:pt x="5273" y="4912"/>
                    <a:pt x="6307" y="5067"/>
                    <a:pt x="8237" y="5102"/>
                  </a:cubicBezTo>
                  <a:lnTo>
                    <a:pt x="8237" y="4843"/>
                  </a:lnTo>
                  <a:cubicBezTo>
                    <a:pt x="8237" y="3533"/>
                    <a:pt x="7617" y="2310"/>
                    <a:pt x="6583" y="1517"/>
                  </a:cubicBezTo>
                  <a:cubicBezTo>
                    <a:pt x="6273" y="1293"/>
                    <a:pt x="6083" y="931"/>
                    <a:pt x="6083" y="552"/>
                  </a:cubicBezTo>
                  <a:lnTo>
                    <a:pt x="608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 name="Google Shape;2105;p53">
              <a:extLst>
                <a:ext uri="{FF2B5EF4-FFF2-40B4-BE49-F238E27FC236}">
                  <a16:creationId xmlns:a16="http://schemas.microsoft.com/office/drawing/2014/main" id="{B88CC0BF-8818-8A71-FBC5-F620B021B83A}"/>
                </a:ext>
              </a:extLst>
            </p:cNvPr>
            <p:cNvSpPr/>
            <p:nvPr/>
          </p:nvSpPr>
          <p:spPr>
            <a:xfrm>
              <a:off x="5496513" y="3625575"/>
              <a:ext cx="206400" cy="53875"/>
            </a:xfrm>
            <a:custGeom>
              <a:avLst/>
              <a:gdLst/>
              <a:ahLst/>
              <a:cxnLst/>
              <a:rect l="l" t="t" r="r" b="b"/>
              <a:pathLst>
                <a:path w="8256" h="2155" extrusionOk="0">
                  <a:moveTo>
                    <a:pt x="1" y="1"/>
                  </a:moveTo>
                  <a:lnTo>
                    <a:pt x="1" y="2155"/>
                  </a:lnTo>
                  <a:lnTo>
                    <a:pt x="8255" y="2155"/>
                  </a:lnTo>
                  <a:lnTo>
                    <a:pt x="825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 name="Google Shape;2106;p53">
              <a:extLst>
                <a:ext uri="{FF2B5EF4-FFF2-40B4-BE49-F238E27FC236}">
                  <a16:creationId xmlns:a16="http://schemas.microsoft.com/office/drawing/2014/main" id="{112570EC-437F-AE33-A7CF-37DE3D4E702D}"/>
                </a:ext>
              </a:extLst>
            </p:cNvPr>
            <p:cNvSpPr/>
            <p:nvPr/>
          </p:nvSpPr>
          <p:spPr>
            <a:xfrm>
              <a:off x="5550363" y="3219750"/>
              <a:ext cx="98700" cy="27175"/>
            </a:xfrm>
            <a:custGeom>
              <a:avLst/>
              <a:gdLst/>
              <a:ahLst/>
              <a:cxnLst/>
              <a:rect l="l" t="t" r="r" b="b"/>
              <a:pathLst>
                <a:path w="3948" h="1087" extrusionOk="0">
                  <a:moveTo>
                    <a:pt x="1" y="1"/>
                  </a:moveTo>
                  <a:lnTo>
                    <a:pt x="1" y="1086"/>
                  </a:lnTo>
                  <a:lnTo>
                    <a:pt x="3947" y="1086"/>
                  </a:lnTo>
                  <a:lnTo>
                    <a:pt x="394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40" name="TextBox 39">
            <a:extLst>
              <a:ext uri="{FF2B5EF4-FFF2-40B4-BE49-F238E27FC236}">
                <a16:creationId xmlns:a16="http://schemas.microsoft.com/office/drawing/2014/main" id="{897AD3FB-00A7-30D7-2D27-4541E6EDC4A2}"/>
              </a:ext>
            </a:extLst>
          </p:cNvPr>
          <p:cNvSpPr txBox="1"/>
          <p:nvPr/>
        </p:nvSpPr>
        <p:spPr>
          <a:xfrm>
            <a:off x="420914" y="2024743"/>
            <a:ext cx="4622800" cy="2246769"/>
          </a:xfrm>
          <a:prstGeom prst="rect">
            <a:avLst/>
          </a:prstGeom>
          <a:noFill/>
        </p:spPr>
        <p:txBody>
          <a:bodyPr wrap="square" rtlCol="0">
            <a:spAutoFit/>
          </a:bodyPr>
          <a:lstStyle/>
          <a:p>
            <a:r>
              <a:rPr lang="en-GB" sz="2000" i="1" dirty="0">
                <a:solidFill>
                  <a:schemeClr val="accent6"/>
                </a:solidFill>
                <a:latin typeface="Montserrat ExtraBold" panose="00000900000000000000" pitchFamily="2" charset="0"/>
              </a:rPr>
              <a:t>Our website provides nutrition plans tailored to build a healthy body, with options for both high and low </a:t>
            </a:r>
            <a:r>
              <a:rPr lang="en-US" sz="2000" i="1" dirty="0">
                <a:solidFill>
                  <a:schemeClr val="accent6"/>
                </a:solidFill>
                <a:latin typeface="Montserrat ExtraBold" panose="00000900000000000000" pitchFamily="2" charset="0"/>
              </a:rPr>
              <a:t>MBI</a:t>
            </a:r>
            <a:r>
              <a:rPr lang="en-GB" sz="2000" i="1" dirty="0">
                <a:solidFill>
                  <a:schemeClr val="accent6"/>
                </a:solidFill>
                <a:latin typeface="Montserrat ExtraBold" panose="00000900000000000000" pitchFamily="2" charset="0"/>
              </a:rPr>
              <a:t> needs. </a:t>
            </a:r>
            <a:endParaRPr lang="ar-EG" sz="2000" i="1" dirty="0">
              <a:solidFill>
                <a:schemeClr val="accent6"/>
              </a:solidFill>
              <a:latin typeface="Montserrat ExtraBold" panose="00000900000000000000" pitchFamily="2" charset="0"/>
            </a:endParaRPr>
          </a:p>
          <a:p>
            <a:endParaRPr lang="en-GB" sz="2000" i="1" dirty="0">
              <a:solidFill>
                <a:schemeClr val="accent6"/>
              </a:solidFill>
              <a:latin typeface="Montserrat ExtraBold" panose="00000900000000000000" pitchFamily="2" charset="0"/>
            </a:endParaRPr>
          </a:p>
          <a:p>
            <a:r>
              <a:rPr lang="en-GB" sz="2000" i="1" dirty="0">
                <a:solidFill>
                  <a:schemeClr val="accent6"/>
                </a:solidFill>
                <a:latin typeface="Montserrat ExtraBold" panose="00000900000000000000" pitchFamily="2" charset="0"/>
              </a:rPr>
              <a:t>Achieve your fitness goals with our expert meal plans.</a:t>
            </a:r>
            <a:endParaRPr lang="en-US" sz="2000" i="1" dirty="0">
              <a:solidFill>
                <a:schemeClr val="accent6"/>
              </a:solidFill>
              <a:latin typeface="Montserrat ExtraBold" panose="00000900000000000000" pitchFamily="2" charset="0"/>
            </a:endParaRPr>
          </a:p>
        </p:txBody>
      </p:sp>
      <p:pic>
        <p:nvPicPr>
          <p:cNvPr id="2052" name="Picture 4" descr="Fueling Fitness: 10 Essential Foods for Your Gym Diet - PUNE.NEWS">
            <a:extLst>
              <a:ext uri="{FF2B5EF4-FFF2-40B4-BE49-F238E27FC236}">
                <a16:creationId xmlns:a16="http://schemas.microsoft.com/office/drawing/2014/main" id="{4DE030D7-AA25-9584-64DB-549154C024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8781" y="1502331"/>
            <a:ext cx="3809771" cy="2436389"/>
          </a:xfrm>
          <a:prstGeom prst="rect">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753754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F3CBFD4-6B40-1883-2241-177AFFCCB380}"/>
              </a:ext>
            </a:extLst>
          </p:cNvPr>
          <p:cNvSpPr txBox="1"/>
          <p:nvPr/>
        </p:nvSpPr>
        <p:spPr>
          <a:xfrm>
            <a:off x="7595911" y="4459202"/>
            <a:ext cx="1566760" cy="307777"/>
          </a:xfrm>
          <a:prstGeom prst="rect">
            <a:avLst/>
          </a:prstGeom>
          <a:noFill/>
        </p:spPr>
        <p:txBody>
          <a:bodyPr wrap="square" rtlCol="0">
            <a:spAutoFit/>
          </a:bodyPr>
          <a:lstStyle/>
          <a:p>
            <a:pPr algn="ctr"/>
            <a:r>
              <a:rPr lang="en-US" i="1" dirty="0">
                <a:latin typeface="Montserrat ExtraBold" panose="00000900000000000000" pitchFamily="2" charset="0"/>
              </a:rPr>
              <a:t>REMONTADA</a:t>
            </a:r>
          </a:p>
        </p:txBody>
      </p:sp>
      <p:grpSp>
        <p:nvGrpSpPr>
          <p:cNvPr id="5" name="Google Shape;849;p32">
            <a:extLst>
              <a:ext uri="{FF2B5EF4-FFF2-40B4-BE49-F238E27FC236}">
                <a16:creationId xmlns:a16="http://schemas.microsoft.com/office/drawing/2014/main" id="{2523F562-578B-9038-47C3-00CF644AA64E}"/>
              </a:ext>
            </a:extLst>
          </p:cNvPr>
          <p:cNvGrpSpPr/>
          <p:nvPr/>
        </p:nvGrpSpPr>
        <p:grpSpPr>
          <a:xfrm>
            <a:off x="217847" y="711940"/>
            <a:ext cx="984333" cy="750875"/>
            <a:chOff x="6268229" y="1126723"/>
            <a:chExt cx="2821246" cy="1847625"/>
          </a:xfrm>
        </p:grpSpPr>
        <p:sp>
          <p:nvSpPr>
            <p:cNvPr id="6" name="Google Shape;850;p32">
              <a:extLst>
                <a:ext uri="{FF2B5EF4-FFF2-40B4-BE49-F238E27FC236}">
                  <a16:creationId xmlns:a16="http://schemas.microsoft.com/office/drawing/2014/main" id="{9FB1F0EE-743A-3927-57EA-77769D9B6A6F}"/>
                </a:ext>
              </a:extLst>
            </p:cNvPr>
            <p:cNvSpPr/>
            <p:nvPr/>
          </p:nvSpPr>
          <p:spPr>
            <a:xfrm>
              <a:off x="6268229" y="1126723"/>
              <a:ext cx="2821246" cy="1847604"/>
            </a:xfrm>
            <a:custGeom>
              <a:avLst/>
              <a:gdLst/>
              <a:ahLst/>
              <a:cxnLst/>
              <a:rect l="l" t="t" r="r" b="b"/>
              <a:pathLst>
                <a:path w="71719" h="46968" extrusionOk="0">
                  <a:moveTo>
                    <a:pt x="634" y="46634"/>
                  </a:moveTo>
                  <a:lnTo>
                    <a:pt x="1168" y="46834"/>
                  </a:lnTo>
                  <a:lnTo>
                    <a:pt x="1635" y="46734"/>
                  </a:lnTo>
                  <a:lnTo>
                    <a:pt x="2102" y="46434"/>
                  </a:lnTo>
                  <a:lnTo>
                    <a:pt x="2569" y="46434"/>
                  </a:lnTo>
                  <a:lnTo>
                    <a:pt x="3103" y="46400"/>
                  </a:lnTo>
                  <a:lnTo>
                    <a:pt x="3670" y="46534"/>
                  </a:lnTo>
                  <a:lnTo>
                    <a:pt x="4170" y="46400"/>
                  </a:lnTo>
                  <a:lnTo>
                    <a:pt x="4704" y="46334"/>
                  </a:lnTo>
                  <a:lnTo>
                    <a:pt x="5238" y="46234"/>
                  </a:lnTo>
                  <a:lnTo>
                    <a:pt x="5771" y="46367"/>
                  </a:lnTo>
                  <a:lnTo>
                    <a:pt x="6272" y="46367"/>
                  </a:lnTo>
                  <a:lnTo>
                    <a:pt x="6805" y="46500"/>
                  </a:lnTo>
                  <a:lnTo>
                    <a:pt x="7306" y="46467"/>
                  </a:lnTo>
                  <a:lnTo>
                    <a:pt x="7773" y="46234"/>
                  </a:lnTo>
                  <a:lnTo>
                    <a:pt x="8273" y="46434"/>
                  </a:lnTo>
                  <a:lnTo>
                    <a:pt x="8773" y="46434"/>
                  </a:lnTo>
                  <a:lnTo>
                    <a:pt x="9240" y="46200"/>
                  </a:lnTo>
                  <a:lnTo>
                    <a:pt x="9741" y="46434"/>
                  </a:lnTo>
                  <a:lnTo>
                    <a:pt x="10241" y="46400"/>
                  </a:lnTo>
                  <a:lnTo>
                    <a:pt x="10675" y="46100"/>
                  </a:lnTo>
                  <a:lnTo>
                    <a:pt x="11175" y="46134"/>
                  </a:lnTo>
                  <a:lnTo>
                    <a:pt x="11642" y="45900"/>
                  </a:lnTo>
                  <a:lnTo>
                    <a:pt x="12142" y="45967"/>
                  </a:lnTo>
                  <a:lnTo>
                    <a:pt x="12609" y="45867"/>
                  </a:lnTo>
                  <a:lnTo>
                    <a:pt x="13110" y="46033"/>
                  </a:lnTo>
                  <a:lnTo>
                    <a:pt x="13610" y="45933"/>
                  </a:lnTo>
                  <a:lnTo>
                    <a:pt x="14111" y="46000"/>
                  </a:lnTo>
                  <a:lnTo>
                    <a:pt x="14578" y="45833"/>
                  </a:lnTo>
                  <a:lnTo>
                    <a:pt x="15078" y="45900"/>
                  </a:lnTo>
                  <a:lnTo>
                    <a:pt x="15578" y="45933"/>
                  </a:lnTo>
                  <a:lnTo>
                    <a:pt x="16045" y="45867"/>
                  </a:lnTo>
                  <a:lnTo>
                    <a:pt x="16512" y="45566"/>
                  </a:lnTo>
                  <a:lnTo>
                    <a:pt x="17013" y="45633"/>
                  </a:lnTo>
                  <a:lnTo>
                    <a:pt x="17480" y="45700"/>
                  </a:lnTo>
                  <a:lnTo>
                    <a:pt x="17980" y="45633"/>
                  </a:lnTo>
                  <a:lnTo>
                    <a:pt x="18447" y="45433"/>
                  </a:lnTo>
                  <a:lnTo>
                    <a:pt x="18914" y="45600"/>
                  </a:lnTo>
                  <a:lnTo>
                    <a:pt x="19448" y="45400"/>
                  </a:lnTo>
                  <a:lnTo>
                    <a:pt x="19881" y="45633"/>
                  </a:lnTo>
                  <a:lnTo>
                    <a:pt x="20382" y="45833"/>
                  </a:lnTo>
                  <a:lnTo>
                    <a:pt x="20849" y="45900"/>
                  </a:lnTo>
                  <a:lnTo>
                    <a:pt x="21382" y="45733"/>
                  </a:lnTo>
                  <a:lnTo>
                    <a:pt x="21849" y="46000"/>
                  </a:lnTo>
                  <a:lnTo>
                    <a:pt x="22316" y="46167"/>
                  </a:lnTo>
                  <a:lnTo>
                    <a:pt x="22817" y="46167"/>
                  </a:lnTo>
                  <a:lnTo>
                    <a:pt x="23284" y="46434"/>
                  </a:lnTo>
                  <a:lnTo>
                    <a:pt x="23684" y="46567"/>
                  </a:lnTo>
                  <a:lnTo>
                    <a:pt x="24118" y="46367"/>
                  </a:lnTo>
                  <a:lnTo>
                    <a:pt x="24551" y="46667"/>
                  </a:lnTo>
                  <a:lnTo>
                    <a:pt x="25018" y="46634"/>
                  </a:lnTo>
                  <a:lnTo>
                    <a:pt x="25452" y="46267"/>
                  </a:lnTo>
                  <a:lnTo>
                    <a:pt x="25952" y="46500"/>
                  </a:lnTo>
                  <a:lnTo>
                    <a:pt x="26453" y="46601"/>
                  </a:lnTo>
                  <a:lnTo>
                    <a:pt x="26920" y="46500"/>
                  </a:lnTo>
                  <a:lnTo>
                    <a:pt x="27353" y="46167"/>
                  </a:lnTo>
                  <a:lnTo>
                    <a:pt x="27887" y="46467"/>
                  </a:lnTo>
                  <a:lnTo>
                    <a:pt x="28387" y="46334"/>
                  </a:lnTo>
                  <a:lnTo>
                    <a:pt x="28888" y="46334"/>
                  </a:lnTo>
                  <a:lnTo>
                    <a:pt x="29355" y="46134"/>
                  </a:lnTo>
                  <a:lnTo>
                    <a:pt x="29855" y="46000"/>
                  </a:lnTo>
                  <a:lnTo>
                    <a:pt x="30322" y="46000"/>
                  </a:lnTo>
                  <a:lnTo>
                    <a:pt x="30856" y="46100"/>
                  </a:lnTo>
                  <a:lnTo>
                    <a:pt x="31323" y="45967"/>
                  </a:lnTo>
                  <a:lnTo>
                    <a:pt x="31823" y="45967"/>
                  </a:lnTo>
                  <a:lnTo>
                    <a:pt x="32324" y="46000"/>
                  </a:lnTo>
                  <a:lnTo>
                    <a:pt x="32824" y="46067"/>
                  </a:lnTo>
                  <a:lnTo>
                    <a:pt x="33324" y="46000"/>
                  </a:lnTo>
                  <a:lnTo>
                    <a:pt x="33791" y="45833"/>
                  </a:lnTo>
                  <a:lnTo>
                    <a:pt x="34292" y="45767"/>
                  </a:lnTo>
                  <a:lnTo>
                    <a:pt x="34792" y="45867"/>
                  </a:lnTo>
                  <a:lnTo>
                    <a:pt x="35292" y="45733"/>
                  </a:lnTo>
                  <a:lnTo>
                    <a:pt x="35793" y="45600"/>
                  </a:lnTo>
                  <a:lnTo>
                    <a:pt x="36260" y="45500"/>
                  </a:lnTo>
                  <a:lnTo>
                    <a:pt x="36760" y="45633"/>
                  </a:lnTo>
                  <a:lnTo>
                    <a:pt x="37227" y="45500"/>
                  </a:lnTo>
                  <a:lnTo>
                    <a:pt x="37727" y="45533"/>
                  </a:lnTo>
                  <a:lnTo>
                    <a:pt x="38194" y="45266"/>
                  </a:lnTo>
                  <a:lnTo>
                    <a:pt x="38661" y="45266"/>
                  </a:lnTo>
                  <a:lnTo>
                    <a:pt x="39162" y="45400"/>
                  </a:lnTo>
                  <a:lnTo>
                    <a:pt x="39662" y="45700"/>
                  </a:lnTo>
                  <a:lnTo>
                    <a:pt x="40196" y="45500"/>
                  </a:lnTo>
                  <a:lnTo>
                    <a:pt x="40730" y="45700"/>
                  </a:lnTo>
                  <a:lnTo>
                    <a:pt x="41230" y="45633"/>
                  </a:lnTo>
                  <a:lnTo>
                    <a:pt x="41764" y="45667"/>
                  </a:lnTo>
                  <a:lnTo>
                    <a:pt x="42297" y="45633"/>
                  </a:lnTo>
                  <a:lnTo>
                    <a:pt x="42798" y="45767"/>
                  </a:lnTo>
                  <a:lnTo>
                    <a:pt x="43265" y="45633"/>
                  </a:lnTo>
                  <a:lnTo>
                    <a:pt x="43732" y="45366"/>
                  </a:lnTo>
                  <a:lnTo>
                    <a:pt x="44232" y="45366"/>
                  </a:lnTo>
                  <a:lnTo>
                    <a:pt x="44732" y="45466"/>
                  </a:lnTo>
                  <a:lnTo>
                    <a:pt x="45199" y="45166"/>
                  </a:lnTo>
                  <a:lnTo>
                    <a:pt x="45733" y="45366"/>
                  </a:lnTo>
                  <a:lnTo>
                    <a:pt x="46300" y="45200"/>
                  </a:lnTo>
                  <a:lnTo>
                    <a:pt x="46734" y="45667"/>
                  </a:lnTo>
                  <a:lnTo>
                    <a:pt x="47301" y="45433"/>
                  </a:lnTo>
                  <a:lnTo>
                    <a:pt x="47801" y="45700"/>
                  </a:lnTo>
                  <a:lnTo>
                    <a:pt x="48368" y="45566"/>
                  </a:lnTo>
                  <a:lnTo>
                    <a:pt x="48869" y="45833"/>
                  </a:lnTo>
                  <a:lnTo>
                    <a:pt x="49402" y="46000"/>
                  </a:lnTo>
                  <a:lnTo>
                    <a:pt x="49969" y="45933"/>
                  </a:lnTo>
                  <a:lnTo>
                    <a:pt x="50436" y="46100"/>
                  </a:lnTo>
                  <a:lnTo>
                    <a:pt x="50970" y="45900"/>
                  </a:lnTo>
                  <a:lnTo>
                    <a:pt x="51471" y="46000"/>
                  </a:lnTo>
                  <a:lnTo>
                    <a:pt x="52004" y="46100"/>
                  </a:lnTo>
                  <a:lnTo>
                    <a:pt x="52471" y="45900"/>
                  </a:lnTo>
                  <a:lnTo>
                    <a:pt x="53038" y="46000"/>
                  </a:lnTo>
                  <a:lnTo>
                    <a:pt x="53539" y="45900"/>
                  </a:lnTo>
                  <a:lnTo>
                    <a:pt x="53906" y="45466"/>
                  </a:lnTo>
                  <a:lnTo>
                    <a:pt x="54439" y="45500"/>
                  </a:lnTo>
                  <a:lnTo>
                    <a:pt x="54873" y="45300"/>
                  </a:lnTo>
                  <a:lnTo>
                    <a:pt x="55373" y="45300"/>
                  </a:lnTo>
                  <a:lnTo>
                    <a:pt x="55840" y="45166"/>
                  </a:lnTo>
                  <a:lnTo>
                    <a:pt x="56274" y="44966"/>
                  </a:lnTo>
                  <a:lnTo>
                    <a:pt x="56808" y="45033"/>
                  </a:lnTo>
                  <a:lnTo>
                    <a:pt x="57208" y="44566"/>
                  </a:lnTo>
                  <a:lnTo>
                    <a:pt x="57708" y="44599"/>
                  </a:lnTo>
                  <a:lnTo>
                    <a:pt x="58209" y="44733"/>
                  </a:lnTo>
                  <a:lnTo>
                    <a:pt x="58642" y="44432"/>
                  </a:lnTo>
                  <a:lnTo>
                    <a:pt x="59143" y="44266"/>
                  </a:lnTo>
                  <a:lnTo>
                    <a:pt x="59643" y="44366"/>
                  </a:lnTo>
                  <a:lnTo>
                    <a:pt x="60143" y="44532"/>
                  </a:lnTo>
                  <a:lnTo>
                    <a:pt x="60610" y="44432"/>
                  </a:lnTo>
                  <a:lnTo>
                    <a:pt x="61077" y="44466"/>
                  </a:lnTo>
                  <a:lnTo>
                    <a:pt x="61611" y="44532"/>
                  </a:lnTo>
                  <a:lnTo>
                    <a:pt x="62178" y="44432"/>
                  </a:lnTo>
                  <a:lnTo>
                    <a:pt x="62745" y="44499"/>
                  </a:lnTo>
                  <a:lnTo>
                    <a:pt x="63179" y="44699"/>
                  </a:lnTo>
                  <a:lnTo>
                    <a:pt x="63646" y="44666"/>
                  </a:lnTo>
                  <a:lnTo>
                    <a:pt x="64080" y="44699"/>
                  </a:lnTo>
                  <a:lnTo>
                    <a:pt x="64547" y="44499"/>
                  </a:lnTo>
                  <a:lnTo>
                    <a:pt x="64980" y="44232"/>
                  </a:lnTo>
                  <a:lnTo>
                    <a:pt x="65447" y="44299"/>
                  </a:lnTo>
                  <a:lnTo>
                    <a:pt x="65847" y="44132"/>
                  </a:lnTo>
                  <a:lnTo>
                    <a:pt x="66381" y="44232"/>
                  </a:lnTo>
                  <a:lnTo>
                    <a:pt x="66882" y="44099"/>
                  </a:lnTo>
                  <a:lnTo>
                    <a:pt x="67215" y="43732"/>
                  </a:lnTo>
                  <a:lnTo>
                    <a:pt x="67715" y="43598"/>
                  </a:lnTo>
                  <a:lnTo>
                    <a:pt x="68116" y="43265"/>
                  </a:lnTo>
                  <a:lnTo>
                    <a:pt x="68616" y="43198"/>
                  </a:lnTo>
                  <a:lnTo>
                    <a:pt x="68950" y="42764"/>
                  </a:lnTo>
                  <a:lnTo>
                    <a:pt x="69483" y="42898"/>
                  </a:lnTo>
                  <a:lnTo>
                    <a:pt x="69917" y="42798"/>
                  </a:lnTo>
                  <a:lnTo>
                    <a:pt x="70384" y="42864"/>
                  </a:lnTo>
                  <a:lnTo>
                    <a:pt x="70884" y="42931"/>
                  </a:lnTo>
                  <a:lnTo>
                    <a:pt x="71351" y="42898"/>
                  </a:lnTo>
                  <a:lnTo>
                    <a:pt x="71718" y="42698"/>
                  </a:lnTo>
                  <a:lnTo>
                    <a:pt x="71718" y="934"/>
                  </a:lnTo>
                  <a:lnTo>
                    <a:pt x="71418" y="834"/>
                  </a:lnTo>
                  <a:lnTo>
                    <a:pt x="70918" y="934"/>
                  </a:lnTo>
                  <a:lnTo>
                    <a:pt x="70451" y="1168"/>
                  </a:lnTo>
                  <a:lnTo>
                    <a:pt x="69950" y="1168"/>
                  </a:lnTo>
                  <a:lnTo>
                    <a:pt x="69450" y="1035"/>
                  </a:lnTo>
                  <a:lnTo>
                    <a:pt x="68950" y="1301"/>
                  </a:lnTo>
                  <a:lnTo>
                    <a:pt x="68449" y="1068"/>
                  </a:lnTo>
                  <a:lnTo>
                    <a:pt x="67882" y="1201"/>
                  </a:lnTo>
                  <a:lnTo>
                    <a:pt x="67449" y="734"/>
                  </a:lnTo>
                  <a:lnTo>
                    <a:pt x="66882" y="901"/>
                  </a:lnTo>
                  <a:lnTo>
                    <a:pt x="66381" y="634"/>
                  </a:lnTo>
                  <a:lnTo>
                    <a:pt x="65814" y="734"/>
                  </a:lnTo>
                  <a:lnTo>
                    <a:pt x="65347" y="434"/>
                  </a:lnTo>
                  <a:lnTo>
                    <a:pt x="64847" y="234"/>
                  </a:lnTo>
                  <a:lnTo>
                    <a:pt x="64280" y="267"/>
                  </a:lnTo>
                  <a:lnTo>
                    <a:pt x="63779" y="67"/>
                  </a:lnTo>
                  <a:lnTo>
                    <a:pt x="63246" y="267"/>
                  </a:lnTo>
                  <a:lnTo>
                    <a:pt x="62745" y="134"/>
                  </a:lnTo>
                  <a:lnTo>
                    <a:pt x="62245" y="0"/>
                  </a:lnTo>
                  <a:lnTo>
                    <a:pt x="61745" y="201"/>
                  </a:lnTo>
                  <a:lnTo>
                    <a:pt x="61211" y="34"/>
                  </a:lnTo>
                  <a:lnTo>
                    <a:pt x="60677" y="101"/>
                  </a:lnTo>
                  <a:lnTo>
                    <a:pt x="60310" y="534"/>
                  </a:lnTo>
                  <a:lnTo>
                    <a:pt x="59776" y="467"/>
                  </a:lnTo>
                  <a:lnTo>
                    <a:pt x="59309" y="634"/>
                  </a:lnTo>
                  <a:lnTo>
                    <a:pt x="58809" y="601"/>
                  </a:lnTo>
                  <a:lnTo>
                    <a:pt x="58342" y="701"/>
                  </a:lnTo>
                  <a:lnTo>
                    <a:pt x="57908" y="901"/>
                  </a:lnTo>
                  <a:lnTo>
                    <a:pt x="57375" y="801"/>
                  </a:lnTo>
                  <a:lnTo>
                    <a:pt x="56974" y="1235"/>
                  </a:lnTo>
                  <a:lnTo>
                    <a:pt x="56474" y="1201"/>
                  </a:lnTo>
                  <a:lnTo>
                    <a:pt x="55974" y="1035"/>
                  </a:lnTo>
                  <a:lnTo>
                    <a:pt x="55507" y="1301"/>
                  </a:lnTo>
                  <a:lnTo>
                    <a:pt x="55006" y="1435"/>
                  </a:lnTo>
                  <a:lnTo>
                    <a:pt x="54539" y="1335"/>
                  </a:lnTo>
                  <a:lnTo>
                    <a:pt x="54039" y="1135"/>
                  </a:lnTo>
                  <a:lnTo>
                    <a:pt x="53572" y="1201"/>
                  </a:lnTo>
                  <a:lnTo>
                    <a:pt x="53072" y="1135"/>
                  </a:lnTo>
                  <a:lnTo>
                    <a:pt x="52571" y="1068"/>
                  </a:lnTo>
                  <a:lnTo>
                    <a:pt x="51971" y="1101"/>
                  </a:lnTo>
                  <a:lnTo>
                    <a:pt x="51437" y="1035"/>
                  </a:lnTo>
                  <a:lnTo>
                    <a:pt x="51004" y="801"/>
                  </a:lnTo>
                  <a:lnTo>
                    <a:pt x="50537" y="801"/>
                  </a:lnTo>
                  <a:lnTo>
                    <a:pt x="50103" y="734"/>
                  </a:lnTo>
                  <a:lnTo>
                    <a:pt x="49636" y="901"/>
                  </a:lnTo>
                  <a:lnTo>
                    <a:pt x="49202" y="1168"/>
                  </a:lnTo>
                  <a:lnTo>
                    <a:pt x="48735" y="1068"/>
                  </a:lnTo>
                  <a:lnTo>
                    <a:pt x="48302" y="1235"/>
                  </a:lnTo>
                  <a:lnTo>
                    <a:pt x="47768" y="1068"/>
                  </a:lnTo>
                  <a:lnTo>
                    <a:pt x="47268" y="1168"/>
                  </a:lnTo>
                  <a:lnTo>
                    <a:pt x="46901" y="1535"/>
                  </a:lnTo>
                  <a:lnTo>
                    <a:pt x="46400" y="1635"/>
                  </a:lnTo>
                  <a:lnTo>
                    <a:pt x="46000" y="1935"/>
                  </a:lnTo>
                  <a:lnTo>
                    <a:pt x="45500" y="1969"/>
                  </a:lnTo>
                  <a:lnTo>
                    <a:pt x="45133" y="2436"/>
                  </a:lnTo>
                  <a:lnTo>
                    <a:pt x="44632" y="2269"/>
                  </a:lnTo>
                  <a:lnTo>
                    <a:pt x="44165" y="2302"/>
                  </a:lnTo>
                  <a:lnTo>
                    <a:pt x="43698" y="2235"/>
                  </a:lnTo>
                  <a:lnTo>
                    <a:pt x="43231" y="2169"/>
                  </a:lnTo>
                  <a:lnTo>
                    <a:pt x="42764" y="2169"/>
                  </a:lnTo>
                  <a:lnTo>
                    <a:pt x="42264" y="2369"/>
                  </a:lnTo>
                  <a:lnTo>
                    <a:pt x="41730" y="2202"/>
                  </a:lnTo>
                  <a:lnTo>
                    <a:pt x="41230" y="2469"/>
                  </a:lnTo>
                  <a:lnTo>
                    <a:pt x="40730" y="2536"/>
                  </a:lnTo>
                  <a:lnTo>
                    <a:pt x="40229" y="2135"/>
                  </a:lnTo>
                  <a:lnTo>
                    <a:pt x="39729" y="2235"/>
                  </a:lnTo>
                  <a:lnTo>
                    <a:pt x="39228" y="2169"/>
                  </a:lnTo>
                  <a:lnTo>
                    <a:pt x="38695" y="2436"/>
                  </a:lnTo>
                  <a:lnTo>
                    <a:pt x="38194" y="2369"/>
                  </a:lnTo>
                  <a:lnTo>
                    <a:pt x="37694" y="2169"/>
                  </a:lnTo>
                  <a:lnTo>
                    <a:pt x="37194" y="2502"/>
                  </a:lnTo>
                  <a:lnTo>
                    <a:pt x="36693" y="2369"/>
                  </a:lnTo>
                  <a:lnTo>
                    <a:pt x="36160" y="2335"/>
                  </a:lnTo>
                  <a:lnTo>
                    <a:pt x="35659" y="2502"/>
                  </a:lnTo>
                  <a:lnTo>
                    <a:pt x="35159" y="2202"/>
                  </a:lnTo>
                  <a:lnTo>
                    <a:pt x="34625" y="2335"/>
                  </a:lnTo>
                  <a:lnTo>
                    <a:pt x="34125" y="2436"/>
                  </a:lnTo>
                  <a:lnTo>
                    <a:pt x="33591" y="2202"/>
                  </a:lnTo>
                  <a:lnTo>
                    <a:pt x="33091" y="2569"/>
                  </a:lnTo>
                  <a:lnTo>
                    <a:pt x="32590" y="2436"/>
                  </a:lnTo>
                  <a:lnTo>
                    <a:pt x="32057" y="2469"/>
                  </a:lnTo>
                  <a:lnTo>
                    <a:pt x="31556" y="2536"/>
                  </a:lnTo>
                  <a:lnTo>
                    <a:pt x="31056" y="2269"/>
                  </a:lnTo>
                  <a:lnTo>
                    <a:pt x="30522" y="2569"/>
                  </a:lnTo>
                  <a:lnTo>
                    <a:pt x="30022" y="2369"/>
                  </a:lnTo>
                  <a:lnTo>
                    <a:pt x="29522" y="2502"/>
                  </a:lnTo>
                  <a:lnTo>
                    <a:pt x="28988" y="2569"/>
                  </a:lnTo>
                  <a:lnTo>
                    <a:pt x="28487" y="2569"/>
                  </a:lnTo>
                  <a:lnTo>
                    <a:pt x="27987" y="2736"/>
                  </a:lnTo>
                  <a:lnTo>
                    <a:pt x="27487" y="2636"/>
                  </a:lnTo>
                  <a:lnTo>
                    <a:pt x="26986" y="2869"/>
                  </a:lnTo>
                  <a:lnTo>
                    <a:pt x="26453" y="2736"/>
                  </a:lnTo>
                  <a:lnTo>
                    <a:pt x="26019" y="3103"/>
                  </a:lnTo>
                  <a:lnTo>
                    <a:pt x="25452" y="3003"/>
                  </a:lnTo>
                  <a:lnTo>
                    <a:pt x="24952" y="3036"/>
                  </a:lnTo>
                  <a:lnTo>
                    <a:pt x="24418" y="3003"/>
                  </a:lnTo>
                  <a:lnTo>
                    <a:pt x="23984" y="3370"/>
                  </a:lnTo>
                  <a:lnTo>
                    <a:pt x="23417" y="3370"/>
                  </a:lnTo>
                  <a:lnTo>
                    <a:pt x="22850" y="3470"/>
                  </a:lnTo>
                  <a:lnTo>
                    <a:pt x="22350" y="3703"/>
                  </a:lnTo>
                  <a:lnTo>
                    <a:pt x="21849" y="3970"/>
                  </a:lnTo>
                  <a:lnTo>
                    <a:pt x="21349" y="3803"/>
                  </a:lnTo>
                  <a:lnTo>
                    <a:pt x="20882" y="4003"/>
                  </a:lnTo>
                  <a:lnTo>
                    <a:pt x="20415" y="3903"/>
                  </a:lnTo>
                  <a:lnTo>
                    <a:pt x="19948" y="3903"/>
                  </a:lnTo>
                  <a:lnTo>
                    <a:pt x="19414" y="3937"/>
                  </a:lnTo>
                  <a:lnTo>
                    <a:pt x="18914" y="3770"/>
                  </a:lnTo>
                  <a:lnTo>
                    <a:pt x="18414" y="3970"/>
                  </a:lnTo>
                  <a:lnTo>
                    <a:pt x="17913" y="3703"/>
                  </a:lnTo>
                  <a:lnTo>
                    <a:pt x="17413" y="3736"/>
                  </a:lnTo>
                  <a:lnTo>
                    <a:pt x="16879" y="3970"/>
                  </a:lnTo>
                  <a:lnTo>
                    <a:pt x="16412" y="3670"/>
                  </a:lnTo>
                  <a:lnTo>
                    <a:pt x="15878" y="3837"/>
                  </a:lnTo>
                  <a:lnTo>
                    <a:pt x="15411" y="3670"/>
                  </a:lnTo>
                  <a:lnTo>
                    <a:pt x="14878" y="3803"/>
                  </a:lnTo>
                  <a:lnTo>
                    <a:pt x="14411" y="3636"/>
                  </a:lnTo>
                  <a:lnTo>
                    <a:pt x="13910" y="3536"/>
                  </a:lnTo>
                  <a:lnTo>
                    <a:pt x="13510" y="3169"/>
                  </a:lnTo>
                  <a:lnTo>
                    <a:pt x="13010" y="3036"/>
                  </a:lnTo>
                  <a:lnTo>
                    <a:pt x="12476" y="3169"/>
                  </a:lnTo>
                  <a:lnTo>
                    <a:pt x="12009" y="2903"/>
                  </a:lnTo>
                  <a:lnTo>
                    <a:pt x="11475" y="2836"/>
                  </a:lnTo>
                  <a:lnTo>
                    <a:pt x="10908" y="3069"/>
                  </a:lnTo>
                  <a:lnTo>
                    <a:pt x="10441" y="2702"/>
                  </a:lnTo>
                  <a:lnTo>
                    <a:pt x="9941" y="2702"/>
                  </a:lnTo>
                  <a:lnTo>
                    <a:pt x="9374" y="2736"/>
                  </a:lnTo>
                  <a:lnTo>
                    <a:pt x="8840" y="2702"/>
                  </a:lnTo>
                  <a:lnTo>
                    <a:pt x="8273" y="2669"/>
                  </a:lnTo>
                  <a:lnTo>
                    <a:pt x="7773" y="2369"/>
                  </a:lnTo>
                  <a:lnTo>
                    <a:pt x="7239" y="2736"/>
                  </a:lnTo>
                  <a:lnTo>
                    <a:pt x="6739" y="2736"/>
                  </a:lnTo>
                  <a:lnTo>
                    <a:pt x="6205" y="2436"/>
                  </a:lnTo>
                  <a:lnTo>
                    <a:pt x="5738" y="2802"/>
                  </a:lnTo>
                  <a:lnTo>
                    <a:pt x="5137" y="2602"/>
                  </a:lnTo>
                  <a:lnTo>
                    <a:pt x="4804" y="3136"/>
                  </a:lnTo>
                  <a:lnTo>
                    <a:pt x="4270" y="3069"/>
                  </a:lnTo>
                  <a:lnTo>
                    <a:pt x="3870" y="3370"/>
                  </a:lnTo>
                  <a:lnTo>
                    <a:pt x="3403" y="3536"/>
                  </a:lnTo>
                  <a:lnTo>
                    <a:pt x="2936" y="3636"/>
                  </a:lnTo>
                  <a:lnTo>
                    <a:pt x="2469" y="3770"/>
                  </a:lnTo>
                  <a:lnTo>
                    <a:pt x="1935" y="3670"/>
                  </a:lnTo>
                  <a:lnTo>
                    <a:pt x="1535" y="4103"/>
                  </a:lnTo>
                  <a:lnTo>
                    <a:pt x="1001" y="3903"/>
                  </a:lnTo>
                  <a:lnTo>
                    <a:pt x="568" y="4137"/>
                  </a:lnTo>
                  <a:lnTo>
                    <a:pt x="67" y="4137"/>
                  </a:lnTo>
                  <a:lnTo>
                    <a:pt x="0" y="4170"/>
                  </a:lnTo>
                  <a:lnTo>
                    <a:pt x="0" y="46967"/>
                  </a:lnTo>
                  <a:lnTo>
                    <a:pt x="201" y="46867"/>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851;p32">
              <a:extLst>
                <a:ext uri="{FF2B5EF4-FFF2-40B4-BE49-F238E27FC236}">
                  <a16:creationId xmlns:a16="http://schemas.microsoft.com/office/drawing/2014/main" id="{950A59EA-6489-BA96-9873-CBAE4F15A7F8}"/>
                </a:ext>
              </a:extLst>
            </p:cNvPr>
            <p:cNvSpPr/>
            <p:nvPr/>
          </p:nvSpPr>
          <p:spPr>
            <a:xfrm>
              <a:off x="6268229" y="2761728"/>
              <a:ext cx="2821246" cy="212619"/>
            </a:xfrm>
            <a:custGeom>
              <a:avLst/>
              <a:gdLst/>
              <a:ahLst/>
              <a:cxnLst/>
              <a:rect l="l" t="t" r="r" b="b"/>
              <a:pathLst>
                <a:path w="71719" h="5405" extrusionOk="0">
                  <a:moveTo>
                    <a:pt x="2102" y="4871"/>
                  </a:moveTo>
                  <a:lnTo>
                    <a:pt x="2569" y="4871"/>
                  </a:lnTo>
                  <a:lnTo>
                    <a:pt x="3103" y="4837"/>
                  </a:lnTo>
                  <a:lnTo>
                    <a:pt x="3670" y="4971"/>
                  </a:lnTo>
                  <a:lnTo>
                    <a:pt x="4170" y="4837"/>
                  </a:lnTo>
                  <a:lnTo>
                    <a:pt x="4704" y="4771"/>
                  </a:lnTo>
                  <a:lnTo>
                    <a:pt x="5238" y="4671"/>
                  </a:lnTo>
                  <a:lnTo>
                    <a:pt x="5771" y="4804"/>
                  </a:lnTo>
                  <a:lnTo>
                    <a:pt x="6272" y="4804"/>
                  </a:lnTo>
                  <a:lnTo>
                    <a:pt x="6805" y="4937"/>
                  </a:lnTo>
                  <a:lnTo>
                    <a:pt x="7306" y="4904"/>
                  </a:lnTo>
                  <a:lnTo>
                    <a:pt x="7773" y="4671"/>
                  </a:lnTo>
                  <a:lnTo>
                    <a:pt x="8273" y="4871"/>
                  </a:lnTo>
                  <a:lnTo>
                    <a:pt x="8773" y="4871"/>
                  </a:lnTo>
                  <a:lnTo>
                    <a:pt x="9240" y="4637"/>
                  </a:lnTo>
                  <a:lnTo>
                    <a:pt x="9741" y="4871"/>
                  </a:lnTo>
                  <a:lnTo>
                    <a:pt x="10241" y="4837"/>
                  </a:lnTo>
                  <a:lnTo>
                    <a:pt x="10675" y="4537"/>
                  </a:lnTo>
                  <a:lnTo>
                    <a:pt x="11175" y="4571"/>
                  </a:lnTo>
                  <a:lnTo>
                    <a:pt x="11642" y="4337"/>
                  </a:lnTo>
                  <a:lnTo>
                    <a:pt x="12142" y="4404"/>
                  </a:lnTo>
                  <a:lnTo>
                    <a:pt x="12609" y="4304"/>
                  </a:lnTo>
                  <a:lnTo>
                    <a:pt x="13110" y="4470"/>
                  </a:lnTo>
                  <a:lnTo>
                    <a:pt x="13610" y="4370"/>
                  </a:lnTo>
                  <a:lnTo>
                    <a:pt x="14111" y="4437"/>
                  </a:lnTo>
                  <a:lnTo>
                    <a:pt x="14578" y="4270"/>
                  </a:lnTo>
                  <a:lnTo>
                    <a:pt x="15078" y="4337"/>
                  </a:lnTo>
                  <a:lnTo>
                    <a:pt x="15578" y="4370"/>
                  </a:lnTo>
                  <a:lnTo>
                    <a:pt x="16045" y="4304"/>
                  </a:lnTo>
                  <a:lnTo>
                    <a:pt x="16512" y="4003"/>
                  </a:lnTo>
                  <a:lnTo>
                    <a:pt x="17013" y="4070"/>
                  </a:lnTo>
                  <a:lnTo>
                    <a:pt x="17480" y="4137"/>
                  </a:lnTo>
                  <a:lnTo>
                    <a:pt x="17980" y="4070"/>
                  </a:lnTo>
                  <a:lnTo>
                    <a:pt x="18447" y="3870"/>
                  </a:lnTo>
                  <a:lnTo>
                    <a:pt x="18914" y="4037"/>
                  </a:lnTo>
                  <a:lnTo>
                    <a:pt x="19448" y="3837"/>
                  </a:lnTo>
                  <a:lnTo>
                    <a:pt x="19881" y="4070"/>
                  </a:lnTo>
                  <a:lnTo>
                    <a:pt x="20382" y="4270"/>
                  </a:lnTo>
                  <a:lnTo>
                    <a:pt x="20849" y="4337"/>
                  </a:lnTo>
                  <a:lnTo>
                    <a:pt x="21382" y="4170"/>
                  </a:lnTo>
                  <a:lnTo>
                    <a:pt x="21849" y="4437"/>
                  </a:lnTo>
                  <a:lnTo>
                    <a:pt x="22316" y="4604"/>
                  </a:lnTo>
                  <a:lnTo>
                    <a:pt x="22817" y="4604"/>
                  </a:lnTo>
                  <a:lnTo>
                    <a:pt x="23284" y="4871"/>
                  </a:lnTo>
                  <a:lnTo>
                    <a:pt x="23684" y="5004"/>
                  </a:lnTo>
                  <a:lnTo>
                    <a:pt x="24118" y="4804"/>
                  </a:lnTo>
                  <a:lnTo>
                    <a:pt x="24551" y="5104"/>
                  </a:lnTo>
                  <a:lnTo>
                    <a:pt x="25018" y="5071"/>
                  </a:lnTo>
                  <a:lnTo>
                    <a:pt x="25452" y="4704"/>
                  </a:lnTo>
                  <a:lnTo>
                    <a:pt x="25952" y="4937"/>
                  </a:lnTo>
                  <a:lnTo>
                    <a:pt x="26453" y="5038"/>
                  </a:lnTo>
                  <a:lnTo>
                    <a:pt x="26920" y="4937"/>
                  </a:lnTo>
                  <a:lnTo>
                    <a:pt x="27353" y="4604"/>
                  </a:lnTo>
                  <a:lnTo>
                    <a:pt x="27887" y="4904"/>
                  </a:lnTo>
                  <a:lnTo>
                    <a:pt x="28387" y="4771"/>
                  </a:lnTo>
                  <a:lnTo>
                    <a:pt x="28888" y="4771"/>
                  </a:lnTo>
                  <a:lnTo>
                    <a:pt x="29355" y="4571"/>
                  </a:lnTo>
                  <a:lnTo>
                    <a:pt x="29855" y="4437"/>
                  </a:lnTo>
                  <a:lnTo>
                    <a:pt x="30322" y="4437"/>
                  </a:lnTo>
                  <a:lnTo>
                    <a:pt x="30856" y="4537"/>
                  </a:lnTo>
                  <a:lnTo>
                    <a:pt x="31323" y="4404"/>
                  </a:lnTo>
                  <a:lnTo>
                    <a:pt x="31823" y="4404"/>
                  </a:lnTo>
                  <a:lnTo>
                    <a:pt x="32324" y="4437"/>
                  </a:lnTo>
                  <a:lnTo>
                    <a:pt x="32824" y="4504"/>
                  </a:lnTo>
                  <a:lnTo>
                    <a:pt x="33324" y="4437"/>
                  </a:lnTo>
                  <a:lnTo>
                    <a:pt x="33791" y="4270"/>
                  </a:lnTo>
                  <a:lnTo>
                    <a:pt x="34292" y="4204"/>
                  </a:lnTo>
                  <a:lnTo>
                    <a:pt x="34792" y="4304"/>
                  </a:lnTo>
                  <a:lnTo>
                    <a:pt x="35292" y="4170"/>
                  </a:lnTo>
                  <a:lnTo>
                    <a:pt x="35793" y="4037"/>
                  </a:lnTo>
                  <a:lnTo>
                    <a:pt x="36260" y="3937"/>
                  </a:lnTo>
                  <a:lnTo>
                    <a:pt x="36760" y="4070"/>
                  </a:lnTo>
                  <a:lnTo>
                    <a:pt x="37227" y="3937"/>
                  </a:lnTo>
                  <a:lnTo>
                    <a:pt x="37727" y="3970"/>
                  </a:lnTo>
                  <a:lnTo>
                    <a:pt x="38194" y="3703"/>
                  </a:lnTo>
                  <a:lnTo>
                    <a:pt x="38661" y="3703"/>
                  </a:lnTo>
                  <a:lnTo>
                    <a:pt x="39162" y="3837"/>
                  </a:lnTo>
                  <a:lnTo>
                    <a:pt x="39662" y="4137"/>
                  </a:lnTo>
                  <a:lnTo>
                    <a:pt x="40196" y="3937"/>
                  </a:lnTo>
                  <a:lnTo>
                    <a:pt x="40730" y="4137"/>
                  </a:lnTo>
                  <a:lnTo>
                    <a:pt x="41230" y="4070"/>
                  </a:lnTo>
                  <a:lnTo>
                    <a:pt x="41764" y="4104"/>
                  </a:lnTo>
                  <a:lnTo>
                    <a:pt x="42297" y="4070"/>
                  </a:lnTo>
                  <a:lnTo>
                    <a:pt x="42798" y="4204"/>
                  </a:lnTo>
                  <a:lnTo>
                    <a:pt x="43265" y="4070"/>
                  </a:lnTo>
                  <a:lnTo>
                    <a:pt x="43732" y="3803"/>
                  </a:lnTo>
                  <a:lnTo>
                    <a:pt x="44232" y="3803"/>
                  </a:lnTo>
                  <a:lnTo>
                    <a:pt x="44732" y="3903"/>
                  </a:lnTo>
                  <a:lnTo>
                    <a:pt x="45199" y="3603"/>
                  </a:lnTo>
                  <a:lnTo>
                    <a:pt x="45733" y="3803"/>
                  </a:lnTo>
                  <a:lnTo>
                    <a:pt x="46300" y="3637"/>
                  </a:lnTo>
                  <a:lnTo>
                    <a:pt x="46734" y="4104"/>
                  </a:lnTo>
                  <a:lnTo>
                    <a:pt x="47301" y="3870"/>
                  </a:lnTo>
                  <a:lnTo>
                    <a:pt x="47801" y="4137"/>
                  </a:lnTo>
                  <a:lnTo>
                    <a:pt x="48368" y="4003"/>
                  </a:lnTo>
                  <a:lnTo>
                    <a:pt x="48869" y="4270"/>
                  </a:lnTo>
                  <a:lnTo>
                    <a:pt x="49402" y="4437"/>
                  </a:lnTo>
                  <a:lnTo>
                    <a:pt x="49969" y="4370"/>
                  </a:lnTo>
                  <a:lnTo>
                    <a:pt x="50436" y="4537"/>
                  </a:lnTo>
                  <a:lnTo>
                    <a:pt x="50970" y="4337"/>
                  </a:lnTo>
                  <a:lnTo>
                    <a:pt x="51471" y="4437"/>
                  </a:lnTo>
                  <a:lnTo>
                    <a:pt x="52004" y="4537"/>
                  </a:lnTo>
                  <a:lnTo>
                    <a:pt x="52471" y="4337"/>
                  </a:lnTo>
                  <a:lnTo>
                    <a:pt x="53038" y="4437"/>
                  </a:lnTo>
                  <a:lnTo>
                    <a:pt x="53539" y="4337"/>
                  </a:lnTo>
                  <a:lnTo>
                    <a:pt x="53906" y="3903"/>
                  </a:lnTo>
                  <a:lnTo>
                    <a:pt x="54439" y="3937"/>
                  </a:lnTo>
                  <a:lnTo>
                    <a:pt x="54873" y="3737"/>
                  </a:lnTo>
                  <a:lnTo>
                    <a:pt x="55373" y="3737"/>
                  </a:lnTo>
                  <a:lnTo>
                    <a:pt x="55840" y="3603"/>
                  </a:lnTo>
                  <a:lnTo>
                    <a:pt x="56274" y="3403"/>
                  </a:lnTo>
                  <a:lnTo>
                    <a:pt x="56808" y="3470"/>
                  </a:lnTo>
                  <a:lnTo>
                    <a:pt x="57208" y="3003"/>
                  </a:lnTo>
                  <a:lnTo>
                    <a:pt x="57708" y="3036"/>
                  </a:lnTo>
                  <a:lnTo>
                    <a:pt x="58209" y="3170"/>
                  </a:lnTo>
                  <a:lnTo>
                    <a:pt x="58642" y="2869"/>
                  </a:lnTo>
                  <a:lnTo>
                    <a:pt x="59143" y="2703"/>
                  </a:lnTo>
                  <a:lnTo>
                    <a:pt x="59643" y="2803"/>
                  </a:lnTo>
                  <a:lnTo>
                    <a:pt x="60143" y="2969"/>
                  </a:lnTo>
                  <a:lnTo>
                    <a:pt x="60610" y="2869"/>
                  </a:lnTo>
                  <a:lnTo>
                    <a:pt x="61077" y="2903"/>
                  </a:lnTo>
                  <a:lnTo>
                    <a:pt x="61611" y="2969"/>
                  </a:lnTo>
                  <a:lnTo>
                    <a:pt x="62178" y="2869"/>
                  </a:lnTo>
                  <a:lnTo>
                    <a:pt x="62745" y="2936"/>
                  </a:lnTo>
                  <a:lnTo>
                    <a:pt x="63179" y="3136"/>
                  </a:lnTo>
                  <a:lnTo>
                    <a:pt x="63646" y="3103"/>
                  </a:lnTo>
                  <a:lnTo>
                    <a:pt x="64080" y="3136"/>
                  </a:lnTo>
                  <a:lnTo>
                    <a:pt x="64547" y="2936"/>
                  </a:lnTo>
                  <a:lnTo>
                    <a:pt x="64980" y="2669"/>
                  </a:lnTo>
                  <a:lnTo>
                    <a:pt x="65447" y="2736"/>
                  </a:lnTo>
                  <a:lnTo>
                    <a:pt x="65847" y="2569"/>
                  </a:lnTo>
                  <a:lnTo>
                    <a:pt x="66381" y="2669"/>
                  </a:lnTo>
                  <a:lnTo>
                    <a:pt x="66882" y="2536"/>
                  </a:lnTo>
                  <a:lnTo>
                    <a:pt x="67215" y="2169"/>
                  </a:lnTo>
                  <a:lnTo>
                    <a:pt x="67715" y="2035"/>
                  </a:lnTo>
                  <a:lnTo>
                    <a:pt x="68116" y="1702"/>
                  </a:lnTo>
                  <a:lnTo>
                    <a:pt x="68616" y="1635"/>
                  </a:lnTo>
                  <a:lnTo>
                    <a:pt x="68950" y="1201"/>
                  </a:lnTo>
                  <a:lnTo>
                    <a:pt x="69483" y="1335"/>
                  </a:lnTo>
                  <a:lnTo>
                    <a:pt x="69917" y="1235"/>
                  </a:lnTo>
                  <a:lnTo>
                    <a:pt x="70384" y="1301"/>
                  </a:lnTo>
                  <a:lnTo>
                    <a:pt x="70884" y="1368"/>
                  </a:lnTo>
                  <a:lnTo>
                    <a:pt x="71351" y="1335"/>
                  </a:lnTo>
                  <a:lnTo>
                    <a:pt x="71718" y="1135"/>
                  </a:lnTo>
                  <a:lnTo>
                    <a:pt x="71718" y="167"/>
                  </a:lnTo>
                  <a:lnTo>
                    <a:pt x="71718" y="167"/>
                  </a:lnTo>
                  <a:lnTo>
                    <a:pt x="71218" y="101"/>
                  </a:lnTo>
                  <a:lnTo>
                    <a:pt x="70751" y="67"/>
                  </a:lnTo>
                  <a:lnTo>
                    <a:pt x="70317" y="134"/>
                  </a:lnTo>
                  <a:lnTo>
                    <a:pt x="69784" y="1"/>
                  </a:lnTo>
                  <a:lnTo>
                    <a:pt x="69450" y="468"/>
                  </a:lnTo>
                  <a:lnTo>
                    <a:pt x="68950" y="534"/>
                  </a:lnTo>
                  <a:lnTo>
                    <a:pt x="68549" y="834"/>
                  </a:lnTo>
                  <a:lnTo>
                    <a:pt x="68049" y="968"/>
                  </a:lnTo>
                  <a:lnTo>
                    <a:pt x="67715" y="1368"/>
                  </a:lnTo>
                  <a:lnTo>
                    <a:pt x="67215" y="1502"/>
                  </a:lnTo>
                  <a:lnTo>
                    <a:pt x="66681" y="1368"/>
                  </a:lnTo>
                  <a:lnTo>
                    <a:pt x="66281" y="1535"/>
                  </a:lnTo>
                  <a:lnTo>
                    <a:pt x="65814" y="1502"/>
                  </a:lnTo>
                  <a:lnTo>
                    <a:pt x="65380" y="1768"/>
                  </a:lnTo>
                  <a:lnTo>
                    <a:pt x="64913" y="1969"/>
                  </a:lnTo>
                  <a:lnTo>
                    <a:pt x="64480" y="1935"/>
                  </a:lnTo>
                  <a:lnTo>
                    <a:pt x="64013" y="1969"/>
                  </a:lnTo>
                  <a:lnTo>
                    <a:pt x="63579" y="1768"/>
                  </a:lnTo>
                  <a:lnTo>
                    <a:pt x="63012" y="1735"/>
                  </a:lnTo>
                  <a:lnTo>
                    <a:pt x="62445" y="1802"/>
                  </a:lnTo>
                  <a:lnTo>
                    <a:pt x="61945" y="1735"/>
                  </a:lnTo>
                  <a:lnTo>
                    <a:pt x="61444" y="1702"/>
                  </a:lnTo>
                  <a:lnTo>
                    <a:pt x="60977" y="1802"/>
                  </a:lnTo>
                  <a:lnTo>
                    <a:pt x="60477" y="1635"/>
                  </a:lnTo>
                  <a:lnTo>
                    <a:pt x="59977" y="1568"/>
                  </a:lnTo>
                  <a:lnTo>
                    <a:pt x="59510" y="1702"/>
                  </a:lnTo>
                  <a:lnTo>
                    <a:pt x="59043" y="2002"/>
                  </a:lnTo>
                  <a:lnTo>
                    <a:pt x="58542" y="1869"/>
                  </a:lnTo>
                  <a:lnTo>
                    <a:pt x="58042" y="1869"/>
                  </a:lnTo>
                  <a:lnTo>
                    <a:pt x="57642" y="2336"/>
                  </a:lnTo>
                  <a:lnTo>
                    <a:pt x="57141" y="2269"/>
                  </a:lnTo>
                  <a:lnTo>
                    <a:pt x="56674" y="2469"/>
                  </a:lnTo>
                  <a:lnTo>
                    <a:pt x="56241" y="2602"/>
                  </a:lnTo>
                  <a:lnTo>
                    <a:pt x="55707" y="2602"/>
                  </a:lnTo>
                  <a:lnTo>
                    <a:pt x="55273" y="2803"/>
                  </a:lnTo>
                  <a:lnTo>
                    <a:pt x="54740" y="2803"/>
                  </a:lnTo>
                  <a:lnTo>
                    <a:pt x="54406" y="3203"/>
                  </a:lnTo>
                  <a:lnTo>
                    <a:pt x="53872" y="3303"/>
                  </a:lnTo>
                  <a:lnTo>
                    <a:pt x="53339" y="3203"/>
                  </a:lnTo>
                  <a:lnTo>
                    <a:pt x="52838" y="3436"/>
                  </a:lnTo>
                  <a:lnTo>
                    <a:pt x="52338" y="3303"/>
                  </a:lnTo>
                  <a:lnTo>
                    <a:pt x="51837" y="3236"/>
                  </a:lnTo>
                  <a:lnTo>
                    <a:pt x="51304" y="3436"/>
                  </a:lnTo>
                  <a:lnTo>
                    <a:pt x="50803" y="3270"/>
                  </a:lnTo>
                  <a:lnTo>
                    <a:pt x="50236" y="3336"/>
                  </a:lnTo>
                  <a:lnTo>
                    <a:pt x="49736" y="3170"/>
                  </a:lnTo>
                  <a:lnTo>
                    <a:pt x="49236" y="2869"/>
                  </a:lnTo>
                  <a:lnTo>
                    <a:pt x="48669" y="3036"/>
                  </a:lnTo>
                  <a:lnTo>
                    <a:pt x="48135" y="2769"/>
                  </a:lnTo>
                  <a:lnTo>
                    <a:pt x="47601" y="3003"/>
                  </a:lnTo>
                  <a:lnTo>
                    <a:pt x="47134" y="2569"/>
                  </a:lnTo>
                  <a:lnTo>
                    <a:pt x="46600" y="2703"/>
                  </a:lnTo>
                  <a:lnTo>
                    <a:pt x="46067" y="2502"/>
                  </a:lnTo>
                  <a:lnTo>
                    <a:pt x="45566" y="2803"/>
                  </a:lnTo>
                  <a:lnTo>
                    <a:pt x="45066" y="2703"/>
                  </a:lnTo>
                  <a:lnTo>
                    <a:pt x="44599" y="2736"/>
                  </a:lnTo>
                  <a:lnTo>
                    <a:pt x="44132" y="2969"/>
                  </a:lnTo>
                  <a:lnTo>
                    <a:pt x="43632" y="3136"/>
                  </a:lnTo>
                  <a:lnTo>
                    <a:pt x="43131" y="3003"/>
                  </a:lnTo>
                  <a:lnTo>
                    <a:pt x="42598" y="3036"/>
                  </a:lnTo>
                  <a:lnTo>
                    <a:pt x="42097" y="3003"/>
                  </a:lnTo>
                  <a:lnTo>
                    <a:pt x="41563" y="3036"/>
                  </a:lnTo>
                  <a:lnTo>
                    <a:pt x="41030" y="2869"/>
                  </a:lnTo>
                  <a:lnTo>
                    <a:pt x="40496" y="3069"/>
                  </a:lnTo>
                  <a:lnTo>
                    <a:pt x="39996" y="2769"/>
                  </a:lnTo>
                  <a:lnTo>
                    <a:pt x="39529" y="2636"/>
                  </a:lnTo>
                  <a:lnTo>
                    <a:pt x="39028" y="2636"/>
                  </a:lnTo>
                  <a:lnTo>
                    <a:pt x="38561" y="2903"/>
                  </a:lnTo>
                  <a:lnTo>
                    <a:pt x="38061" y="2903"/>
                  </a:lnTo>
                  <a:lnTo>
                    <a:pt x="37594" y="3003"/>
                  </a:lnTo>
                  <a:lnTo>
                    <a:pt x="37094" y="2903"/>
                  </a:lnTo>
                  <a:lnTo>
                    <a:pt x="36627" y="3003"/>
                  </a:lnTo>
                  <a:lnTo>
                    <a:pt x="36126" y="3136"/>
                  </a:lnTo>
                  <a:lnTo>
                    <a:pt x="35659" y="3236"/>
                  </a:lnTo>
                  <a:lnTo>
                    <a:pt x="35159" y="3136"/>
                  </a:lnTo>
                  <a:lnTo>
                    <a:pt x="34659" y="3203"/>
                  </a:lnTo>
                  <a:lnTo>
                    <a:pt x="34158" y="3403"/>
                  </a:lnTo>
                  <a:lnTo>
                    <a:pt x="33691" y="3436"/>
                  </a:lnTo>
                  <a:lnTo>
                    <a:pt x="33157" y="3403"/>
                  </a:lnTo>
                  <a:lnTo>
                    <a:pt x="32657" y="3370"/>
                  </a:lnTo>
                  <a:lnTo>
                    <a:pt x="32190" y="3370"/>
                  </a:lnTo>
                  <a:lnTo>
                    <a:pt x="31690" y="3503"/>
                  </a:lnTo>
                  <a:lnTo>
                    <a:pt x="31189" y="3403"/>
                  </a:lnTo>
                  <a:lnTo>
                    <a:pt x="30689" y="3403"/>
                  </a:lnTo>
                  <a:lnTo>
                    <a:pt x="30189" y="3536"/>
                  </a:lnTo>
                  <a:lnTo>
                    <a:pt x="29722" y="3737"/>
                  </a:lnTo>
                  <a:lnTo>
                    <a:pt x="29221" y="3770"/>
                  </a:lnTo>
                  <a:lnTo>
                    <a:pt x="28754" y="3903"/>
                  </a:lnTo>
                  <a:lnTo>
                    <a:pt x="28221" y="3603"/>
                  </a:lnTo>
                  <a:lnTo>
                    <a:pt x="27754" y="3903"/>
                  </a:lnTo>
                  <a:lnTo>
                    <a:pt x="27287" y="4003"/>
                  </a:lnTo>
                  <a:lnTo>
                    <a:pt x="26820" y="3937"/>
                  </a:lnTo>
                  <a:lnTo>
                    <a:pt x="26319" y="3703"/>
                  </a:lnTo>
                  <a:lnTo>
                    <a:pt x="25852" y="4070"/>
                  </a:lnTo>
                  <a:lnTo>
                    <a:pt x="25385" y="4104"/>
                  </a:lnTo>
                  <a:lnTo>
                    <a:pt x="24985" y="3803"/>
                  </a:lnTo>
                  <a:lnTo>
                    <a:pt x="24518" y="4003"/>
                  </a:lnTo>
                  <a:lnTo>
                    <a:pt x="24118" y="3870"/>
                  </a:lnTo>
                  <a:lnTo>
                    <a:pt x="23684" y="3603"/>
                  </a:lnTo>
                  <a:lnTo>
                    <a:pt x="23150" y="3603"/>
                  </a:lnTo>
                  <a:lnTo>
                    <a:pt x="22683" y="3436"/>
                  </a:lnTo>
                  <a:lnTo>
                    <a:pt x="22250" y="3170"/>
                  </a:lnTo>
                  <a:lnTo>
                    <a:pt x="21716" y="3336"/>
                  </a:lnTo>
                  <a:lnTo>
                    <a:pt x="21216" y="3270"/>
                  </a:lnTo>
                  <a:lnTo>
                    <a:pt x="20749" y="3069"/>
                  </a:lnTo>
                  <a:lnTo>
                    <a:pt x="20282" y="2869"/>
                  </a:lnTo>
                  <a:lnTo>
                    <a:pt x="19781" y="3036"/>
                  </a:lnTo>
                  <a:lnTo>
                    <a:pt x="19281" y="2869"/>
                  </a:lnTo>
                  <a:lnTo>
                    <a:pt x="18814" y="3103"/>
                  </a:lnTo>
                  <a:lnTo>
                    <a:pt x="18347" y="3170"/>
                  </a:lnTo>
                  <a:lnTo>
                    <a:pt x="17847" y="3069"/>
                  </a:lnTo>
                  <a:lnTo>
                    <a:pt x="17346" y="3036"/>
                  </a:lnTo>
                  <a:lnTo>
                    <a:pt x="16913" y="3336"/>
                  </a:lnTo>
                  <a:lnTo>
                    <a:pt x="16412" y="3403"/>
                  </a:lnTo>
                  <a:lnTo>
                    <a:pt x="15912" y="3370"/>
                  </a:lnTo>
                  <a:lnTo>
                    <a:pt x="15411" y="3303"/>
                  </a:lnTo>
                  <a:lnTo>
                    <a:pt x="14944" y="3470"/>
                  </a:lnTo>
                  <a:lnTo>
                    <a:pt x="14444" y="3403"/>
                  </a:lnTo>
                  <a:lnTo>
                    <a:pt x="13977" y="3503"/>
                  </a:lnTo>
                  <a:lnTo>
                    <a:pt x="13477" y="3336"/>
                  </a:lnTo>
                  <a:lnTo>
                    <a:pt x="12976" y="3436"/>
                  </a:lnTo>
                  <a:lnTo>
                    <a:pt x="12476" y="3370"/>
                  </a:lnTo>
                  <a:lnTo>
                    <a:pt x="12009" y="3603"/>
                  </a:lnTo>
                  <a:lnTo>
                    <a:pt x="11542" y="3570"/>
                  </a:lnTo>
                  <a:lnTo>
                    <a:pt x="11075" y="3903"/>
                  </a:lnTo>
                  <a:lnTo>
                    <a:pt x="10575" y="3903"/>
                  </a:lnTo>
                  <a:lnTo>
                    <a:pt x="10074" y="3703"/>
                  </a:lnTo>
                  <a:lnTo>
                    <a:pt x="9607" y="3903"/>
                  </a:lnTo>
                  <a:lnTo>
                    <a:pt x="9140" y="3903"/>
                  </a:lnTo>
                  <a:lnTo>
                    <a:pt x="8640" y="3703"/>
                  </a:lnTo>
                  <a:lnTo>
                    <a:pt x="8140" y="3970"/>
                  </a:lnTo>
                  <a:lnTo>
                    <a:pt x="7639" y="4003"/>
                  </a:lnTo>
                  <a:lnTo>
                    <a:pt x="7139" y="3870"/>
                  </a:lnTo>
                  <a:lnTo>
                    <a:pt x="6639" y="3870"/>
                  </a:lnTo>
                  <a:lnTo>
                    <a:pt x="6105" y="3737"/>
                  </a:lnTo>
                  <a:lnTo>
                    <a:pt x="5571" y="3870"/>
                  </a:lnTo>
                  <a:lnTo>
                    <a:pt x="5037" y="3903"/>
                  </a:lnTo>
                  <a:lnTo>
                    <a:pt x="4504" y="4037"/>
                  </a:lnTo>
                  <a:lnTo>
                    <a:pt x="3970" y="3937"/>
                  </a:lnTo>
                  <a:lnTo>
                    <a:pt x="3403" y="3937"/>
                  </a:lnTo>
                  <a:lnTo>
                    <a:pt x="2936" y="3970"/>
                  </a:lnTo>
                  <a:lnTo>
                    <a:pt x="2469" y="4270"/>
                  </a:lnTo>
                  <a:lnTo>
                    <a:pt x="2002" y="4337"/>
                  </a:lnTo>
                  <a:lnTo>
                    <a:pt x="1502" y="4170"/>
                  </a:lnTo>
                  <a:lnTo>
                    <a:pt x="1068" y="4404"/>
                  </a:lnTo>
                  <a:lnTo>
                    <a:pt x="601" y="4604"/>
                  </a:lnTo>
                  <a:lnTo>
                    <a:pt x="134" y="4871"/>
                  </a:lnTo>
                  <a:lnTo>
                    <a:pt x="0" y="4871"/>
                  </a:lnTo>
                  <a:lnTo>
                    <a:pt x="0" y="5404"/>
                  </a:lnTo>
                  <a:lnTo>
                    <a:pt x="201" y="5304"/>
                  </a:lnTo>
                  <a:lnTo>
                    <a:pt x="634" y="5071"/>
                  </a:lnTo>
                  <a:lnTo>
                    <a:pt x="1168" y="5271"/>
                  </a:lnTo>
                  <a:lnTo>
                    <a:pt x="1635" y="517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852;p32">
              <a:extLst>
                <a:ext uri="{FF2B5EF4-FFF2-40B4-BE49-F238E27FC236}">
                  <a16:creationId xmlns:a16="http://schemas.microsoft.com/office/drawing/2014/main" id="{C0D2ADCF-8933-9EF9-BB79-A44E440C8835}"/>
                </a:ext>
              </a:extLst>
            </p:cNvPr>
            <p:cNvSpPr/>
            <p:nvPr/>
          </p:nvSpPr>
          <p:spPr>
            <a:xfrm>
              <a:off x="6268229" y="1126723"/>
              <a:ext cx="2821246" cy="187679"/>
            </a:xfrm>
            <a:custGeom>
              <a:avLst/>
              <a:gdLst/>
              <a:ahLst/>
              <a:cxnLst/>
              <a:rect l="l" t="t" r="r" b="b"/>
              <a:pathLst>
                <a:path w="71719" h="4771" extrusionOk="0">
                  <a:moveTo>
                    <a:pt x="70918" y="934"/>
                  </a:moveTo>
                  <a:lnTo>
                    <a:pt x="70451" y="1168"/>
                  </a:lnTo>
                  <a:lnTo>
                    <a:pt x="69950" y="1168"/>
                  </a:lnTo>
                  <a:lnTo>
                    <a:pt x="69450" y="1035"/>
                  </a:lnTo>
                  <a:lnTo>
                    <a:pt x="68950" y="1301"/>
                  </a:lnTo>
                  <a:lnTo>
                    <a:pt x="68449" y="1068"/>
                  </a:lnTo>
                  <a:lnTo>
                    <a:pt x="67882" y="1201"/>
                  </a:lnTo>
                  <a:lnTo>
                    <a:pt x="67449" y="734"/>
                  </a:lnTo>
                  <a:lnTo>
                    <a:pt x="66882" y="901"/>
                  </a:lnTo>
                  <a:lnTo>
                    <a:pt x="66381" y="634"/>
                  </a:lnTo>
                  <a:lnTo>
                    <a:pt x="65814" y="734"/>
                  </a:lnTo>
                  <a:lnTo>
                    <a:pt x="65347" y="434"/>
                  </a:lnTo>
                  <a:lnTo>
                    <a:pt x="64847" y="234"/>
                  </a:lnTo>
                  <a:lnTo>
                    <a:pt x="64280" y="267"/>
                  </a:lnTo>
                  <a:lnTo>
                    <a:pt x="63779" y="67"/>
                  </a:lnTo>
                  <a:lnTo>
                    <a:pt x="63246" y="267"/>
                  </a:lnTo>
                  <a:lnTo>
                    <a:pt x="62745" y="134"/>
                  </a:lnTo>
                  <a:lnTo>
                    <a:pt x="62245" y="0"/>
                  </a:lnTo>
                  <a:lnTo>
                    <a:pt x="61745" y="201"/>
                  </a:lnTo>
                  <a:lnTo>
                    <a:pt x="61211" y="34"/>
                  </a:lnTo>
                  <a:lnTo>
                    <a:pt x="60677" y="101"/>
                  </a:lnTo>
                  <a:lnTo>
                    <a:pt x="60310" y="534"/>
                  </a:lnTo>
                  <a:lnTo>
                    <a:pt x="59776" y="467"/>
                  </a:lnTo>
                  <a:lnTo>
                    <a:pt x="59309" y="634"/>
                  </a:lnTo>
                  <a:lnTo>
                    <a:pt x="58809" y="601"/>
                  </a:lnTo>
                  <a:lnTo>
                    <a:pt x="58342" y="701"/>
                  </a:lnTo>
                  <a:lnTo>
                    <a:pt x="57908" y="901"/>
                  </a:lnTo>
                  <a:lnTo>
                    <a:pt x="57375" y="801"/>
                  </a:lnTo>
                  <a:lnTo>
                    <a:pt x="56974" y="1235"/>
                  </a:lnTo>
                  <a:lnTo>
                    <a:pt x="56474" y="1201"/>
                  </a:lnTo>
                  <a:lnTo>
                    <a:pt x="55974" y="1035"/>
                  </a:lnTo>
                  <a:lnTo>
                    <a:pt x="55507" y="1301"/>
                  </a:lnTo>
                  <a:lnTo>
                    <a:pt x="55006" y="1435"/>
                  </a:lnTo>
                  <a:lnTo>
                    <a:pt x="54539" y="1335"/>
                  </a:lnTo>
                  <a:lnTo>
                    <a:pt x="54039" y="1135"/>
                  </a:lnTo>
                  <a:lnTo>
                    <a:pt x="53572" y="1201"/>
                  </a:lnTo>
                  <a:lnTo>
                    <a:pt x="53072" y="1135"/>
                  </a:lnTo>
                  <a:lnTo>
                    <a:pt x="52571" y="1068"/>
                  </a:lnTo>
                  <a:lnTo>
                    <a:pt x="51971" y="1101"/>
                  </a:lnTo>
                  <a:lnTo>
                    <a:pt x="51437" y="1035"/>
                  </a:lnTo>
                  <a:lnTo>
                    <a:pt x="51004" y="801"/>
                  </a:lnTo>
                  <a:lnTo>
                    <a:pt x="50537" y="801"/>
                  </a:lnTo>
                  <a:lnTo>
                    <a:pt x="50103" y="734"/>
                  </a:lnTo>
                  <a:lnTo>
                    <a:pt x="49636" y="901"/>
                  </a:lnTo>
                  <a:lnTo>
                    <a:pt x="49202" y="1168"/>
                  </a:lnTo>
                  <a:lnTo>
                    <a:pt x="48735" y="1068"/>
                  </a:lnTo>
                  <a:lnTo>
                    <a:pt x="48302" y="1235"/>
                  </a:lnTo>
                  <a:lnTo>
                    <a:pt x="47768" y="1068"/>
                  </a:lnTo>
                  <a:lnTo>
                    <a:pt x="47268" y="1168"/>
                  </a:lnTo>
                  <a:lnTo>
                    <a:pt x="46901" y="1535"/>
                  </a:lnTo>
                  <a:lnTo>
                    <a:pt x="46400" y="1635"/>
                  </a:lnTo>
                  <a:lnTo>
                    <a:pt x="46000" y="1935"/>
                  </a:lnTo>
                  <a:lnTo>
                    <a:pt x="45500" y="1969"/>
                  </a:lnTo>
                  <a:lnTo>
                    <a:pt x="45133" y="2436"/>
                  </a:lnTo>
                  <a:lnTo>
                    <a:pt x="44632" y="2269"/>
                  </a:lnTo>
                  <a:lnTo>
                    <a:pt x="44165" y="2302"/>
                  </a:lnTo>
                  <a:lnTo>
                    <a:pt x="43698" y="2235"/>
                  </a:lnTo>
                  <a:lnTo>
                    <a:pt x="43231" y="2169"/>
                  </a:lnTo>
                  <a:lnTo>
                    <a:pt x="42764" y="2169"/>
                  </a:lnTo>
                  <a:lnTo>
                    <a:pt x="42264" y="2369"/>
                  </a:lnTo>
                  <a:lnTo>
                    <a:pt x="41730" y="2202"/>
                  </a:lnTo>
                  <a:lnTo>
                    <a:pt x="41230" y="2469"/>
                  </a:lnTo>
                  <a:lnTo>
                    <a:pt x="40730" y="2536"/>
                  </a:lnTo>
                  <a:lnTo>
                    <a:pt x="40229" y="2135"/>
                  </a:lnTo>
                  <a:lnTo>
                    <a:pt x="39729" y="2235"/>
                  </a:lnTo>
                  <a:lnTo>
                    <a:pt x="39228" y="2169"/>
                  </a:lnTo>
                  <a:lnTo>
                    <a:pt x="38695" y="2436"/>
                  </a:lnTo>
                  <a:lnTo>
                    <a:pt x="38194" y="2369"/>
                  </a:lnTo>
                  <a:lnTo>
                    <a:pt x="37694" y="2169"/>
                  </a:lnTo>
                  <a:lnTo>
                    <a:pt x="37194" y="2502"/>
                  </a:lnTo>
                  <a:lnTo>
                    <a:pt x="36693" y="2369"/>
                  </a:lnTo>
                  <a:lnTo>
                    <a:pt x="36160" y="2335"/>
                  </a:lnTo>
                  <a:lnTo>
                    <a:pt x="35659" y="2502"/>
                  </a:lnTo>
                  <a:lnTo>
                    <a:pt x="35159" y="2202"/>
                  </a:lnTo>
                  <a:lnTo>
                    <a:pt x="34625" y="2335"/>
                  </a:lnTo>
                  <a:lnTo>
                    <a:pt x="34125" y="2436"/>
                  </a:lnTo>
                  <a:lnTo>
                    <a:pt x="33591" y="2202"/>
                  </a:lnTo>
                  <a:lnTo>
                    <a:pt x="33091" y="2569"/>
                  </a:lnTo>
                  <a:lnTo>
                    <a:pt x="32590" y="2436"/>
                  </a:lnTo>
                  <a:lnTo>
                    <a:pt x="32057" y="2469"/>
                  </a:lnTo>
                  <a:lnTo>
                    <a:pt x="31556" y="2536"/>
                  </a:lnTo>
                  <a:lnTo>
                    <a:pt x="31056" y="2269"/>
                  </a:lnTo>
                  <a:lnTo>
                    <a:pt x="30522" y="2569"/>
                  </a:lnTo>
                  <a:lnTo>
                    <a:pt x="30022" y="2369"/>
                  </a:lnTo>
                  <a:lnTo>
                    <a:pt x="29522" y="2502"/>
                  </a:lnTo>
                  <a:lnTo>
                    <a:pt x="28988" y="2569"/>
                  </a:lnTo>
                  <a:lnTo>
                    <a:pt x="28487" y="2569"/>
                  </a:lnTo>
                  <a:lnTo>
                    <a:pt x="27987" y="2736"/>
                  </a:lnTo>
                  <a:lnTo>
                    <a:pt x="27487" y="2636"/>
                  </a:lnTo>
                  <a:lnTo>
                    <a:pt x="26986" y="2869"/>
                  </a:lnTo>
                  <a:lnTo>
                    <a:pt x="26453" y="2736"/>
                  </a:lnTo>
                  <a:lnTo>
                    <a:pt x="26019" y="3103"/>
                  </a:lnTo>
                  <a:lnTo>
                    <a:pt x="25452" y="3003"/>
                  </a:lnTo>
                  <a:lnTo>
                    <a:pt x="24952" y="3036"/>
                  </a:lnTo>
                  <a:lnTo>
                    <a:pt x="24418" y="3003"/>
                  </a:lnTo>
                  <a:lnTo>
                    <a:pt x="23984" y="3370"/>
                  </a:lnTo>
                  <a:lnTo>
                    <a:pt x="23417" y="3370"/>
                  </a:lnTo>
                  <a:lnTo>
                    <a:pt x="22850" y="3470"/>
                  </a:lnTo>
                  <a:lnTo>
                    <a:pt x="22350" y="3703"/>
                  </a:lnTo>
                  <a:lnTo>
                    <a:pt x="21849" y="3970"/>
                  </a:lnTo>
                  <a:lnTo>
                    <a:pt x="21349" y="3803"/>
                  </a:lnTo>
                  <a:lnTo>
                    <a:pt x="20882" y="4003"/>
                  </a:lnTo>
                  <a:lnTo>
                    <a:pt x="20415" y="3903"/>
                  </a:lnTo>
                  <a:lnTo>
                    <a:pt x="19948" y="3903"/>
                  </a:lnTo>
                  <a:lnTo>
                    <a:pt x="19414" y="3937"/>
                  </a:lnTo>
                  <a:lnTo>
                    <a:pt x="18914" y="3770"/>
                  </a:lnTo>
                  <a:lnTo>
                    <a:pt x="18414" y="3970"/>
                  </a:lnTo>
                  <a:lnTo>
                    <a:pt x="17913" y="3703"/>
                  </a:lnTo>
                  <a:lnTo>
                    <a:pt x="17413" y="3736"/>
                  </a:lnTo>
                  <a:lnTo>
                    <a:pt x="16879" y="3970"/>
                  </a:lnTo>
                  <a:lnTo>
                    <a:pt x="16412" y="3670"/>
                  </a:lnTo>
                  <a:lnTo>
                    <a:pt x="15878" y="3837"/>
                  </a:lnTo>
                  <a:lnTo>
                    <a:pt x="15411" y="3670"/>
                  </a:lnTo>
                  <a:lnTo>
                    <a:pt x="14878" y="3803"/>
                  </a:lnTo>
                  <a:lnTo>
                    <a:pt x="14411" y="3636"/>
                  </a:lnTo>
                  <a:lnTo>
                    <a:pt x="13910" y="3536"/>
                  </a:lnTo>
                  <a:lnTo>
                    <a:pt x="13510" y="3169"/>
                  </a:lnTo>
                  <a:lnTo>
                    <a:pt x="13010" y="3036"/>
                  </a:lnTo>
                  <a:lnTo>
                    <a:pt x="12476" y="3169"/>
                  </a:lnTo>
                  <a:lnTo>
                    <a:pt x="12009" y="2903"/>
                  </a:lnTo>
                  <a:lnTo>
                    <a:pt x="11475" y="2836"/>
                  </a:lnTo>
                  <a:lnTo>
                    <a:pt x="10908" y="3069"/>
                  </a:lnTo>
                  <a:lnTo>
                    <a:pt x="10441" y="2702"/>
                  </a:lnTo>
                  <a:lnTo>
                    <a:pt x="9941" y="2702"/>
                  </a:lnTo>
                  <a:lnTo>
                    <a:pt x="9374" y="2736"/>
                  </a:lnTo>
                  <a:lnTo>
                    <a:pt x="8840" y="2702"/>
                  </a:lnTo>
                  <a:lnTo>
                    <a:pt x="8273" y="2669"/>
                  </a:lnTo>
                  <a:lnTo>
                    <a:pt x="7773" y="2369"/>
                  </a:lnTo>
                  <a:lnTo>
                    <a:pt x="7239" y="2736"/>
                  </a:lnTo>
                  <a:lnTo>
                    <a:pt x="6739" y="2736"/>
                  </a:lnTo>
                  <a:lnTo>
                    <a:pt x="6205" y="2436"/>
                  </a:lnTo>
                  <a:lnTo>
                    <a:pt x="5738" y="2802"/>
                  </a:lnTo>
                  <a:lnTo>
                    <a:pt x="5137" y="2602"/>
                  </a:lnTo>
                  <a:lnTo>
                    <a:pt x="4804" y="3136"/>
                  </a:lnTo>
                  <a:lnTo>
                    <a:pt x="4270" y="3069"/>
                  </a:lnTo>
                  <a:lnTo>
                    <a:pt x="3870" y="3370"/>
                  </a:lnTo>
                  <a:lnTo>
                    <a:pt x="3403" y="3536"/>
                  </a:lnTo>
                  <a:lnTo>
                    <a:pt x="2936" y="3636"/>
                  </a:lnTo>
                  <a:lnTo>
                    <a:pt x="2469" y="3770"/>
                  </a:lnTo>
                  <a:lnTo>
                    <a:pt x="1935" y="3670"/>
                  </a:lnTo>
                  <a:lnTo>
                    <a:pt x="1535" y="4103"/>
                  </a:lnTo>
                  <a:lnTo>
                    <a:pt x="1001" y="3903"/>
                  </a:lnTo>
                  <a:lnTo>
                    <a:pt x="568" y="4137"/>
                  </a:lnTo>
                  <a:lnTo>
                    <a:pt x="67" y="4137"/>
                  </a:lnTo>
                  <a:lnTo>
                    <a:pt x="0" y="4170"/>
                  </a:lnTo>
                  <a:lnTo>
                    <a:pt x="0" y="4771"/>
                  </a:lnTo>
                  <a:lnTo>
                    <a:pt x="367" y="4537"/>
                  </a:lnTo>
                  <a:lnTo>
                    <a:pt x="868" y="4570"/>
                  </a:lnTo>
                  <a:lnTo>
                    <a:pt x="1301" y="4337"/>
                  </a:lnTo>
                  <a:lnTo>
                    <a:pt x="1835" y="4537"/>
                  </a:lnTo>
                  <a:lnTo>
                    <a:pt x="2235" y="4103"/>
                  </a:lnTo>
                  <a:lnTo>
                    <a:pt x="2769" y="4203"/>
                  </a:lnTo>
                  <a:lnTo>
                    <a:pt x="3236" y="4070"/>
                  </a:lnTo>
                  <a:lnTo>
                    <a:pt x="3736" y="4003"/>
                  </a:lnTo>
                  <a:lnTo>
                    <a:pt x="4170" y="3837"/>
                  </a:lnTo>
                  <a:lnTo>
                    <a:pt x="4604" y="3536"/>
                  </a:lnTo>
                  <a:lnTo>
                    <a:pt x="5137" y="3603"/>
                  </a:lnTo>
                  <a:lnTo>
                    <a:pt x="5471" y="3103"/>
                  </a:lnTo>
                  <a:lnTo>
                    <a:pt x="6071" y="3269"/>
                  </a:lnTo>
                  <a:lnTo>
                    <a:pt x="6538" y="2936"/>
                  </a:lnTo>
                  <a:lnTo>
                    <a:pt x="7072" y="3236"/>
                  </a:lnTo>
                  <a:lnTo>
                    <a:pt x="7573" y="3236"/>
                  </a:lnTo>
                  <a:lnTo>
                    <a:pt x="8106" y="2869"/>
                  </a:lnTo>
                  <a:lnTo>
                    <a:pt x="8607" y="3169"/>
                  </a:lnTo>
                  <a:lnTo>
                    <a:pt x="9174" y="3203"/>
                  </a:lnTo>
                  <a:lnTo>
                    <a:pt x="9707" y="3236"/>
                  </a:lnTo>
                  <a:lnTo>
                    <a:pt x="10241" y="3203"/>
                  </a:lnTo>
                  <a:lnTo>
                    <a:pt x="10775" y="3203"/>
                  </a:lnTo>
                  <a:lnTo>
                    <a:pt x="11242" y="3570"/>
                  </a:lnTo>
                  <a:lnTo>
                    <a:pt x="11809" y="3370"/>
                  </a:lnTo>
                  <a:lnTo>
                    <a:pt x="12309" y="3436"/>
                  </a:lnTo>
                  <a:lnTo>
                    <a:pt x="12810" y="3736"/>
                  </a:lnTo>
                  <a:lnTo>
                    <a:pt x="13343" y="3570"/>
                  </a:lnTo>
                  <a:lnTo>
                    <a:pt x="13810" y="3703"/>
                  </a:lnTo>
                  <a:lnTo>
                    <a:pt x="14244" y="4103"/>
                  </a:lnTo>
                  <a:lnTo>
                    <a:pt x="14711" y="4203"/>
                  </a:lnTo>
                  <a:lnTo>
                    <a:pt x="15211" y="4337"/>
                  </a:lnTo>
                  <a:lnTo>
                    <a:pt x="15712" y="4237"/>
                  </a:lnTo>
                  <a:lnTo>
                    <a:pt x="16212" y="4404"/>
                  </a:lnTo>
                  <a:lnTo>
                    <a:pt x="16712" y="4237"/>
                  </a:lnTo>
                  <a:lnTo>
                    <a:pt x="17213" y="4537"/>
                  </a:lnTo>
                  <a:lnTo>
                    <a:pt x="17713" y="4337"/>
                  </a:lnTo>
                  <a:lnTo>
                    <a:pt x="18247" y="4304"/>
                  </a:lnTo>
                  <a:lnTo>
                    <a:pt x="18714" y="4570"/>
                  </a:lnTo>
                  <a:lnTo>
                    <a:pt x="19248" y="4370"/>
                  </a:lnTo>
                  <a:lnTo>
                    <a:pt x="19748" y="4537"/>
                  </a:lnTo>
                  <a:lnTo>
                    <a:pt x="20248" y="4504"/>
                  </a:lnTo>
                  <a:lnTo>
                    <a:pt x="20715" y="4504"/>
                  </a:lnTo>
                  <a:lnTo>
                    <a:pt x="21182" y="4604"/>
                  </a:lnTo>
                  <a:lnTo>
                    <a:pt x="21683" y="4437"/>
                  </a:lnTo>
                  <a:lnTo>
                    <a:pt x="22150" y="4604"/>
                  </a:lnTo>
                  <a:lnTo>
                    <a:pt x="22650" y="4337"/>
                  </a:lnTo>
                  <a:lnTo>
                    <a:pt x="23184" y="4103"/>
                  </a:lnTo>
                  <a:lnTo>
                    <a:pt x="23717" y="4003"/>
                  </a:lnTo>
                  <a:lnTo>
                    <a:pt x="24284" y="4003"/>
                  </a:lnTo>
                  <a:lnTo>
                    <a:pt x="24751" y="3670"/>
                  </a:lnTo>
                  <a:lnTo>
                    <a:pt x="25285" y="3703"/>
                  </a:lnTo>
                  <a:lnTo>
                    <a:pt x="25786" y="3636"/>
                  </a:lnTo>
                  <a:lnTo>
                    <a:pt x="26319" y="3770"/>
                  </a:lnTo>
                  <a:lnTo>
                    <a:pt x="26786" y="3403"/>
                  </a:lnTo>
                  <a:lnTo>
                    <a:pt x="27320" y="3536"/>
                  </a:lnTo>
                  <a:lnTo>
                    <a:pt x="27787" y="3303"/>
                  </a:lnTo>
                  <a:lnTo>
                    <a:pt x="28321" y="3403"/>
                  </a:lnTo>
                  <a:lnTo>
                    <a:pt x="28821" y="3269"/>
                  </a:lnTo>
                  <a:lnTo>
                    <a:pt x="29321" y="3269"/>
                  </a:lnTo>
                  <a:lnTo>
                    <a:pt x="29822" y="3203"/>
                  </a:lnTo>
                  <a:lnTo>
                    <a:pt x="30355" y="3069"/>
                  </a:lnTo>
                  <a:lnTo>
                    <a:pt x="30856" y="3269"/>
                  </a:lnTo>
                  <a:lnTo>
                    <a:pt x="31356" y="2969"/>
                  </a:lnTo>
                  <a:lnTo>
                    <a:pt x="31890" y="3236"/>
                  </a:lnTo>
                  <a:lnTo>
                    <a:pt x="32390" y="3169"/>
                  </a:lnTo>
                  <a:lnTo>
                    <a:pt x="32924" y="3169"/>
                  </a:lnTo>
                  <a:lnTo>
                    <a:pt x="33424" y="3303"/>
                  </a:lnTo>
                  <a:lnTo>
                    <a:pt x="33925" y="2936"/>
                  </a:lnTo>
                  <a:lnTo>
                    <a:pt x="34458" y="3169"/>
                  </a:lnTo>
                  <a:lnTo>
                    <a:pt x="34959" y="3069"/>
                  </a:lnTo>
                  <a:lnTo>
                    <a:pt x="35459" y="2969"/>
                  </a:lnTo>
                  <a:lnTo>
                    <a:pt x="35993" y="3269"/>
                  </a:lnTo>
                  <a:lnTo>
                    <a:pt x="36493" y="3103"/>
                  </a:lnTo>
                  <a:lnTo>
                    <a:pt x="36994" y="3136"/>
                  </a:lnTo>
                  <a:lnTo>
                    <a:pt x="37527" y="3269"/>
                  </a:lnTo>
                  <a:lnTo>
                    <a:pt x="38028" y="2936"/>
                  </a:lnTo>
                  <a:lnTo>
                    <a:pt x="38528" y="3169"/>
                  </a:lnTo>
                  <a:lnTo>
                    <a:pt x="39028" y="3236"/>
                  </a:lnTo>
                  <a:lnTo>
                    <a:pt x="39562" y="2969"/>
                  </a:lnTo>
                  <a:lnTo>
                    <a:pt x="40062" y="3036"/>
                  </a:lnTo>
                  <a:lnTo>
                    <a:pt x="40563" y="2936"/>
                  </a:lnTo>
                  <a:lnTo>
                    <a:pt x="41063" y="3370"/>
                  </a:lnTo>
                  <a:lnTo>
                    <a:pt x="41563" y="3269"/>
                  </a:lnTo>
                  <a:lnTo>
                    <a:pt x="42064" y="3003"/>
                  </a:lnTo>
                  <a:lnTo>
                    <a:pt x="42564" y="3203"/>
                  </a:lnTo>
                  <a:lnTo>
                    <a:pt x="43065" y="2969"/>
                  </a:lnTo>
                  <a:lnTo>
                    <a:pt x="43565" y="2969"/>
                  </a:lnTo>
                  <a:lnTo>
                    <a:pt x="43999" y="3069"/>
                  </a:lnTo>
                  <a:lnTo>
                    <a:pt x="44466" y="3136"/>
                  </a:lnTo>
                  <a:lnTo>
                    <a:pt x="44933" y="3103"/>
                  </a:lnTo>
                  <a:lnTo>
                    <a:pt x="45433" y="3269"/>
                  </a:lnTo>
                  <a:lnTo>
                    <a:pt x="45833" y="2836"/>
                  </a:lnTo>
                  <a:lnTo>
                    <a:pt x="46334" y="2802"/>
                  </a:lnTo>
                  <a:lnTo>
                    <a:pt x="46734" y="2502"/>
                  </a:lnTo>
                  <a:lnTo>
                    <a:pt x="47234" y="2402"/>
                  </a:lnTo>
                  <a:lnTo>
                    <a:pt x="47601" y="2035"/>
                  </a:lnTo>
                  <a:lnTo>
                    <a:pt x="48101" y="1935"/>
                  </a:lnTo>
                  <a:lnTo>
                    <a:pt x="48635" y="2102"/>
                  </a:lnTo>
                  <a:lnTo>
                    <a:pt x="49069" y="1969"/>
                  </a:lnTo>
                  <a:lnTo>
                    <a:pt x="49536" y="2035"/>
                  </a:lnTo>
                  <a:lnTo>
                    <a:pt x="49969" y="1802"/>
                  </a:lnTo>
                  <a:lnTo>
                    <a:pt x="50436" y="1635"/>
                  </a:lnTo>
                  <a:lnTo>
                    <a:pt x="50870" y="1702"/>
                  </a:lnTo>
                  <a:lnTo>
                    <a:pt x="51337" y="1702"/>
                  </a:lnTo>
                  <a:lnTo>
                    <a:pt x="51771" y="1935"/>
                  </a:lnTo>
                  <a:lnTo>
                    <a:pt x="52304" y="2002"/>
                  </a:lnTo>
                  <a:lnTo>
                    <a:pt x="52905" y="1969"/>
                  </a:lnTo>
                  <a:lnTo>
                    <a:pt x="53405" y="2069"/>
                  </a:lnTo>
                  <a:lnTo>
                    <a:pt x="53872" y="2135"/>
                  </a:lnTo>
                  <a:lnTo>
                    <a:pt x="54373" y="2069"/>
                  </a:lnTo>
                  <a:lnTo>
                    <a:pt x="54840" y="2269"/>
                  </a:lnTo>
                  <a:lnTo>
                    <a:pt x="55340" y="2369"/>
                  </a:lnTo>
                  <a:lnTo>
                    <a:pt x="55840" y="2269"/>
                  </a:lnTo>
                  <a:lnTo>
                    <a:pt x="56307" y="2002"/>
                  </a:lnTo>
                  <a:lnTo>
                    <a:pt x="56808" y="2169"/>
                  </a:lnTo>
                  <a:lnTo>
                    <a:pt x="57308" y="2202"/>
                  </a:lnTo>
                  <a:lnTo>
                    <a:pt x="57708" y="1768"/>
                  </a:lnTo>
                  <a:lnTo>
                    <a:pt x="58242" y="1868"/>
                  </a:lnTo>
                  <a:lnTo>
                    <a:pt x="58676" y="1702"/>
                  </a:lnTo>
                  <a:lnTo>
                    <a:pt x="59176" y="1602"/>
                  </a:lnTo>
                  <a:lnTo>
                    <a:pt x="59676" y="1635"/>
                  </a:lnTo>
                  <a:lnTo>
                    <a:pt x="60110" y="1468"/>
                  </a:lnTo>
                  <a:lnTo>
                    <a:pt x="60644" y="1502"/>
                  </a:lnTo>
                  <a:lnTo>
                    <a:pt x="61044" y="1101"/>
                  </a:lnTo>
                  <a:lnTo>
                    <a:pt x="61544" y="1035"/>
                  </a:lnTo>
                  <a:lnTo>
                    <a:pt x="62078" y="1201"/>
                  </a:lnTo>
                  <a:lnTo>
                    <a:pt x="62578" y="1001"/>
                  </a:lnTo>
                  <a:lnTo>
                    <a:pt x="63079" y="1135"/>
                  </a:lnTo>
                  <a:lnTo>
                    <a:pt x="63579" y="1268"/>
                  </a:lnTo>
                  <a:lnTo>
                    <a:pt x="64146" y="1101"/>
                  </a:lnTo>
                  <a:lnTo>
                    <a:pt x="64613" y="1301"/>
                  </a:lnTo>
                  <a:lnTo>
                    <a:pt x="65180" y="1268"/>
                  </a:lnTo>
                  <a:lnTo>
                    <a:pt x="65681" y="1468"/>
                  </a:lnTo>
                  <a:lnTo>
                    <a:pt x="66148" y="1802"/>
                  </a:lnTo>
                  <a:lnTo>
                    <a:pt x="66748" y="1668"/>
                  </a:lnTo>
                  <a:lnTo>
                    <a:pt x="67215" y="1969"/>
                  </a:lnTo>
                  <a:lnTo>
                    <a:pt x="67816" y="1802"/>
                  </a:lnTo>
                  <a:lnTo>
                    <a:pt x="68216" y="2269"/>
                  </a:lnTo>
                  <a:lnTo>
                    <a:pt x="68783" y="2135"/>
                  </a:lnTo>
                  <a:lnTo>
                    <a:pt x="69283" y="2402"/>
                  </a:lnTo>
                  <a:lnTo>
                    <a:pt x="69784" y="2102"/>
                  </a:lnTo>
                  <a:lnTo>
                    <a:pt x="70284" y="2235"/>
                  </a:lnTo>
                  <a:lnTo>
                    <a:pt x="70784" y="2269"/>
                  </a:lnTo>
                  <a:lnTo>
                    <a:pt x="71251" y="2035"/>
                  </a:lnTo>
                  <a:lnTo>
                    <a:pt x="71718" y="1935"/>
                  </a:lnTo>
                  <a:lnTo>
                    <a:pt x="71718" y="934"/>
                  </a:lnTo>
                  <a:lnTo>
                    <a:pt x="71418" y="834"/>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 name="Google Shape;862;p32">
            <a:extLst>
              <a:ext uri="{FF2B5EF4-FFF2-40B4-BE49-F238E27FC236}">
                <a16:creationId xmlns:a16="http://schemas.microsoft.com/office/drawing/2014/main" id="{5C0CF031-7A91-3A43-E25D-609703B4A02B}"/>
              </a:ext>
            </a:extLst>
          </p:cNvPr>
          <p:cNvSpPr txBox="1">
            <a:spLocks/>
          </p:cNvSpPr>
          <p:nvPr/>
        </p:nvSpPr>
        <p:spPr>
          <a:xfrm>
            <a:off x="318064" y="835077"/>
            <a:ext cx="783900" cy="5046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400"/>
              <a:buFont typeface="Montserrat ExtraBold"/>
              <a:buNone/>
              <a:defRPr sz="3400" b="0" i="1" u="none" strike="noStrike" cap="none">
                <a:solidFill>
                  <a:schemeClr val="dk1"/>
                </a:solidFill>
                <a:latin typeface="Montserrat ExtraBold"/>
                <a:ea typeface="Montserrat ExtraBold"/>
                <a:cs typeface="Montserrat ExtraBold"/>
                <a:sym typeface="Montserrat ExtraBold"/>
              </a:defRPr>
            </a:lvl1pPr>
            <a:lvl2pPr marR="0" lvl="1" algn="ctr" rtl="0">
              <a:lnSpc>
                <a:spcPct val="100000"/>
              </a:lnSpc>
              <a:spcBef>
                <a:spcPts val="0"/>
              </a:spcBef>
              <a:spcAft>
                <a:spcPts val="0"/>
              </a:spcAft>
              <a:buClr>
                <a:schemeClr val="dk1"/>
              </a:buClr>
              <a:buSzPts val="2400"/>
              <a:buFont typeface="Montserrat ExtraBold"/>
              <a:buNone/>
              <a:defRPr sz="2400" b="0" i="1" u="none" strike="noStrike" cap="none">
                <a:solidFill>
                  <a:schemeClr val="dk1"/>
                </a:solidFill>
                <a:latin typeface="Montserrat ExtraBold"/>
                <a:ea typeface="Montserrat ExtraBold"/>
                <a:cs typeface="Montserrat ExtraBold"/>
                <a:sym typeface="Montserrat ExtraBold"/>
              </a:defRPr>
            </a:lvl2pPr>
            <a:lvl3pPr marR="0" lvl="2" algn="ctr" rtl="0">
              <a:lnSpc>
                <a:spcPct val="100000"/>
              </a:lnSpc>
              <a:spcBef>
                <a:spcPts val="0"/>
              </a:spcBef>
              <a:spcAft>
                <a:spcPts val="0"/>
              </a:spcAft>
              <a:buClr>
                <a:schemeClr val="dk1"/>
              </a:buClr>
              <a:buSzPts val="2400"/>
              <a:buFont typeface="Montserrat ExtraBold"/>
              <a:buNone/>
              <a:defRPr sz="2400" b="0" i="1" u="none" strike="noStrike" cap="none">
                <a:solidFill>
                  <a:schemeClr val="dk1"/>
                </a:solidFill>
                <a:latin typeface="Montserrat ExtraBold"/>
                <a:ea typeface="Montserrat ExtraBold"/>
                <a:cs typeface="Montserrat ExtraBold"/>
                <a:sym typeface="Montserrat ExtraBold"/>
              </a:defRPr>
            </a:lvl3pPr>
            <a:lvl4pPr marR="0" lvl="3" algn="ctr" rtl="0">
              <a:lnSpc>
                <a:spcPct val="100000"/>
              </a:lnSpc>
              <a:spcBef>
                <a:spcPts val="0"/>
              </a:spcBef>
              <a:spcAft>
                <a:spcPts val="0"/>
              </a:spcAft>
              <a:buClr>
                <a:schemeClr val="dk1"/>
              </a:buClr>
              <a:buSzPts val="2400"/>
              <a:buFont typeface="Montserrat ExtraBold"/>
              <a:buNone/>
              <a:defRPr sz="2400" b="0" i="1" u="none" strike="noStrike" cap="none">
                <a:solidFill>
                  <a:schemeClr val="dk1"/>
                </a:solidFill>
                <a:latin typeface="Montserrat ExtraBold"/>
                <a:ea typeface="Montserrat ExtraBold"/>
                <a:cs typeface="Montserrat ExtraBold"/>
                <a:sym typeface="Montserrat ExtraBold"/>
              </a:defRPr>
            </a:lvl4pPr>
            <a:lvl5pPr marR="0" lvl="4" algn="ctr" rtl="0">
              <a:lnSpc>
                <a:spcPct val="100000"/>
              </a:lnSpc>
              <a:spcBef>
                <a:spcPts val="0"/>
              </a:spcBef>
              <a:spcAft>
                <a:spcPts val="0"/>
              </a:spcAft>
              <a:buClr>
                <a:schemeClr val="dk1"/>
              </a:buClr>
              <a:buSzPts val="2400"/>
              <a:buFont typeface="Montserrat ExtraBold"/>
              <a:buNone/>
              <a:defRPr sz="2400" b="0" i="1" u="none" strike="noStrike" cap="none">
                <a:solidFill>
                  <a:schemeClr val="dk1"/>
                </a:solidFill>
                <a:latin typeface="Montserrat ExtraBold"/>
                <a:ea typeface="Montserrat ExtraBold"/>
                <a:cs typeface="Montserrat ExtraBold"/>
                <a:sym typeface="Montserrat ExtraBold"/>
              </a:defRPr>
            </a:lvl5pPr>
            <a:lvl6pPr marR="0" lvl="5" algn="ctr" rtl="0">
              <a:lnSpc>
                <a:spcPct val="100000"/>
              </a:lnSpc>
              <a:spcBef>
                <a:spcPts val="0"/>
              </a:spcBef>
              <a:spcAft>
                <a:spcPts val="0"/>
              </a:spcAft>
              <a:buClr>
                <a:schemeClr val="dk1"/>
              </a:buClr>
              <a:buSzPts val="2400"/>
              <a:buFont typeface="Montserrat ExtraBold"/>
              <a:buNone/>
              <a:defRPr sz="2400" b="0" i="1" u="none" strike="noStrike" cap="none">
                <a:solidFill>
                  <a:schemeClr val="dk1"/>
                </a:solidFill>
                <a:latin typeface="Montserrat ExtraBold"/>
                <a:ea typeface="Montserrat ExtraBold"/>
                <a:cs typeface="Montserrat ExtraBold"/>
                <a:sym typeface="Montserrat ExtraBold"/>
              </a:defRPr>
            </a:lvl6pPr>
            <a:lvl7pPr marR="0" lvl="6" algn="ctr" rtl="0">
              <a:lnSpc>
                <a:spcPct val="100000"/>
              </a:lnSpc>
              <a:spcBef>
                <a:spcPts val="0"/>
              </a:spcBef>
              <a:spcAft>
                <a:spcPts val="0"/>
              </a:spcAft>
              <a:buClr>
                <a:schemeClr val="dk1"/>
              </a:buClr>
              <a:buSzPts val="2400"/>
              <a:buFont typeface="Montserrat ExtraBold"/>
              <a:buNone/>
              <a:defRPr sz="2400" b="0" i="1" u="none" strike="noStrike" cap="none">
                <a:solidFill>
                  <a:schemeClr val="dk1"/>
                </a:solidFill>
                <a:latin typeface="Montserrat ExtraBold"/>
                <a:ea typeface="Montserrat ExtraBold"/>
                <a:cs typeface="Montserrat ExtraBold"/>
                <a:sym typeface="Montserrat ExtraBold"/>
              </a:defRPr>
            </a:lvl7pPr>
            <a:lvl8pPr marR="0" lvl="7" algn="ctr" rtl="0">
              <a:lnSpc>
                <a:spcPct val="100000"/>
              </a:lnSpc>
              <a:spcBef>
                <a:spcPts val="0"/>
              </a:spcBef>
              <a:spcAft>
                <a:spcPts val="0"/>
              </a:spcAft>
              <a:buClr>
                <a:schemeClr val="dk1"/>
              </a:buClr>
              <a:buSzPts val="2400"/>
              <a:buFont typeface="Montserrat ExtraBold"/>
              <a:buNone/>
              <a:defRPr sz="2400" b="0" i="1" u="none" strike="noStrike" cap="none">
                <a:solidFill>
                  <a:schemeClr val="dk1"/>
                </a:solidFill>
                <a:latin typeface="Montserrat ExtraBold"/>
                <a:ea typeface="Montserrat ExtraBold"/>
                <a:cs typeface="Montserrat ExtraBold"/>
                <a:sym typeface="Montserrat ExtraBold"/>
              </a:defRPr>
            </a:lvl8pPr>
            <a:lvl9pPr marR="0" lvl="8" algn="ctr" rtl="0">
              <a:lnSpc>
                <a:spcPct val="100000"/>
              </a:lnSpc>
              <a:spcBef>
                <a:spcPts val="0"/>
              </a:spcBef>
              <a:spcAft>
                <a:spcPts val="0"/>
              </a:spcAft>
              <a:buClr>
                <a:schemeClr val="dk1"/>
              </a:buClr>
              <a:buSzPts val="2400"/>
              <a:buFont typeface="Montserrat ExtraBold"/>
              <a:buNone/>
              <a:defRPr sz="2400" b="0" i="1" u="none" strike="noStrike" cap="none">
                <a:solidFill>
                  <a:schemeClr val="dk1"/>
                </a:solidFill>
                <a:latin typeface="Montserrat ExtraBold"/>
                <a:ea typeface="Montserrat ExtraBold"/>
                <a:cs typeface="Montserrat ExtraBold"/>
                <a:sym typeface="Montserrat ExtraBold"/>
              </a:defRPr>
            </a:lvl9pPr>
          </a:lstStyle>
          <a:p>
            <a:r>
              <a:rPr lang="en" dirty="0">
                <a:solidFill>
                  <a:schemeClr val="lt1"/>
                </a:solidFill>
              </a:rPr>
              <a:t>03</a:t>
            </a:r>
          </a:p>
        </p:txBody>
      </p:sp>
      <p:sp>
        <p:nvSpPr>
          <p:cNvPr id="10" name="Title 12">
            <a:extLst>
              <a:ext uri="{FF2B5EF4-FFF2-40B4-BE49-F238E27FC236}">
                <a16:creationId xmlns:a16="http://schemas.microsoft.com/office/drawing/2014/main" id="{588E6EB5-541C-C642-7979-609212C0B4EB}"/>
              </a:ext>
            </a:extLst>
          </p:cNvPr>
          <p:cNvSpPr txBox="1">
            <a:spLocks/>
          </p:cNvSpPr>
          <p:nvPr/>
        </p:nvSpPr>
        <p:spPr>
          <a:xfrm>
            <a:off x="1381349" y="711927"/>
            <a:ext cx="2672745" cy="7509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300"/>
              <a:buFont typeface="Montserrat ExtraBold"/>
              <a:buNone/>
              <a:defRPr sz="2000" b="0" i="1" u="none" strike="noStrike" cap="none">
                <a:solidFill>
                  <a:schemeClr val="dk1"/>
                </a:solidFill>
                <a:latin typeface="Montserrat ExtraBold"/>
                <a:ea typeface="Montserrat ExtraBold"/>
                <a:cs typeface="Montserrat ExtraBold"/>
                <a:sym typeface="Montserrat ExtraBold"/>
              </a:defRPr>
            </a:lvl1pPr>
            <a:lvl2pPr marR="0" lvl="1" algn="l" rtl="0">
              <a:lnSpc>
                <a:spcPct val="100000"/>
              </a:lnSpc>
              <a:spcBef>
                <a:spcPts val="0"/>
              </a:spcBef>
              <a:spcAft>
                <a:spcPts val="0"/>
              </a:spcAft>
              <a:buClr>
                <a:schemeClr val="dk1"/>
              </a:buClr>
              <a:buSzPts val="2800"/>
              <a:buFont typeface="Montserrat ExtraBold"/>
              <a:buNone/>
              <a:defRPr sz="2800" b="0" i="1" u="none" strike="noStrike" cap="none">
                <a:solidFill>
                  <a:schemeClr val="dk1"/>
                </a:solidFill>
                <a:latin typeface="Montserrat ExtraBold"/>
                <a:ea typeface="Montserrat ExtraBold"/>
                <a:cs typeface="Montserrat ExtraBold"/>
                <a:sym typeface="Montserrat ExtraBold"/>
              </a:defRPr>
            </a:lvl2pPr>
            <a:lvl3pPr marR="0" lvl="2" algn="l" rtl="0">
              <a:lnSpc>
                <a:spcPct val="100000"/>
              </a:lnSpc>
              <a:spcBef>
                <a:spcPts val="0"/>
              </a:spcBef>
              <a:spcAft>
                <a:spcPts val="0"/>
              </a:spcAft>
              <a:buClr>
                <a:schemeClr val="dk1"/>
              </a:buClr>
              <a:buSzPts val="2800"/>
              <a:buFont typeface="Montserrat ExtraBold"/>
              <a:buNone/>
              <a:defRPr sz="2800" b="0" i="1" u="none" strike="noStrike" cap="none">
                <a:solidFill>
                  <a:schemeClr val="dk1"/>
                </a:solidFill>
                <a:latin typeface="Montserrat ExtraBold"/>
                <a:ea typeface="Montserrat ExtraBold"/>
                <a:cs typeface="Montserrat ExtraBold"/>
                <a:sym typeface="Montserrat ExtraBold"/>
              </a:defRPr>
            </a:lvl3pPr>
            <a:lvl4pPr marR="0" lvl="3" algn="l" rtl="0">
              <a:lnSpc>
                <a:spcPct val="100000"/>
              </a:lnSpc>
              <a:spcBef>
                <a:spcPts val="0"/>
              </a:spcBef>
              <a:spcAft>
                <a:spcPts val="0"/>
              </a:spcAft>
              <a:buClr>
                <a:schemeClr val="dk1"/>
              </a:buClr>
              <a:buSzPts val="2800"/>
              <a:buFont typeface="Montserrat ExtraBold"/>
              <a:buNone/>
              <a:defRPr sz="2800" b="0" i="1" u="none" strike="noStrike" cap="none">
                <a:solidFill>
                  <a:schemeClr val="dk1"/>
                </a:solidFill>
                <a:latin typeface="Montserrat ExtraBold"/>
                <a:ea typeface="Montserrat ExtraBold"/>
                <a:cs typeface="Montserrat ExtraBold"/>
                <a:sym typeface="Montserrat ExtraBold"/>
              </a:defRPr>
            </a:lvl4pPr>
            <a:lvl5pPr marR="0" lvl="4" algn="l" rtl="0">
              <a:lnSpc>
                <a:spcPct val="100000"/>
              </a:lnSpc>
              <a:spcBef>
                <a:spcPts val="0"/>
              </a:spcBef>
              <a:spcAft>
                <a:spcPts val="0"/>
              </a:spcAft>
              <a:buClr>
                <a:schemeClr val="dk1"/>
              </a:buClr>
              <a:buSzPts val="2800"/>
              <a:buFont typeface="Montserrat ExtraBold"/>
              <a:buNone/>
              <a:defRPr sz="2800" b="0" i="1" u="none" strike="noStrike" cap="none">
                <a:solidFill>
                  <a:schemeClr val="dk1"/>
                </a:solidFill>
                <a:latin typeface="Montserrat ExtraBold"/>
                <a:ea typeface="Montserrat ExtraBold"/>
                <a:cs typeface="Montserrat ExtraBold"/>
                <a:sym typeface="Montserrat ExtraBold"/>
              </a:defRPr>
            </a:lvl5pPr>
            <a:lvl6pPr marR="0" lvl="5" algn="l" rtl="0">
              <a:lnSpc>
                <a:spcPct val="100000"/>
              </a:lnSpc>
              <a:spcBef>
                <a:spcPts val="0"/>
              </a:spcBef>
              <a:spcAft>
                <a:spcPts val="0"/>
              </a:spcAft>
              <a:buClr>
                <a:schemeClr val="dk1"/>
              </a:buClr>
              <a:buSzPts val="2800"/>
              <a:buFont typeface="Montserrat ExtraBold"/>
              <a:buNone/>
              <a:defRPr sz="2800" b="0" i="1" u="none" strike="noStrike" cap="none">
                <a:solidFill>
                  <a:schemeClr val="dk1"/>
                </a:solidFill>
                <a:latin typeface="Montserrat ExtraBold"/>
                <a:ea typeface="Montserrat ExtraBold"/>
                <a:cs typeface="Montserrat ExtraBold"/>
                <a:sym typeface="Montserrat ExtraBold"/>
              </a:defRPr>
            </a:lvl6pPr>
            <a:lvl7pPr marR="0" lvl="6" algn="l" rtl="0">
              <a:lnSpc>
                <a:spcPct val="100000"/>
              </a:lnSpc>
              <a:spcBef>
                <a:spcPts val="0"/>
              </a:spcBef>
              <a:spcAft>
                <a:spcPts val="0"/>
              </a:spcAft>
              <a:buClr>
                <a:schemeClr val="dk1"/>
              </a:buClr>
              <a:buSzPts val="2800"/>
              <a:buFont typeface="Montserrat ExtraBold"/>
              <a:buNone/>
              <a:defRPr sz="2800" b="0" i="1" u="none" strike="noStrike" cap="none">
                <a:solidFill>
                  <a:schemeClr val="dk1"/>
                </a:solidFill>
                <a:latin typeface="Montserrat ExtraBold"/>
                <a:ea typeface="Montserrat ExtraBold"/>
                <a:cs typeface="Montserrat ExtraBold"/>
                <a:sym typeface="Montserrat ExtraBold"/>
              </a:defRPr>
            </a:lvl7pPr>
            <a:lvl8pPr marR="0" lvl="7" algn="l" rtl="0">
              <a:lnSpc>
                <a:spcPct val="100000"/>
              </a:lnSpc>
              <a:spcBef>
                <a:spcPts val="0"/>
              </a:spcBef>
              <a:spcAft>
                <a:spcPts val="0"/>
              </a:spcAft>
              <a:buClr>
                <a:schemeClr val="dk1"/>
              </a:buClr>
              <a:buSzPts val="2800"/>
              <a:buFont typeface="Montserrat ExtraBold"/>
              <a:buNone/>
              <a:defRPr sz="2800" b="0" i="1" u="none" strike="noStrike" cap="none">
                <a:solidFill>
                  <a:schemeClr val="dk1"/>
                </a:solidFill>
                <a:latin typeface="Montserrat ExtraBold"/>
                <a:ea typeface="Montserrat ExtraBold"/>
                <a:cs typeface="Montserrat ExtraBold"/>
                <a:sym typeface="Montserrat ExtraBold"/>
              </a:defRPr>
            </a:lvl8pPr>
            <a:lvl9pPr marR="0" lvl="8" algn="l" rtl="0">
              <a:lnSpc>
                <a:spcPct val="100000"/>
              </a:lnSpc>
              <a:spcBef>
                <a:spcPts val="0"/>
              </a:spcBef>
              <a:spcAft>
                <a:spcPts val="0"/>
              </a:spcAft>
              <a:buClr>
                <a:schemeClr val="dk1"/>
              </a:buClr>
              <a:buSzPts val="2800"/>
              <a:buFont typeface="Montserrat ExtraBold"/>
              <a:buNone/>
              <a:defRPr sz="2800" b="0" i="1" u="none" strike="noStrike" cap="none">
                <a:solidFill>
                  <a:schemeClr val="dk1"/>
                </a:solidFill>
                <a:latin typeface="Montserrat ExtraBold"/>
                <a:ea typeface="Montserrat ExtraBold"/>
                <a:cs typeface="Montserrat ExtraBold"/>
                <a:sym typeface="Montserrat ExtraBold"/>
              </a:defRPr>
            </a:lvl9pPr>
          </a:lstStyle>
          <a:p>
            <a:r>
              <a:rPr lang="en-GB" dirty="0"/>
              <a:t>Get Fit with Our Custom Nutrition Plans</a:t>
            </a:r>
            <a:endParaRPr lang="en-US" dirty="0"/>
          </a:p>
        </p:txBody>
      </p:sp>
      <p:pic>
        <p:nvPicPr>
          <p:cNvPr id="2050" name="Picture 2" descr="Meal/Nutrition Plans">
            <a:extLst>
              <a:ext uri="{FF2B5EF4-FFF2-40B4-BE49-F238E27FC236}">
                <a16:creationId xmlns:a16="http://schemas.microsoft.com/office/drawing/2014/main" id="{D97654E1-C2A2-DF13-B2E1-EA15194D97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36077" y="1037771"/>
            <a:ext cx="3067957" cy="3067957"/>
          </a:xfrm>
          <a:prstGeom prst="rect">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5AFF8210-5E93-A391-0CD0-ACE609380E74}"/>
              </a:ext>
            </a:extLst>
          </p:cNvPr>
          <p:cNvSpPr txBox="1"/>
          <p:nvPr/>
        </p:nvSpPr>
        <p:spPr>
          <a:xfrm>
            <a:off x="217847" y="1904657"/>
            <a:ext cx="4477658" cy="2862322"/>
          </a:xfrm>
          <a:prstGeom prst="rect">
            <a:avLst/>
          </a:prstGeom>
          <a:noFill/>
        </p:spPr>
        <p:txBody>
          <a:bodyPr wrap="square" rtlCol="0">
            <a:spAutoFit/>
          </a:bodyPr>
          <a:lstStyle/>
          <a:p>
            <a:r>
              <a:rPr lang="en-GB" sz="2000" i="1" dirty="0">
                <a:solidFill>
                  <a:schemeClr val="accent6"/>
                </a:solidFill>
                <a:latin typeface="Montserrat ExtraBold" panose="00000900000000000000" pitchFamily="2" charset="0"/>
              </a:rPr>
              <a:t>Our website offers personalized nutrition plans to help you build a healthy body. </a:t>
            </a:r>
          </a:p>
          <a:p>
            <a:endParaRPr lang="en-GB" sz="2000" i="1" dirty="0">
              <a:solidFill>
                <a:schemeClr val="accent6"/>
              </a:solidFill>
              <a:latin typeface="Montserrat ExtraBold" panose="00000900000000000000" pitchFamily="2" charset="0"/>
            </a:endParaRPr>
          </a:p>
          <a:p>
            <a:r>
              <a:rPr lang="en-GB" sz="2000" i="1" dirty="0">
                <a:solidFill>
                  <a:schemeClr val="accent6"/>
                </a:solidFill>
                <a:latin typeface="Montserrat ExtraBold" panose="00000900000000000000" pitchFamily="2" charset="0"/>
              </a:rPr>
              <a:t>Tailored to your specific needs and goals, our expert meal plans support weight loss, muscle gain, or fitness maintenance.</a:t>
            </a:r>
            <a:endParaRPr lang="en-US" sz="2000" i="1" dirty="0">
              <a:solidFill>
                <a:schemeClr val="accent6"/>
              </a:solidFill>
              <a:latin typeface="Montserrat ExtraBold" panose="00000900000000000000" pitchFamily="2" charset="0"/>
            </a:endParaRPr>
          </a:p>
        </p:txBody>
      </p:sp>
      <p:grpSp>
        <p:nvGrpSpPr>
          <p:cNvPr id="12" name="Google Shape;2433;p61">
            <a:extLst>
              <a:ext uri="{FF2B5EF4-FFF2-40B4-BE49-F238E27FC236}">
                <a16:creationId xmlns:a16="http://schemas.microsoft.com/office/drawing/2014/main" id="{CF0A82E2-7DB2-FF45-0265-CD1273F42DCB}"/>
              </a:ext>
            </a:extLst>
          </p:cNvPr>
          <p:cNvGrpSpPr/>
          <p:nvPr/>
        </p:nvGrpSpPr>
        <p:grpSpPr>
          <a:xfrm>
            <a:off x="451940" y="115504"/>
            <a:ext cx="516145" cy="498648"/>
            <a:chOff x="3729467" y="2889422"/>
            <a:chExt cx="419153" cy="404977"/>
          </a:xfrm>
          <a:solidFill>
            <a:schemeClr val="accent6">
              <a:lumMod val="85000"/>
            </a:schemeClr>
          </a:solidFill>
        </p:grpSpPr>
        <p:sp>
          <p:nvSpPr>
            <p:cNvPr id="13" name="Google Shape;2434;p61">
              <a:extLst>
                <a:ext uri="{FF2B5EF4-FFF2-40B4-BE49-F238E27FC236}">
                  <a16:creationId xmlns:a16="http://schemas.microsoft.com/office/drawing/2014/main" id="{92A919A1-93E5-B3CB-B6E7-8195351A2C41}"/>
                </a:ext>
              </a:extLst>
            </p:cNvPr>
            <p:cNvSpPr/>
            <p:nvPr/>
          </p:nvSpPr>
          <p:spPr>
            <a:xfrm>
              <a:off x="4014137" y="2974913"/>
              <a:ext cx="134482" cy="178707"/>
            </a:xfrm>
            <a:custGeom>
              <a:avLst/>
              <a:gdLst/>
              <a:ahLst/>
              <a:cxnLst/>
              <a:rect l="l" t="t" r="r" b="b"/>
              <a:pathLst>
                <a:path w="6176" h="8207" extrusionOk="0">
                  <a:moveTo>
                    <a:pt x="4121" y="0"/>
                  </a:moveTo>
                  <a:lnTo>
                    <a:pt x="2973" y="2732"/>
                  </a:lnTo>
                  <a:lnTo>
                    <a:pt x="0" y="3260"/>
                  </a:lnTo>
                  <a:cubicBezTo>
                    <a:pt x="391" y="3891"/>
                    <a:pt x="586" y="4625"/>
                    <a:pt x="586" y="5372"/>
                  </a:cubicBezTo>
                  <a:cubicBezTo>
                    <a:pt x="586" y="5658"/>
                    <a:pt x="563" y="5945"/>
                    <a:pt x="494" y="6232"/>
                  </a:cubicBezTo>
                  <a:lnTo>
                    <a:pt x="2743" y="8206"/>
                  </a:lnTo>
                  <a:lnTo>
                    <a:pt x="5613" y="7392"/>
                  </a:lnTo>
                  <a:cubicBezTo>
                    <a:pt x="6175" y="4832"/>
                    <a:pt x="5636" y="2146"/>
                    <a:pt x="4121" y="0"/>
                  </a:cubicBezTo>
                  <a:close/>
                </a:path>
              </a:pathLst>
            </a:custGeom>
            <a:grpFill/>
            <a:ln>
              <a:solidFill>
                <a:schemeClr val="bg1"/>
              </a:solid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 name="Google Shape;2435;p61">
              <a:extLst>
                <a:ext uri="{FF2B5EF4-FFF2-40B4-BE49-F238E27FC236}">
                  <a16:creationId xmlns:a16="http://schemas.microsoft.com/office/drawing/2014/main" id="{DA6AC325-4AD5-F47E-DE85-C58E0DADC1BB}"/>
                </a:ext>
              </a:extLst>
            </p:cNvPr>
            <p:cNvSpPr/>
            <p:nvPr/>
          </p:nvSpPr>
          <p:spPr>
            <a:xfrm>
              <a:off x="3741225" y="3095375"/>
              <a:ext cx="148963" cy="173460"/>
            </a:xfrm>
            <a:custGeom>
              <a:avLst/>
              <a:gdLst/>
              <a:ahLst/>
              <a:cxnLst/>
              <a:rect l="l" t="t" r="r" b="b"/>
              <a:pathLst>
                <a:path w="6841" h="7966" extrusionOk="0">
                  <a:moveTo>
                    <a:pt x="2215" y="0"/>
                  </a:moveTo>
                  <a:lnTo>
                    <a:pt x="0" y="1963"/>
                  </a:lnTo>
                  <a:cubicBezTo>
                    <a:pt x="597" y="4511"/>
                    <a:pt x="2250" y="6691"/>
                    <a:pt x="4534" y="7965"/>
                  </a:cubicBezTo>
                  <a:lnTo>
                    <a:pt x="4373" y="5027"/>
                  </a:lnTo>
                  <a:lnTo>
                    <a:pt x="6841" y="3248"/>
                  </a:lnTo>
                  <a:cubicBezTo>
                    <a:pt x="5980" y="2686"/>
                    <a:pt x="5360" y="1814"/>
                    <a:pt x="5108" y="804"/>
                  </a:cubicBezTo>
                  <a:lnTo>
                    <a:pt x="2215" y="0"/>
                  </a:lnTo>
                  <a:close/>
                </a:path>
              </a:pathLst>
            </a:custGeom>
            <a:grpFill/>
            <a:ln>
              <a:solidFill>
                <a:schemeClr val="bg1"/>
              </a:solid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 name="Google Shape;2436;p61">
              <a:extLst>
                <a:ext uri="{FF2B5EF4-FFF2-40B4-BE49-F238E27FC236}">
                  <a16:creationId xmlns:a16="http://schemas.microsoft.com/office/drawing/2014/main" id="{67D1DD4D-06DB-3769-1D01-0FB41B5A5BEC}"/>
                </a:ext>
              </a:extLst>
            </p:cNvPr>
            <p:cNvSpPr/>
            <p:nvPr/>
          </p:nvSpPr>
          <p:spPr>
            <a:xfrm>
              <a:off x="3949660" y="2889684"/>
              <a:ext cx="146219" cy="145980"/>
            </a:xfrm>
            <a:custGeom>
              <a:avLst/>
              <a:gdLst/>
              <a:ahLst/>
              <a:cxnLst/>
              <a:rect l="l" t="t" r="r" b="b"/>
              <a:pathLst>
                <a:path w="6715" h="6704" extrusionOk="0">
                  <a:moveTo>
                    <a:pt x="12" y="0"/>
                  </a:moveTo>
                  <a:lnTo>
                    <a:pt x="1435" y="2583"/>
                  </a:lnTo>
                  <a:lnTo>
                    <a:pt x="0" y="5257"/>
                  </a:lnTo>
                  <a:cubicBezTo>
                    <a:pt x="1022" y="5383"/>
                    <a:pt x="1963" y="5900"/>
                    <a:pt x="2629" y="6703"/>
                  </a:cubicBezTo>
                  <a:lnTo>
                    <a:pt x="5567" y="6187"/>
                  </a:lnTo>
                  <a:lnTo>
                    <a:pt x="6714" y="3432"/>
                  </a:lnTo>
                  <a:cubicBezTo>
                    <a:pt x="5062" y="1401"/>
                    <a:pt x="2629" y="150"/>
                    <a:pt x="12" y="0"/>
                  </a:cubicBezTo>
                  <a:close/>
                </a:path>
              </a:pathLst>
            </a:custGeom>
            <a:grpFill/>
            <a:ln>
              <a:solidFill>
                <a:schemeClr val="bg1"/>
              </a:solid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 name="Google Shape;2437;p61">
              <a:extLst>
                <a:ext uri="{FF2B5EF4-FFF2-40B4-BE49-F238E27FC236}">
                  <a16:creationId xmlns:a16="http://schemas.microsoft.com/office/drawing/2014/main" id="{1230AB40-4E47-0835-9215-62F60E603C7E}"/>
                </a:ext>
              </a:extLst>
            </p:cNvPr>
            <p:cNvSpPr/>
            <p:nvPr/>
          </p:nvSpPr>
          <p:spPr>
            <a:xfrm>
              <a:off x="3847947" y="3172089"/>
              <a:ext cx="167210" cy="122310"/>
            </a:xfrm>
            <a:custGeom>
              <a:avLst/>
              <a:gdLst/>
              <a:ahLst/>
              <a:cxnLst/>
              <a:rect l="l" t="t" r="r" b="b"/>
              <a:pathLst>
                <a:path w="7679" h="5617" extrusionOk="0">
                  <a:moveTo>
                    <a:pt x="2433" y="1"/>
                  </a:moveTo>
                  <a:lnTo>
                    <a:pt x="0" y="1757"/>
                  </a:lnTo>
                  <a:lnTo>
                    <a:pt x="149" y="4718"/>
                  </a:lnTo>
                  <a:cubicBezTo>
                    <a:pt x="1415" y="5317"/>
                    <a:pt x="2781" y="5616"/>
                    <a:pt x="4148" y="5616"/>
                  </a:cubicBezTo>
                  <a:cubicBezTo>
                    <a:pt x="5347" y="5616"/>
                    <a:pt x="6546" y="5386"/>
                    <a:pt x="7678" y="4924"/>
                  </a:cubicBezTo>
                  <a:lnTo>
                    <a:pt x="5280" y="3203"/>
                  </a:lnTo>
                  <a:lnTo>
                    <a:pt x="5417" y="173"/>
                  </a:lnTo>
                  <a:lnTo>
                    <a:pt x="5417" y="173"/>
                  </a:lnTo>
                  <a:cubicBezTo>
                    <a:pt x="5016" y="311"/>
                    <a:pt x="4591" y="379"/>
                    <a:pt x="4155" y="379"/>
                  </a:cubicBezTo>
                  <a:cubicBezTo>
                    <a:pt x="3558" y="379"/>
                    <a:pt x="2973" y="253"/>
                    <a:pt x="2433" y="1"/>
                  </a:cubicBezTo>
                  <a:close/>
                </a:path>
              </a:pathLst>
            </a:custGeom>
            <a:grpFill/>
            <a:ln>
              <a:solidFill>
                <a:schemeClr val="bg1"/>
              </a:solid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 name="Google Shape;2438;p61">
              <a:extLst>
                <a:ext uri="{FF2B5EF4-FFF2-40B4-BE49-F238E27FC236}">
                  <a16:creationId xmlns:a16="http://schemas.microsoft.com/office/drawing/2014/main" id="{01B77D0A-0EA8-3791-5C78-82919A3F872A}"/>
                </a:ext>
              </a:extLst>
            </p:cNvPr>
            <p:cNvSpPr/>
            <p:nvPr/>
          </p:nvSpPr>
          <p:spPr>
            <a:xfrm>
              <a:off x="3974658" y="3122616"/>
              <a:ext cx="158457" cy="151206"/>
            </a:xfrm>
            <a:custGeom>
              <a:avLst/>
              <a:gdLst/>
              <a:ahLst/>
              <a:cxnLst/>
              <a:rect l="l" t="t" r="r" b="b"/>
              <a:pathLst>
                <a:path w="7277" h="6944" extrusionOk="0">
                  <a:moveTo>
                    <a:pt x="2158" y="0"/>
                  </a:moveTo>
                  <a:cubicBezTo>
                    <a:pt x="1790" y="964"/>
                    <a:pt x="1079" y="1768"/>
                    <a:pt x="149" y="2227"/>
                  </a:cubicBezTo>
                  <a:lnTo>
                    <a:pt x="0" y="5222"/>
                  </a:lnTo>
                  <a:lnTo>
                    <a:pt x="2422" y="6944"/>
                  </a:lnTo>
                  <a:cubicBezTo>
                    <a:pt x="4775" y="5785"/>
                    <a:pt x="6542" y="3696"/>
                    <a:pt x="7277" y="1171"/>
                  </a:cubicBezTo>
                  <a:lnTo>
                    <a:pt x="7277" y="1171"/>
                  </a:lnTo>
                  <a:lnTo>
                    <a:pt x="4430" y="1986"/>
                  </a:lnTo>
                  <a:lnTo>
                    <a:pt x="2158" y="0"/>
                  </a:lnTo>
                  <a:close/>
                </a:path>
              </a:pathLst>
            </a:custGeom>
            <a:grpFill/>
            <a:ln>
              <a:solidFill>
                <a:schemeClr val="bg1"/>
              </a:solid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 name="Google Shape;2439;p61">
              <a:extLst>
                <a:ext uri="{FF2B5EF4-FFF2-40B4-BE49-F238E27FC236}">
                  <a16:creationId xmlns:a16="http://schemas.microsoft.com/office/drawing/2014/main" id="{9DA46716-ABA3-9D55-C413-C7FCDE0EF784}"/>
                </a:ext>
              </a:extLst>
            </p:cNvPr>
            <p:cNvSpPr/>
            <p:nvPr/>
          </p:nvSpPr>
          <p:spPr>
            <a:xfrm>
              <a:off x="3729467" y="2966660"/>
              <a:ext cx="138990" cy="158718"/>
            </a:xfrm>
            <a:custGeom>
              <a:avLst/>
              <a:gdLst/>
              <a:ahLst/>
              <a:cxnLst/>
              <a:rect l="l" t="t" r="r" b="b"/>
              <a:pathLst>
                <a:path w="6383" h="7289" extrusionOk="0">
                  <a:moveTo>
                    <a:pt x="2296" y="0"/>
                  </a:moveTo>
                  <a:cubicBezTo>
                    <a:pt x="678" y="2055"/>
                    <a:pt x="1" y="4706"/>
                    <a:pt x="425" y="7288"/>
                  </a:cubicBezTo>
                  <a:lnTo>
                    <a:pt x="2618" y="5337"/>
                  </a:lnTo>
                  <a:lnTo>
                    <a:pt x="5556" y="6152"/>
                  </a:lnTo>
                  <a:cubicBezTo>
                    <a:pt x="5544" y="6026"/>
                    <a:pt x="5533" y="5888"/>
                    <a:pt x="5533" y="5751"/>
                  </a:cubicBezTo>
                  <a:cubicBezTo>
                    <a:pt x="5533" y="4855"/>
                    <a:pt x="5831" y="3983"/>
                    <a:pt x="6382" y="3271"/>
                  </a:cubicBezTo>
                  <a:lnTo>
                    <a:pt x="5211" y="505"/>
                  </a:lnTo>
                  <a:lnTo>
                    <a:pt x="2296" y="0"/>
                  </a:lnTo>
                  <a:close/>
                </a:path>
              </a:pathLst>
            </a:custGeom>
            <a:grpFill/>
            <a:ln>
              <a:solidFill>
                <a:schemeClr val="bg1"/>
              </a:solid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 name="Google Shape;2440;p61">
              <a:extLst>
                <a:ext uri="{FF2B5EF4-FFF2-40B4-BE49-F238E27FC236}">
                  <a16:creationId xmlns:a16="http://schemas.microsoft.com/office/drawing/2014/main" id="{1E20DEB6-82CC-B913-C65A-C16E8CBEC513}"/>
                </a:ext>
              </a:extLst>
            </p:cNvPr>
            <p:cNvSpPr/>
            <p:nvPr/>
          </p:nvSpPr>
          <p:spPr>
            <a:xfrm>
              <a:off x="3787716" y="2889422"/>
              <a:ext cx="180449" cy="139229"/>
            </a:xfrm>
            <a:custGeom>
              <a:avLst/>
              <a:gdLst/>
              <a:ahLst/>
              <a:cxnLst/>
              <a:rect l="l" t="t" r="r" b="b"/>
              <a:pathLst>
                <a:path w="8287" h="6394" extrusionOk="0">
                  <a:moveTo>
                    <a:pt x="6863" y="1"/>
                  </a:moveTo>
                  <a:cubicBezTo>
                    <a:pt x="4235" y="12"/>
                    <a:pt x="1756" y="1137"/>
                    <a:pt x="0" y="3088"/>
                  </a:cubicBezTo>
                  <a:lnTo>
                    <a:pt x="2904" y="3593"/>
                  </a:lnTo>
                  <a:lnTo>
                    <a:pt x="4086" y="6394"/>
                  </a:lnTo>
                  <a:cubicBezTo>
                    <a:pt x="4820" y="5671"/>
                    <a:pt x="5819" y="5258"/>
                    <a:pt x="6852" y="5235"/>
                  </a:cubicBezTo>
                  <a:lnTo>
                    <a:pt x="8287" y="2606"/>
                  </a:lnTo>
                  <a:lnTo>
                    <a:pt x="6863" y="1"/>
                  </a:lnTo>
                  <a:close/>
                </a:path>
              </a:pathLst>
            </a:custGeom>
            <a:grpFill/>
            <a:ln>
              <a:solidFill>
                <a:schemeClr val="bg1"/>
              </a:solid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Tree>
    <p:extLst>
      <p:ext uri="{BB962C8B-B14F-4D97-AF65-F5344CB8AC3E}">
        <p14:creationId xmlns:p14="http://schemas.microsoft.com/office/powerpoint/2010/main" val="2379571045"/>
      </p:ext>
    </p:extLst>
  </p:cSld>
  <p:clrMapOvr>
    <a:masterClrMapping/>
  </p:clrMapOvr>
  <p:transition spd="slow">
    <p:cove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oogle Shape;849;p32">
            <a:extLst>
              <a:ext uri="{FF2B5EF4-FFF2-40B4-BE49-F238E27FC236}">
                <a16:creationId xmlns:a16="http://schemas.microsoft.com/office/drawing/2014/main" id="{97A4A1E8-623D-CAD3-E000-CF2184D62D41}"/>
              </a:ext>
            </a:extLst>
          </p:cNvPr>
          <p:cNvGrpSpPr/>
          <p:nvPr/>
        </p:nvGrpSpPr>
        <p:grpSpPr>
          <a:xfrm>
            <a:off x="154562" y="801525"/>
            <a:ext cx="984333" cy="750875"/>
            <a:chOff x="6268229" y="1126723"/>
            <a:chExt cx="2821246" cy="1847625"/>
          </a:xfrm>
        </p:grpSpPr>
        <p:sp>
          <p:nvSpPr>
            <p:cNvPr id="5" name="Google Shape;850;p32">
              <a:extLst>
                <a:ext uri="{FF2B5EF4-FFF2-40B4-BE49-F238E27FC236}">
                  <a16:creationId xmlns:a16="http://schemas.microsoft.com/office/drawing/2014/main" id="{42C99E85-3B36-E0B2-5F92-3029CD8E73DC}"/>
                </a:ext>
              </a:extLst>
            </p:cNvPr>
            <p:cNvSpPr/>
            <p:nvPr/>
          </p:nvSpPr>
          <p:spPr>
            <a:xfrm>
              <a:off x="6268229" y="1126723"/>
              <a:ext cx="2821246" cy="1847604"/>
            </a:xfrm>
            <a:custGeom>
              <a:avLst/>
              <a:gdLst/>
              <a:ahLst/>
              <a:cxnLst/>
              <a:rect l="l" t="t" r="r" b="b"/>
              <a:pathLst>
                <a:path w="71719" h="46968" extrusionOk="0">
                  <a:moveTo>
                    <a:pt x="634" y="46634"/>
                  </a:moveTo>
                  <a:lnTo>
                    <a:pt x="1168" y="46834"/>
                  </a:lnTo>
                  <a:lnTo>
                    <a:pt x="1635" y="46734"/>
                  </a:lnTo>
                  <a:lnTo>
                    <a:pt x="2102" y="46434"/>
                  </a:lnTo>
                  <a:lnTo>
                    <a:pt x="2569" y="46434"/>
                  </a:lnTo>
                  <a:lnTo>
                    <a:pt x="3103" y="46400"/>
                  </a:lnTo>
                  <a:lnTo>
                    <a:pt x="3670" y="46534"/>
                  </a:lnTo>
                  <a:lnTo>
                    <a:pt x="4170" y="46400"/>
                  </a:lnTo>
                  <a:lnTo>
                    <a:pt x="4704" y="46334"/>
                  </a:lnTo>
                  <a:lnTo>
                    <a:pt x="5238" y="46234"/>
                  </a:lnTo>
                  <a:lnTo>
                    <a:pt x="5771" y="46367"/>
                  </a:lnTo>
                  <a:lnTo>
                    <a:pt x="6272" y="46367"/>
                  </a:lnTo>
                  <a:lnTo>
                    <a:pt x="6805" y="46500"/>
                  </a:lnTo>
                  <a:lnTo>
                    <a:pt x="7306" y="46467"/>
                  </a:lnTo>
                  <a:lnTo>
                    <a:pt x="7773" y="46234"/>
                  </a:lnTo>
                  <a:lnTo>
                    <a:pt x="8273" y="46434"/>
                  </a:lnTo>
                  <a:lnTo>
                    <a:pt x="8773" y="46434"/>
                  </a:lnTo>
                  <a:lnTo>
                    <a:pt x="9240" y="46200"/>
                  </a:lnTo>
                  <a:lnTo>
                    <a:pt x="9741" y="46434"/>
                  </a:lnTo>
                  <a:lnTo>
                    <a:pt x="10241" y="46400"/>
                  </a:lnTo>
                  <a:lnTo>
                    <a:pt x="10675" y="46100"/>
                  </a:lnTo>
                  <a:lnTo>
                    <a:pt x="11175" y="46134"/>
                  </a:lnTo>
                  <a:lnTo>
                    <a:pt x="11642" y="45900"/>
                  </a:lnTo>
                  <a:lnTo>
                    <a:pt x="12142" y="45967"/>
                  </a:lnTo>
                  <a:lnTo>
                    <a:pt x="12609" y="45867"/>
                  </a:lnTo>
                  <a:lnTo>
                    <a:pt x="13110" y="46033"/>
                  </a:lnTo>
                  <a:lnTo>
                    <a:pt x="13610" y="45933"/>
                  </a:lnTo>
                  <a:lnTo>
                    <a:pt x="14111" y="46000"/>
                  </a:lnTo>
                  <a:lnTo>
                    <a:pt x="14578" y="45833"/>
                  </a:lnTo>
                  <a:lnTo>
                    <a:pt x="15078" y="45900"/>
                  </a:lnTo>
                  <a:lnTo>
                    <a:pt x="15578" y="45933"/>
                  </a:lnTo>
                  <a:lnTo>
                    <a:pt x="16045" y="45867"/>
                  </a:lnTo>
                  <a:lnTo>
                    <a:pt x="16512" y="45566"/>
                  </a:lnTo>
                  <a:lnTo>
                    <a:pt x="17013" y="45633"/>
                  </a:lnTo>
                  <a:lnTo>
                    <a:pt x="17480" y="45700"/>
                  </a:lnTo>
                  <a:lnTo>
                    <a:pt x="17980" y="45633"/>
                  </a:lnTo>
                  <a:lnTo>
                    <a:pt x="18447" y="45433"/>
                  </a:lnTo>
                  <a:lnTo>
                    <a:pt x="18914" y="45600"/>
                  </a:lnTo>
                  <a:lnTo>
                    <a:pt x="19448" y="45400"/>
                  </a:lnTo>
                  <a:lnTo>
                    <a:pt x="19881" y="45633"/>
                  </a:lnTo>
                  <a:lnTo>
                    <a:pt x="20382" y="45833"/>
                  </a:lnTo>
                  <a:lnTo>
                    <a:pt x="20849" y="45900"/>
                  </a:lnTo>
                  <a:lnTo>
                    <a:pt x="21382" y="45733"/>
                  </a:lnTo>
                  <a:lnTo>
                    <a:pt x="21849" y="46000"/>
                  </a:lnTo>
                  <a:lnTo>
                    <a:pt x="22316" y="46167"/>
                  </a:lnTo>
                  <a:lnTo>
                    <a:pt x="22817" y="46167"/>
                  </a:lnTo>
                  <a:lnTo>
                    <a:pt x="23284" y="46434"/>
                  </a:lnTo>
                  <a:lnTo>
                    <a:pt x="23684" y="46567"/>
                  </a:lnTo>
                  <a:lnTo>
                    <a:pt x="24118" y="46367"/>
                  </a:lnTo>
                  <a:lnTo>
                    <a:pt x="24551" y="46667"/>
                  </a:lnTo>
                  <a:lnTo>
                    <a:pt x="25018" y="46634"/>
                  </a:lnTo>
                  <a:lnTo>
                    <a:pt x="25452" y="46267"/>
                  </a:lnTo>
                  <a:lnTo>
                    <a:pt x="25952" y="46500"/>
                  </a:lnTo>
                  <a:lnTo>
                    <a:pt x="26453" y="46601"/>
                  </a:lnTo>
                  <a:lnTo>
                    <a:pt x="26920" y="46500"/>
                  </a:lnTo>
                  <a:lnTo>
                    <a:pt x="27353" y="46167"/>
                  </a:lnTo>
                  <a:lnTo>
                    <a:pt x="27887" y="46467"/>
                  </a:lnTo>
                  <a:lnTo>
                    <a:pt x="28387" y="46334"/>
                  </a:lnTo>
                  <a:lnTo>
                    <a:pt x="28888" y="46334"/>
                  </a:lnTo>
                  <a:lnTo>
                    <a:pt x="29355" y="46134"/>
                  </a:lnTo>
                  <a:lnTo>
                    <a:pt x="29855" y="46000"/>
                  </a:lnTo>
                  <a:lnTo>
                    <a:pt x="30322" y="46000"/>
                  </a:lnTo>
                  <a:lnTo>
                    <a:pt x="30856" y="46100"/>
                  </a:lnTo>
                  <a:lnTo>
                    <a:pt x="31323" y="45967"/>
                  </a:lnTo>
                  <a:lnTo>
                    <a:pt x="31823" y="45967"/>
                  </a:lnTo>
                  <a:lnTo>
                    <a:pt x="32324" y="46000"/>
                  </a:lnTo>
                  <a:lnTo>
                    <a:pt x="32824" y="46067"/>
                  </a:lnTo>
                  <a:lnTo>
                    <a:pt x="33324" y="46000"/>
                  </a:lnTo>
                  <a:lnTo>
                    <a:pt x="33791" y="45833"/>
                  </a:lnTo>
                  <a:lnTo>
                    <a:pt x="34292" y="45767"/>
                  </a:lnTo>
                  <a:lnTo>
                    <a:pt x="34792" y="45867"/>
                  </a:lnTo>
                  <a:lnTo>
                    <a:pt x="35292" y="45733"/>
                  </a:lnTo>
                  <a:lnTo>
                    <a:pt x="35793" y="45600"/>
                  </a:lnTo>
                  <a:lnTo>
                    <a:pt x="36260" y="45500"/>
                  </a:lnTo>
                  <a:lnTo>
                    <a:pt x="36760" y="45633"/>
                  </a:lnTo>
                  <a:lnTo>
                    <a:pt x="37227" y="45500"/>
                  </a:lnTo>
                  <a:lnTo>
                    <a:pt x="37727" y="45533"/>
                  </a:lnTo>
                  <a:lnTo>
                    <a:pt x="38194" y="45266"/>
                  </a:lnTo>
                  <a:lnTo>
                    <a:pt x="38661" y="45266"/>
                  </a:lnTo>
                  <a:lnTo>
                    <a:pt x="39162" y="45400"/>
                  </a:lnTo>
                  <a:lnTo>
                    <a:pt x="39662" y="45700"/>
                  </a:lnTo>
                  <a:lnTo>
                    <a:pt x="40196" y="45500"/>
                  </a:lnTo>
                  <a:lnTo>
                    <a:pt x="40730" y="45700"/>
                  </a:lnTo>
                  <a:lnTo>
                    <a:pt x="41230" y="45633"/>
                  </a:lnTo>
                  <a:lnTo>
                    <a:pt x="41764" y="45667"/>
                  </a:lnTo>
                  <a:lnTo>
                    <a:pt x="42297" y="45633"/>
                  </a:lnTo>
                  <a:lnTo>
                    <a:pt x="42798" y="45767"/>
                  </a:lnTo>
                  <a:lnTo>
                    <a:pt x="43265" y="45633"/>
                  </a:lnTo>
                  <a:lnTo>
                    <a:pt x="43732" y="45366"/>
                  </a:lnTo>
                  <a:lnTo>
                    <a:pt x="44232" y="45366"/>
                  </a:lnTo>
                  <a:lnTo>
                    <a:pt x="44732" y="45466"/>
                  </a:lnTo>
                  <a:lnTo>
                    <a:pt x="45199" y="45166"/>
                  </a:lnTo>
                  <a:lnTo>
                    <a:pt x="45733" y="45366"/>
                  </a:lnTo>
                  <a:lnTo>
                    <a:pt x="46300" y="45200"/>
                  </a:lnTo>
                  <a:lnTo>
                    <a:pt x="46734" y="45667"/>
                  </a:lnTo>
                  <a:lnTo>
                    <a:pt x="47301" y="45433"/>
                  </a:lnTo>
                  <a:lnTo>
                    <a:pt x="47801" y="45700"/>
                  </a:lnTo>
                  <a:lnTo>
                    <a:pt x="48368" y="45566"/>
                  </a:lnTo>
                  <a:lnTo>
                    <a:pt x="48869" y="45833"/>
                  </a:lnTo>
                  <a:lnTo>
                    <a:pt x="49402" y="46000"/>
                  </a:lnTo>
                  <a:lnTo>
                    <a:pt x="49969" y="45933"/>
                  </a:lnTo>
                  <a:lnTo>
                    <a:pt x="50436" y="46100"/>
                  </a:lnTo>
                  <a:lnTo>
                    <a:pt x="50970" y="45900"/>
                  </a:lnTo>
                  <a:lnTo>
                    <a:pt x="51471" y="46000"/>
                  </a:lnTo>
                  <a:lnTo>
                    <a:pt x="52004" y="46100"/>
                  </a:lnTo>
                  <a:lnTo>
                    <a:pt x="52471" y="45900"/>
                  </a:lnTo>
                  <a:lnTo>
                    <a:pt x="53038" y="46000"/>
                  </a:lnTo>
                  <a:lnTo>
                    <a:pt x="53539" y="45900"/>
                  </a:lnTo>
                  <a:lnTo>
                    <a:pt x="53906" y="45466"/>
                  </a:lnTo>
                  <a:lnTo>
                    <a:pt x="54439" y="45500"/>
                  </a:lnTo>
                  <a:lnTo>
                    <a:pt x="54873" y="45300"/>
                  </a:lnTo>
                  <a:lnTo>
                    <a:pt x="55373" y="45300"/>
                  </a:lnTo>
                  <a:lnTo>
                    <a:pt x="55840" y="45166"/>
                  </a:lnTo>
                  <a:lnTo>
                    <a:pt x="56274" y="44966"/>
                  </a:lnTo>
                  <a:lnTo>
                    <a:pt x="56808" y="45033"/>
                  </a:lnTo>
                  <a:lnTo>
                    <a:pt x="57208" y="44566"/>
                  </a:lnTo>
                  <a:lnTo>
                    <a:pt x="57708" y="44599"/>
                  </a:lnTo>
                  <a:lnTo>
                    <a:pt x="58209" y="44733"/>
                  </a:lnTo>
                  <a:lnTo>
                    <a:pt x="58642" y="44432"/>
                  </a:lnTo>
                  <a:lnTo>
                    <a:pt x="59143" y="44266"/>
                  </a:lnTo>
                  <a:lnTo>
                    <a:pt x="59643" y="44366"/>
                  </a:lnTo>
                  <a:lnTo>
                    <a:pt x="60143" y="44532"/>
                  </a:lnTo>
                  <a:lnTo>
                    <a:pt x="60610" y="44432"/>
                  </a:lnTo>
                  <a:lnTo>
                    <a:pt x="61077" y="44466"/>
                  </a:lnTo>
                  <a:lnTo>
                    <a:pt x="61611" y="44532"/>
                  </a:lnTo>
                  <a:lnTo>
                    <a:pt x="62178" y="44432"/>
                  </a:lnTo>
                  <a:lnTo>
                    <a:pt x="62745" y="44499"/>
                  </a:lnTo>
                  <a:lnTo>
                    <a:pt x="63179" y="44699"/>
                  </a:lnTo>
                  <a:lnTo>
                    <a:pt x="63646" y="44666"/>
                  </a:lnTo>
                  <a:lnTo>
                    <a:pt x="64080" y="44699"/>
                  </a:lnTo>
                  <a:lnTo>
                    <a:pt x="64547" y="44499"/>
                  </a:lnTo>
                  <a:lnTo>
                    <a:pt x="64980" y="44232"/>
                  </a:lnTo>
                  <a:lnTo>
                    <a:pt x="65447" y="44299"/>
                  </a:lnTo>
                  <a:lnTo>
                    <a:pt x="65847" y="44132"/>
                  </a:lnTo>
                  <a:lnTo>
                    <a:pt x="66381" y="44232"/>
                  </a:lnTo>
                  <a:lnTo>
                    <a:pt x="66882" y="44099"/>
                  </a:lnTo>
                  <a:lnTo>
                    <a:pt x="67215" y="43732"/>
                  </a:lnTo>
                  <a:lnTo>
                    <a:pt x="67715" y="43598"/>
                  </a:lnTo>
                  <a:lnTo>
                    <a:pt x="68116" y="43265"/>
                  </a:lnTo>
                  <a:lnTo>
                    <a:pt x="68616" y="43198"/>
                  </a:lnTo>
                  <a:lnTo>
                    <a:pt x="68950" y="42764"/>
                  </a:lnTo>
                  <a:lnTo>
                    <a:pt x="69483" y="42898"/>
                  </a:lnTo>
                  <a:lnTo>
                    <a:pt x="69917" y="42798"/>
                  </a:lnTo>
                  <a:lnTo>
                    <a:pt x="70384" y="42864"/>
                  </a:lnTo>
                  <a:lnTo>
                    <a:pt x="70884" y="42931"/>
                  </a:lnTo>
                  <a:lnTo>
                    <a:pt x="71351" y="42898"/>
                  </a:lnTo>
                  <a:lnTo>
                    <a:pt x="71718" y="42698"/>
                  </a:lnTo>
                  <a:lnTo>
                    <a:pt x="71718" y="934"/>
                  </a:lnTo>
                  <a:lnTo>
                    <a:pt x="71418" y="834"/>
                  </a:lnTo>
                  <a:lnTo>
                    <a:pt x="70918" y="934"/>
                  </a:lnTo>
                  <a:lnTo>
                    <a:pt x="70451" y="1168"/>
                  </a:lnTo>
                  <a:lnTo>
                    <a:pt x="69950" y="1168"/>
                  </a:lnTo>
                  <a:lnTo>
                    <a:pt x="69450" y="1035"/>
                  </a:lnTo>
                  <a:lnTo>
                    <a:pt x="68950" y="1301"/>
                  </a:lnTo>
                  <a:lnTo>
                    <a:pt x="68449" y="1068"/>
                  </a:lnTo>
                  <a:lnTo>
                    <a:pt x="67882" y="1201"/>
                  </a:lnTo>
                  <a:lnTo>
                    <a:pt x="67449" y="734"/>
                  </a:lnTo>
                  <a:lnTo>
                    <a:pt x="66882" y="901"/>
                  </a:lnTo>
                  <a:lnTo>
                    <a:pt x="66381" y="634"/>
                  </a:lnTo>
                  <a:lnTo>
                    <a:pt x="65814" y="734"/>
                  </a:lnTo>
                  <a:lnTo>
                    <a:pt x="65347" y="434"/>
                  </a:lnTo>
                  <a:lnTo>
                    <a:pt x="64847" y="234"/>
                  </a:lnTo>
                  <a:lnTo>
                    <a:pt x="64280" y="267"/>
                  </a:lnTo>
                  <a:lnTo>
                    <a:pt x="63779" y="67"/>
                  </a:lnTo>
                  <a:lnTo>
                    <a:pt x="63246" y="267"/>
                  </a:lnTo>
                  <a:lnTo>
                    <a:pt x="62745" y="134"/>
                  </a:lnTo>
                  <a:lnTo>
                    <a:pt x="62245" y="0"/>
                  </a:lnTo>
                  <a:lnTo>
                    <a:pt x="61745" y="201"/>
                  </a:lnTo>
                  <a:lnTo>
                    <a:pt x="61211" y="34"/>
                  </a:lnTo>
                  <a:lnTo>
                    <a:pt x="60677" y="101"/>
                  </a:lnTo>
                  <a:lnTo>
                    <a:pt x="60310" y="534"/>
                  </a:lnTo>
                  <a:lnTo>
                    <a:pt x="59776" y="467"/>
                  </a:lnTo>
                  <a:lnTo>
                    <a:pt x="59309" y="634"/>
                  </a:lnTo>
                  <a:lnTo>
                    <a:pt x="58809" y="601"/>
                  </a:lnTo>
                  <a:lnTo>
                    <a:pt x="58342" y="701"/>
                  </a:lnTo>
                  <a:lnTo>
                    <a:pt x="57908" y="901"/>
                  </a:lnTo>
                  <a:lnTo>
                    <a:pt x="57375" y="801"/>
                  </a:lnTo>
                  <a:lnTo>
                    <a:pt x="56974" y="1235"/>
                  </a:lnTo>
                  <a:lnTo>
                    <a:pt x="56474" y="1201"/>
                  </a:lnTo>
                  <a:lnTo>
                    <a:pt x="55974" y="1035"/>
                  </a:lnTo>
                  <a:lnTo>
                    <a:pt x="55507" y="1301"/>
                  </a:lnTo>
                  <a:lnTo>
                    <a:pt x="55006" y="1435"/>
                  </a:lnTo>
                  <a:lnTo>
                    <a:pt x="54539" y="1335"/>
                  </a:lnTo>
                  <a:lnTo>
                    <a:pt x="54039" y="1135"/>
                  </a:lnTo>
                  <a:lnTo>
                    <a:pt x="53572" y="1201"/>
                  </a:lnTo>
                  <a:lnTo>
                    <a:pt x="53072" y="1135"/>
                  </a:lnTo>
                  <a:lnTo>
                    <a:pt x="52571" y="1068"/>
                  </a:lnTo>
                  <a:lnTo>
                    <a:pt x="51971" y="1101"/>
                  </a:lnTo>
                  <a:lnTo>
                    <a:pt x="51437" y="1035"/>
                  </a:lnTo>
                  <a:lnTo>
                    <a:pt x="51004" y="801"/>
                  </a:lnTo>
                  <a:lnTo>
                    <a:pt x="50537" y="801"/>
                  </a:lnTo>
                  <a:lnTo>
                    <a:pt x="50103" y="734"/>
                  </a:lnTo>
                  <a:lnTo>
                    <a:pt x="49636" y="901"/>
                  </a:lnTo>
                  <a:lnTo>
                    <a:pt x="49202" y="1168"/>
                  </a:lnTo>
                  <a:lnTo>
                    <a:pt x="48735" y="1068"/>
                  </a:lnTo>
                  <a:lnTo>
                    <a:pt x="48302" y="1235"/>
                  </a:lnTo>
                  <a:lnTo>
                    <a:pt x="47768" y="1068"/>
                  </a:lnTo>
                  <a:lnTo>
                    <a:pt x="47268" y="1168"/>
                  </a:lnTo>
                  <a:lnTo>
                    <a:pt x="46901" y="1535"/>
                  </a:lnTo>
                  <a:lnTo>
                    <a:pt x="46400" y="1635"/>
                  </a:lnTo>
                  <a:lnTo>
                    <a:pt x="46000" y="1935"/>
                  </a:lnTo>
                  <a:lnTo>
                    <a:pt x="45500" y="1969"/>
                  </a:lnTo>
                  <a:lnTo>
                    <a:pt x="45133" y="2436"/>
                  </a:lnTo>
                  <a:lnTo>
                    <a:pt x="44632" y="2269"/>
                  </a:lnTo>
                  <a:lnTo>
                    <a:pt x="44165" y="2302"/>
                  </a:lnTo>
                  <a:lnTo>
                    <a:pt x="43698" y="2235"/>
                  </a:lnTo>
                  <a:lnTo>
                    <a:pt x="43231" y="2169"/>
                  </a:lnTo>
                  <a:lnTo>
                    <a:pt x="42764" y="2169"/>
                  </a:lnTo>
                  <a:lnTo>
                    <a:pt x="42264" y="2369"/>
                  </a:lnTo>
                  <a:lnTo>
                    <a:pt x="41730" y="2202"/>
                  </a:lnTo>
                  <a:lnTo>
                    <a:pt x="41230" y="2469"/>
                  </a:lnTo>
                  <a:lnTo>
                    <a:pt x="40730" y="2536"/>
                  </a:lnTo>
                  <a:lnTo>
                    <a:pt x="40229" y="2135"/>
                  </a:lnTo>
                  <a:lnTo>
                    <a:pt x="39729" y="2235"/>
                  </a:lnTo>
                  <a:lnTo>
                    <a:pt x="39228" y="2169"/>
                  </a:lnTo>
                  <a:lnTo>
                    <a:pt x="38695" y="2436"/>
                  </a:lnTo>
                  <a:lnTo>
                    <a:pt x="38194" y="2369"/>
                  </a:lnTo>
                  <a:lnTo>
                    <a:pt x="37694" y="2169"/>
                  </a:lnTo>
                  <a:lnTo>
                    <a:pt x="37194" y="2502"/>
                  </a:lnTo>
                  <a:lnTo>
                    <a:pt x="36693" y="2369"/>
                  </a:lnTo>
                  <a:lnTo>
                    <a:pt x="36160" y="2335"/>
                  </a:lnTo>
                  <a:lnTo>
                    <a:pt x="35659" y="2502"/>
                  </a:lnTo>
                  <a:lnTo>
                    <a:pt x="35159" y="2202"/>
                  </a:lnTo>
                  <a:lnTo>
                    <a:pt x="34625" y="2335"/>
                  </a:lnTo>
                  <a:lnTo>
                    <a:pt x="34125" y="2436"/>
                  </a:lnTo>
                  <a:lnTo>
                    <a:pt x="33591" y="2202"/>
                  </a:lnTo>
                  <a:lnTo>
                    <a:pt x="33091" y="2569"/>
                  </a:lnTo>
                  <a:lnTo>
                    <a:pt x="32590" y="2436"/>
                  </a:lnTo>
                  <a:lnTo>
                    <a:pt x="32057" y="2469"/>
                  </a:lnTo>
                  <a:lnTo>
                    <a:pt x="31556" y="2536"/>
                  </a:lnTo>
                  <a:lnTo>
                    <a:pt x="31056" y="2269"/>
                  </a:lnTo>
                  <a:lnTo>
                    <a:pt x="30522" y="2569"/>
                  </a:lnTo>
                  <a:lnTo>
                    <a:pt x="30022" y="2369"/>
                  </a:lnTo>
                  <a:lnTo>
                    <a:pt x="29522" y="2502"/>
                  </a:lnTo>
                  <a:lnTo>
                    <a:pt x="28988" y="2569"/>
                  </a:lnTo>
                  <a:lnTo>
                    <a:pt x="28487" y="2569"/>
                  </a:lnTo>
                  <a:lnTo>
                    <a:pt x="27987" y="2736"/>
                  </a:lnTo>
                  <a:lnTo>
                    <a:pt x="27487" y="2636"/>
                  </a:lnTo>
                  <a:lnTo>
                    <a:pt x="26986" y="2869"/>
                  </a:lnTo>
                  <a:lnTo>
                    <a:pt x="26453" y="2736"/>
                  </a:lnTo>
                  <a:lnTo>
                    <a:pt x="26019" y="3103"/>
                  </a:lnTo>
                  <a:lnTo>
                    <a:pt x="25452" y="3003"/>
                  </a:lnTo>
                  <a:lnTo>
                    <a:pt x="24952" y="3036"/>
                  </a:lnTo>
                  <a:lnTo>
                    <a:pt x="24418" y="3003"/>
                  </a:lnTo>
                  <a:lnTo>
                    <a:pt x="23984" y="3370"/>
                  </a:lnTo>
                  <a:lnTo>
                    <a:pt x="23417" y="3370"/>
                  </a:lnTo>
                  <a:lnTo>
                    <a:pt x="22850" y="3470"/>
                  </a:lnTo>
                  <a:lnTo>
                    <a:pt x="22350" y="3703"/>
                  </a:lnTo>
                  <a:lnTo>
                    <a:pt x="21849" y="3970"/>
                  </a:lnTo>
                  <a:lnTo>
                    <a:pt x="21349" y="3803"/>
                  </a:lnTo>
                  <a:lnTo>
                    <a:pt x="20882" y="4003"/>
                  </a:lnTo>
                  <a:lnTo>
                    <a:pt x="20415" y="3903"/>
                  </a:lnTo>
                  <a:lnTo>
                    <a:pt x="19948" y="3903"/>
                  </a:lnTo>
                  <a:lnTo>
                    <a:pt x="19414" y="3937"/>
                  </a:lnTo>
                  <a:lnTo>
                    <a:pt x="18914" y="3770"/>
                  </a:lnTo>
                  <a:lnTo>
                    <a:pt x="18414" y="3970"/>
                  </a:lnTo>
                  <a:lnTo>
                    <a:pt x="17913" y="3703"/>
                  </a:lnTo>
                  <a:lnTo>
                    <a:pt x="17413" y="3736"/>
                  </a:lnTo>
                  <a:lnTo>
                    <a:pt x="16879" y="3970"/>
                  </a:lnTo>
                  <a:lnTo>
                    <a:pt x="16412" y="3670"/>
                  </a:lnTo>
                  <a:lnTo>
                    <a:pt x="15878" y="3837"/>
                  </a:lnTo>
                  <a:lnTo>
                    <a:pt x="15411" y="3670"/>
                  </a:lnTo>
                  <a:lnTo>
                    <a:pt x="14878" y="3803"/>
                  </a:lnTo>
                  <a:lnTo>
                    <a:pt x="14411" y="3636"/>
                  </a:lnTo>
                  <a:lnTo>
                    <a:pt x="13910" y="3536"/>
                  </a:lnTo>
                  <a:lnTo>
                    <a:pt x="13510" y="3169"/>
                  </a:lnTo>
                  <a:lnTo>
                    <a:pt x="13010" y="3036"/>
                  </a:lnTo>
                  <a:lnTo>
                    <a:pt x="12476" y="3169"/>
                  </a:lnTo>
                  <a:lnTo>
                    <a:pt x="12009" y="2903"/>
                  </a:lnTo>
                  <a:lnTo>
                    <a:pt x="11475" y="2836"/>
                  </a:lnTo>
                  <a:lnTo>
                    <a:pt x="10908" y="3069"/>
                  </a:lnTo>
                  <a:lnTo>
                    <a:pt x="10441" y="2702"/>
                  </a:lnTo>
                  <a:lnTo>
                    <a:pt x="9941" y="2702"/>
                  </a:lnTo>
                  <a:lnTo>
                    <a:pt x="9374" y="2736"/>
                  </a:lnTo>
                  <a:lnTo>
                    <a:pt x="8840" y="2702"/>
                  </a:lnTo>
                  <a:lnTo>
                    <a:pt x="8273" y="2669"/>
                  </a:lnTo>
                  <a:lnTo>
                    <a:pt x="7773" y="2369"/>
                  </a:lnTo>
                  <a:lnTo>
                    <a:pt x="7239" y="2736"/>
                  </a:lnTo>
                  <a:lnTo>
                    <a:pt x="6739" y="2736"/>
                  </a:lnTo>
                  <a:lnTo>
                    <a:pt x="6205" y="2436"/>
                  </a:lnTo>
                  <a:lnTo>
                    <a:pt x="5738" y="2802"/>
                  </a:lnTo>
                  <a:lnTo>
                    <a:pt x="5137" y="2602"/>
                  </a:lnTo>
                  <a:lnTo>
                    <a:pt x="4804" y="3136"/>
                  </a:lnTo>
                  <a:lnTo>
                    <a:pt x="4270" y="3069"/>
                  </a:lnTo>
                  <a:lnTo>
                    <a:pt x="3870" y="3370"/>
                  </a:lnTo>
                  <a:lnTo>
                    <a:pt x="3403" y="3536"/>
                  </a:lnTo>
                  <a:lnTo>
                    <a:pt x="2936" y="3636"/>
                  </a:lnTo>
                  <a:lnTo>
                    <a:pt x="2469" y="3770"/>
                  </a:lnTo>
                  <a:lnTo>
                    <a:pt x="1935" y="3670"/>
                  </a:lnTo>
                  <a:lnTo>
                    <a:pt x="1535" y="4103"/>
                  </a:lnTo>
                  <a:lnTo>
                    <a:pt x="1001" y="3903"/>
                  </a:lnTo>
                  <a:lnTo>
                    <a:pt x="568" y="4137"/>
                  </a:lnTo>
                  <a:lnTo>
                    <a:pt x="67" y="4137"/>
                  </a:lnTo>
                  <a:lnTo>
                    <a:pt x="0" y="4170"/>
                  </a:lnTo>
                  <a:lnTo>
                    <a:pt x="0" y="46967"/>
                  </a:lnTo>
                  <a:lnTo>
                    <a:pt x="201" y="46867"/>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0">
                <a:solidFill>
                  <a:schemeClr val="accent6">
                    <a:lumMod val="95000"/>
                  </a:schemeClr>
                </a:solidFill>
                <a:latin typeface="Montserrat ExtraBold" panose="00000900000000000000" pitchFamily="2" charset="0"/>
              </a:endParaRPr>
            </a:p>
          </p:txBody>
        </p:sp>
        <p:sp>
          <p:nvSpPr>
            <p:cNvPr id="6" name="Google Shape;851;p32">
              <a:extLst>
                <a:ext uri="{FF2B5EF4-FFF2-40B4-BE49-F238E27FC236}">
                  <a16:creationId xmlns:a16="http://schemas.microsoft.com/office/drawing/2014/main" id="{FFFBBCD3-AD8C-452D-F535-CF5EF0AC5A22}"/>
                </a:ext>
              </a:extLst>
            </p:cNvPr>
            <p:cNvSpPr/>
            <p:nvPr/>
          </p:nvSpPr>
          <p:spPr>
            <a:xfrm>
              <a:off x="6268229" y="2761728"/>
              <a:ext cx="2821246" cy="212619"/>
            </a:xfrm>
            <a:custGeom>
              <a:avLst/>
              <a:gdLst/>
              <a:ahLst/>
              <a:cxnLst/>
              <a:rect l="l" t="t" r="r" b="b"/>
              <a:pathLst>
                <a:path w="71719" h="5405" extrusionOk="0">
                  <a:moveTo>
                    <a:pt x="2102" y="4871"/>
                  </a:moveTo>
                  <a:lnTo>
                    <a:pt x="2569" y="4871"/>
                  </a:lnTo>
                  <a:lnTo>
                    <a:pt x="3103" y="4837"/>
                  </a:lnTo>
                  <a:lnTo>
                    <a:pt x="3670" y="4971"/>
                  </a:lnTo>
                  <a:lnTo>
                    <a:pt x="4170" y="4837"/>
                  </a:lnTo>
                  <a:lnTo>
                    <a:pt x="4704" y="4771"/>
                  </a:lnTo>
                  <a:lnTo>
                    <a:pt x="5238" y="4671"/>
                  </a:lnTo>
                  <a:lnTo>
                    <a:pt x="5771" y="4804"/>
                  </a:lnTo>
                  <a:lnTo>
                    <a:pt x="6272" y="4804"/>
                  </a:lnTo>
                  <a:lnTo>
                    <a:pt x="6805" y="4937"/>
                  </a:lnTo>
                  <a:lnTo>
                    <a:pt x="7306" y="4904"/>
                  </a:lnTo>
                  <a:lnTo>
                    <a:pt x="7773" y="4671"/>
                  </a:lnTo>
                  <a:lnTo>
                    <a:pt x="8273" y="4871"/>
                  </a:lnTo>
                  <a:lnTo>
                    <a:pt x="8773" y="4871"/>
                  </a:lnTo>
                  <a:lnTo>
                    <a:pt x="9240" y="4637"/>
                  </a:lnTo>
                  <a:lnTo>
                    <a:pt x="9741" y="4871"/>
                  </a:lnTo>
                  <a:lnTo>
                    <a:pt x="10241" y="4837"/>
                  </a:lnTo>
                  <a:lnTo>
                    <a:pt x="10675" y="4537"/>
                  </a:lnTo>
                  <a:lnTo>
                    <a:pt x="11175" y="4571"/>
                  </a:lnTo>
                  <a:lnTo>
                    <a:pt x="11642" y="4337"/>
                  </a:lnTo>
                  <a:lnTo>
                    <a:pt x="12142" y="4404"/>
                  </a:lnTo>
                  <a:lnTo>
                    <a:pt x="12609" y="4304"/>
                  </a:lnTo>
                  <a:lnTo>
                    <a:pt x="13110" y="4470"/>
                  </a:lnTo>
                  <a:lnTo>
                    <a:pt x="13610" y="4370"/>
                  </a:lnTo>
                  <a:lnTo>
                    <a:pt x="14111" y="4437"/>
                  </a:lnTo>
                  <a:lnTo>
                    <a:pt x="14578" y="4270"/>
                  </a:lnTo>
                  <a:lnTo>
                    <a:pt x="15078" y="4337"/>
                  </a:lnTo>
                  <a:lnTo>
                    <a:pt x="15578" y="4370"/>
                  </a:lnTo>
                  <a:lnTo>
                    <a:pt x="16045" y="4304"/>
                  </a:lnTo>
                  <a:lnTo>
                    <a:pt x="16512" y="4003"/>
                  </a:lnTo>
                  <a:lnTo>
                    <a:pt x="17013" y="4070"/>
                  </a:lnTo>
                  <a:lnTo>
                    <a:pt x="17480" y="4137"/>
                  </a:lnTo>
                  <a:lnTo>
                    <a:pt x="17980" y="4070"/>
                  </a:lnTo>
                  <a:lnTo>
                    <a:pt x="18447" y="3870"/>
                  </a:lnTo>
                  <a:lnTo>
                    <a:pt x="18914" y="4037"/>
                  </a:lnTo>
                  <a:lnTo>
                    <a:pt x="19448" y="3837"/>
                  </a:lnTo>
                  <a:lnTo>
                    <a:pt x="19881" y="4070"/>
                  </a:lnTo>
                  <a:lnTo>
                    <a:pt x="20382" y="4270"/>
                  </a:lnTo>
                  <a:lnTo>
                    <a:pt x="20849" y="4337"/>
                  </a:lnTo>
                  <a:lnTo>
                    <a:pt x="21382" y="4170"/>
                  </a:lnTo>
                  <a:lnTo>
                    <a:pt x="21849" y="4437"/>
                  </a:lnTo>
                  <a:lnTo>
                    <a:pt x="22316" y="4604"/>
                  </a:lnTo>
                  <a:lnTo>
                    <a:pt x="22817" y="4604"/>
                  </a:lnTo>
                  <a:lnTo>
                    <a:pt x="23284" y="4871"/>
                  </a:lnTo>
                  <a:lnTo>
                    <a:pt x="23684" y="5004"/>
                  </a:lnTo>
                  <a:lnTo>
                    <a:pt x="24118" y="4804"/>
                  </a:lnTo>
                  <a:lnTo>
                    <a:pt x="24551" y="5104"/>
                  </a:lnTo>
                  <a:lnTo>
                    <a:pt x="25018" y="5071"/>
                  </a:lnTo>
                  <a:lnTo>
                    <a:pt x="25452" y="4704"/>
                  </a:lnTo>
                  <a:lnTo>
                    <a:pt x="25952" y="4937"/>
                  </a:lnTo>
                  <a:lnTo>
                    <a:pt x="26453" y="5038"/>
                  </a:lnTo>
                  <a:lnTo>
                    <a:pt x="26920" y="4937"/>
                  </a:lnTo>
                  <a:lnTo>
                    <a:pt x="27353" y="4604"/>
                  </a:lnTo>
                  <a:lnTo>
                    <a:pt x="27887" y="4904"/>
                  </a:lnTo>
                  <a:lnTo>
                    <a:pt x="28387" y="4771"/>
                  </a:lnTo>
                  <a:lnTo>
                    <a:pt x="28888" y="4771"/>
                  </a:lnTo>
                  <a:lnTo>
                    <a:pt x="29355" y="4571"/>
                  </a:lnTo>
                  <a:lnTo>
                    <a:pt x="29855" y="4437"/>
                  </a:lnTo>
                  <a:lnTo>
                    <a:pt x="30322" y="4437"/>
                  </a:lnTo>
                  <a:lnTo>
                    <a:pt x="30856" y="4537"/>
                  </a:lnTo>
                  <a:lnTo>
                    <a:pt x="31323" y="4404"/>
                  </a:lnTo>
                  <a:lnTo>
                    <a:pt x="31823" y="4404"/>
                  </a:lnTo>
                  <a:lnTo>
                    <a:pt x="32324" y="4437"/>
                  </a:lnTo>
                  <a:lnTo>
                    <a:pt x="32824" y="4504"/>
                  </a:lnTo>
                  <a:lnTo>
                    <a:pt x="33324" y="4437"/>
                  </a:lnTo>
                  <a:lnTo>
                    <a:pt x="33791" y="4270"/>
                  </a:lnTo>
                  <a:lnTo>
                    <a:pt x="34292" y="4204"/>
                  </a:lnTo>
                  <a:lnTo>
                    <a:pt x="34792" y="4304"/>
                  </a:lnTo>
                  <a:lnTo>
                    <a:pt x="35292" y="4170"/>
                  </a:lnTo>
                  <a:lnTo>
                    <a:pt x="35793" y="4037"/>
                  </a:lnTo>
                  <a:lnTo>
                    <a:pt x="36260" y="3937"/>
                  </a:lnTo>
                  <a:lnTo>
                    <a:pt x="36760" y="4070"/>
                  </a:lnTo>
                  <a:lnTo>
                    <a:pt x="37227" y="3937"/>
                  </a:lnTo>
                  <a:lnTo>
                    <a:pt x="37727" y="3970"/>
                  </a:lnTo>
                  <a:lnTo>
                    <a:pt x="38194" y="3703"/>
                  </a:lnTo>
                  <a:lnTo>
                    <a:pt x="38661" y="3703"/>
                  </a:lnTo>
                  <a:lnTo>
                    <a:pt x="39162" y="3837"/>
                  </a:lnTo>
                  <a:lnTo>
                    <a:pt x="39662" y="4137"/>
                  </a:lnTo>
                  <a:lnTo>
                    <a:pt x="40196" y="3937"/>
                  </a:lnTo>
                  <a:lnTo>
                    <a:pt x="40730" y="4137"/>
                  </a:lnTo>
                  <a:lnTo>
                    <a:pt x="41230" y="4070"/>
                  </a:lnTo>
                  <a:lnTo>
                    <a:pt x="41764" y="4104"/>
                  </a:lnTo>
                  <a:lnTo>
                    <a:pt x="42297" y="4070"/>
                  </a:lnTo>
                  <a:lnTo>
                    <a:pt x="42798" y="4204"/>
                  </a:lnTo>
                  <a:lnTo>
                    <a:pt x="43265" y="4070"/>
                  </a:lnTo>
                  <a:lnTo>
                    <a:pt x="43732" y="3803"/>
                  </a:lnTo>
                  <a:lnTo>
                    <a:pt x="44232" y="3803"/>
                  </a:lnTo>
                  <a:lnTo>
                    <a:pt x="44732" y="3903"/>
                  </a:lnTo>
                  <a:lnTo>
                    <a:pt x="45199" y="3603"/>
                  </a:lnTo>
                  <a:lnTo>
                    <a:pt x="45733" y="3803"/>
                  </a:lnTo>
                  <a:lnTo>
                    <a:pt x="46300" y="3637"/>
                  </a:lnTo>
                  <a:lnTo>
                    <a:pt x="46734" y="4104"/>
                  </a:lnTo>
                  <a:lnTo>
                    <a:pt x="47301" y="3870"/>
                  </a:lnTo>
                  <a:lnTo>
                    <a:pt x="47801" y="4137"/>
                  </a:lnTo>
                  <a:lnTo>
                    <a:pt x="48368" y="4003"/>
                  </a:lnTo>
                  <a:lnTo>
                    <a:pt x="48869" y="4270"/>
                  </a:lnTo>
                  <a:lnTo>
                    <a:pt x="49402" y="4437"/>
                  </a:lnTo>
                  <a:lnTo>
                    <a:pt x="49969" y="4370"/>
                  </a:lnTo>
                  <a:lnTo>
                    <a:pt x="50436" y="4537"/>
                  </a:lnTo>
                  <a:lnTo>
                    <a:pt x="50970" y="4337"/>
                  </a:lnTo>
                  <a:lnTo>
                    <a:pt x="51471" y="4437"/>
                  </a:lnTo>
                  <a:lnTo>
                    <a:pt x="52004" y="4537"/>
                  </a:lnTo>
                  <a:lnTo>
                    <a:pt x="52471" y="4337"/>
                  </a:lnTo>
                  <a:lnTo>
                    <a:pt x="53038" y="4437"/>
                  </a:lnTo>
                  <a:lnTo>
                    <a:pt x="53539" y="4337"/>
                  </a:lnTo>
                  <a:lnTo>
                    <a:pt x="53906" y="3903"/>
                  </a:lnTo>
                  <a:lnTo>
                    <a:pt x="54439" y="3937"/>
                  </a:lnTo>
                  <a:lnTo>
                    <a:pt x="54873" y="3737"/>
                  </a:lnTo>
                  <a:lnTo>
                    <a:pt x="55373" y="3737"/>
                  </a:lnTo>
                  <a:lnTo>
                    <a:pt x="55840" y="3603"/>
                  </a:lnTo>
                  <a:lnTo>
                    <a:pt x="56274" y="3403"/>
                  </a:lnTo>
                  <a:lnTo>
                    <a:pt x="56808" y="3470"/>
                  </a:lnTo>
                  <a:lnTo>
                    <a:pt x="57208" y="3003"/>
                  </a:lnTo>
                  <a:lnTo>
                    <a:pt x="57708" y="3036"/>
                  </a:lnTo>
                  <a:lnTo>
                    <a:pt x="58209" y="3170"/>
                  </a:lnTo>
                  <a:lnTo>
                    <a:pt x="58642" y="2869"/>
                  </a:lnTo>
                  <a:lnTo>
                    <a:pt x="59143" y="2703"/>
                  </a:lnTo>
                  <a:lnTo>
                    <a:pt x="59643" y="2803"/>
                  </a:lnTo>
                  <a:lnTo>
                    <a:pt x="60143" y="2969"/>
                  </a:lnTo>
                  <a:lnTo>
                    <a:pt x="60610" y="2869"/>
                  </a:lnTo>
                  <a:lnTo>
                    <a:pt x="61077" y="2903"/>
                  </a:lnTo>
                  <a:lnTo>
                    <a:pt x="61611" y="2969"/>
                  </a:lnTo>
                  <a:lnTo>
                    <a:pt x="62178" y="2869"/>
                  </a:lnTo>
                  <a:lnTo>
                    <a:pt x="62745" y="2936"/>
                  </a:lnTo>
                  <a:lnTo>
                    <a:pt x="63179" y="3136"/>
                  </a:lnTo>
                  <a:lnTo>
                    <a:pt x="63646" y="3103"/>
                  </a:lnTo>
                  <a:lnTo>
                    <a:pt x="64080" y="3136"/>
                  </a:lnTo>
                  <a:lnTo>
                    <a:pt x="64547" y="2936"/>
                  </a:lnTo>
                  <a:lnTo>
                    <a:pt x="64980" y="2669"/>
                  </a:lnTo>
                  <a:lnTo>
                    <a:pt x="65447" y="2736"/>
                  </a:lnTo>
                  <a:lnTo>
                    <a:pt x="65847" y="2569"/>
                  </a:lnTo>
                  <a:lnTo>
                    <a:pt x="66381" y="2669"/>
                  </a:lnTo>
                  <a:lnTo>
                    <a:pt x="66882" y="2536"/>
                  </a:lnTo>
                  <a:lnTo>
                    <a:pt x="67215" y="2169"/>
                  </a:lnTo>
                  <a:lnTo>
                    <a:pt x="67715" y="2035"/>
                  </a:lnTo>
                  <a:lnTo>
                    <a:pt x="68116" y="1702"/>
                  </a:lnTo>
                  <a:lnTo>
                    <a:pt x="68616" y="1635"/>
                  </a:lnTo>
                  <a:lnTo>
                    <a:pt x="68950" y="1201"/>
                  </a:lnTo>
                  <a:lnTo>
                    <a:pt x="69483" y="1335"/>
                  </a:lnTo>
                  <a:lnTo>
                    <a:pt x="69917" y="1235"/>
                  </a:lnTo>
                  <a:lnTo>
                    <a:pt x="70384" y="1301"/>
                  </a:lnTo>
                  <a:lnTo>
                    <a:pt x="70884" y="1368"/>
                  </a:lnTo>
                  <a:lnTo>
                    <a:pt x="71351" y="1335"/>
                  </a:lnTo>
                  <a:lnTo>
                    <a:pt x="71718" y="1135"/>
                  </a:lnTo>
                  <a:lnTo>
                    <a:pt x="71718" y="167"/>
                  </a:lnTo>
                  <a:lnTo>
                    <a:pt x="71718" y="167"/>
                  </a:lnTo>
                  <a:lnTo>
                    <a:pt x="71218" y="101"/>
                  </a:lnTo>
                  <a:lnTo>
                    <a:pt x="70751" y="67"/>
                  </a:lnTo>
                  <a:lnTo>
                    <a:pt x="70317" y="134"/>
                  </a:lnTo>
                  <a:lnTo>
                    <a:pt x="69784" y="1"/>
                  </a:lnTo>
                  <a:lnTo>
                    <a:pt x="69450" y="468"/>
                  </a:lnTo>
                  <a:lnTo>
                    <a:pt x="68950" y="534"/>
                  </a:lnTo>
                  <a:lnTo>
                    <a:pt x="68549" y="834"/>
                  </a:lnTo>
                  <a:lnTo>
                    <a:pt x="68049" y="968"/>
                  </a:lnTo>
                  <a:lnTo>
                    <a:pt x="67715" y="1368"/>
                  </a:lnTo>
                  <a:lnTo>
                    <a:pt x="67215" y="1502"/>
                  </a:lnTo>
                  <a:lnTo>
                    <a:pt x="66681" y="1368"/>
                  </a:lnTo>
                  <a:lnTo>
                    <a:pt x="66281" y="1535"/>
                  </a:lnTo>
                  <a:lnTo>
                    <a:pt x="65814" y="1502"/>
                  </a:lnTo>
                  <a:lnTo>
                    <a:pt x="65380" y="1768"/>
                  </a:lnTo>
                  <a:lnTo>
                    <a:pt x="64913" y="1969"/>
                  </a:lnTo>
                  <a:lnTo>
                    <a:pt x="64480" y="1935"/>
                  </a:lnTo>
                  <a:lnTo>
                    <a:pt x="64013" y="1969"/>
                  </a:lnTo>
                  <a:lnTo>
                    <a:pt x="63579" y="1768"/>
                  </a:lnTo>
                  <a:lnTo>
                    <a:pt x="63012" y="1735"/>
                  </a:lnTo>
                  <a:lnTo>
                    <a:pt x="62445" y="1802"/>
                  </a:lnTo>
                  <a:lnTo>
                    <a:pt x="61945" y="1735"/>
                  </a:lnTo>
                  <a:lnTo>
                    <a:pt x="61444" y="1702"/>
                  </a:lnTo>
                  <a:lnTo>
                    <a:pt x="60977" y="1802"/>
                  </a:lnTo>
                  <a:lnTo>
                    <a:pt x="60477" y="1635"/>
                  </a:lnTo>
                  <a:lnTo>
                    <a:pt x="59977" y="1568"/>
                  </a:lnTo>
                  <a:lnTo>
                    <a:pt x="59510" y="1702"/>
                  </a:lnTo>
                  <a:lnTo>
                    <a:pt x="59043" y="2002"/>
                  </a:lnTo>
                  <a:lnTo>
                    <a:pt x="58542" y="1869"/>
                  </a:lnTo>
                  <a:lnTo>
                    <a:pt x="58042" y="1869"/>
                  </a:lnTo>
                  <a:lnTo>
                    <a:pt x="57642" y="2336"/>
                  </a:lnTo>
                  <a:lnTo>
                    <a:pt x="57141" y="2269"/>
                  </a:lnTo>
                  <a:lnTo>
                    <a:pt x="56674" y="2469"/>
                  </a:lnTo>
                  <a:lnTo>
                    <a:pt x="56241" y="2602"/>
                  </a:lnTo>
                  <a:lnTo>
                    <a:pt x="55707" y="2602"/>
                  </a:lnTo>
                  <a:lnTo>
                    <a:pt x="55273" y="2803"/>
                  </a:lnTo>
                  <a:lnTo>
                    <a:pt x="54740" y="2803"/>
                  </a:lnTo>
                  <a:lnTo>
                    <a:pt x="54406" y="3203"/>
                  </a:lnTo>
                  <a:lnTo>
                    <a:pt x="53872" y="3303"/>
                  </a:lnTo>
                  <a:lnTo>
                    <a:pt x="53339" y="3203"/>
                  </a:lnTo>
                  <a:lnTo>
                    <a:pt x="52838" y="3436"/>
                  </a:lnTo>
                  <a:lnTo>
                    <a:pt x="52338" y="3303"/>
                  </a:lnTo>
                  <a:lnTo>
                    <a:pt x="51837" y="3236"/>
                  </a:lnTo>
                  <a:lnTo>
                    <a:pt x="51304" y="3436"/>
                  </a:lnTo>
                  <a:lnTo>
                    <a:pt x="50803" y="3270"/>
                  </a:lnTo>
                  <a:lnTo>
                    <a:pt x="50236" y="3336"/>
                  </a:lnTo>
                  <a:lnTo>
                    <a:pt x="49736" y="3170"/>
                  </a:lnTo>
                  <a:lnTo>
                    <a:pt x="49236" y="2869"/>
                  </a:lnTo>
                  <a:lnTo>
                    <a:pt x="48669" y="3036"/>
                  </a:lnTo>
                  <a:lnTo>
                    <a:pt x="48135" y="2769"/>
                  </a:lnTo>
                  <a:lnTo>
                    <a:pt x="47601" y="3003"/>
                  </a:lnTo>
                  <a:lnTo>
                    <a:pt x="47134" y="2569"/>
                  </a:lnTo>
                  <a:lnTo>
                    <a:pt x="46600" y="2703"/>
                  </a:lnTo>
                  <a:lnTo>
                    <a:pt x="46067" y="2502"/>
                  </a:lnTo>
                  <a:lnTo>
                    <a:pt x="45566" y="2803"/>
                  </a:lnTo>
                  <a:lnTo>
                    <a:pt x="45066" y="2703"/>
                  </a:lnTo>
                  <a:lnTo>
                    <a:pt x="44599" y="2736"/>
                  </a:lnTo>
                  <a:lnTo>
                    <a:pt x="44132" y="2969"/>
                  </a:lnTo>
                  <a:lnTo>
                    <a:pt x="43632" y="3136"/>
                  </a:lnTo>
                  <a:lnTo>
                    <a:pt x="43131" y="3003"/>
                  </a:lnTo>
                  <a:lnTo>
                    <a:pt x="42598" y="3036"/>
                  </a:lnTo>
                  <a:lnTo>
                    <a:pt x="42097" y="3003"/>
                  </a:lnTo>
                  <a:lnTo>
                    <a:pt x="41563" y="3036"/>
                  </a:lnTo>
                  <a:lnTo>
                    <a:pt x="41030" y="2869"/>
                  </a:lnTo>
                  <a:lnTo>
                    <a:pt x="40496" y="3069"/>
                  </a:lnTo>
                  <a:lnTo>
                    <a:pt x="39996" y="2769"/>
                  </a:lnTo>
                  <a:lnTo>
                    <a:pt x="39529" y="2636"/>
                  </a:lnTo>
                  <a:lnTo>
                    <a:pt x="39028" y="2636"/>
                  </a:lnTo>
                  <a:lnTo>
                    <a:pt x="38561" y="2903"/>
                  </a:lnTo>
                  <a:lnTo>
                    <a:pt x="38061" y="2903"/>
                  </a:lnTo>
                  <a:lnTo>
                    <a:pt x="37594" y="3003"/>
                  </a:lnTo>
                  <a:lnTo>
                    <a:pt x="37094" y="2903"/>
                  </a:lnTo>
                  <a:lnTo>
                    <a:pt x="36627" y="3003"/>
                  </a:lnTo>
                  <a:lnTo>
                    <a:pt x="36126" y="3136"/>
                  </a:lnTo>
                  <a:lnTo>
                    <a:pt x="35659" y="3236"/>
                  </a:lnTo>
                  <a:lnTo>
                    <a:pt x="35159" y="3136"/>
                  </a:lnTo>
                  <a:lnTo>
                    <a:pt x="34659" y="3203"/>
                  </a:lnTo>
                  <a:lnTo>
                    <a:pt x="34158" y="3403"/>
                  </a:lnTo>
                  <a:lnTo>
                    <a:pt x="33691" y="3436"/>
                  </a:lnTo>
                  <a:lnTo>
                    <a:pt x="33157" y="3403"/>
                  </a:lnTo>
                  <a:lnTo>
                    <a:pt x="32657" y="3370"/>
                  </a:lnTo>
                  <a:lnTo>
                    <a:pt x="32190" y="3370"/>
                  </a:lnTo>
                  <a:lnTo>
                    <a:pt x="31690" y="3503"/>
                  </a:lnTo>
                  <a:lnTo>
                    <a:pt x="31189" y="3403"/>
                  </a:lnTo>
                  <a:lnTo>
                    <a:pt x="30689" y="3403"/>
                  </a:lnTo>
                  <a:lnTo>
                    <a:pt x="30189" y="3536"/>
                  </a:lnTo>
                  <a:lnTo>
                    <a:pt x="29722" y="3737"/>
                  </a:lnTo>
                  <a:lnTo>
                    <a:pt x="29221" y="3770"/>
                  </a:lnTo>
                  <a:lnTo>
                    <a:pt x="28754" y="3903"/>
                  </a:lnTo>
                  <a:lnTo>
                    <a:pt x="28221" y="3603"/>
                  </a:lnTo>
                  <a:lnTo>
                    <a:pt x="27754" y="3903"/>
                  </a:lnTo>
                  <a:lnTo>
                    <a:pt x="27287" y="4003"/>
                  </a:lnTo>
                  <a:lnTo>
                    <a:pt x="26820" y="3937"/>
                  </a:lnTo>
                  <a:lnTo>
                    <a:pt x="26319" y="3703"/>
                  </a:lnTo>
                  <a:lnTo>
                    <a:pt x="25852" y="4070"/>
                  </a:lnTo>
                  <a:lnTo>
                    <a:pt x="25385" y="4104"/>
                  </a:lnTo>
                  <a:lnTo>
                    <a:pt x="24985" y="3803"/>
                  </a:lnTo>
                  <a:lnTo>
                    <a:pt x="24518" y="4003"/>
                  </a:lnTo>
                  <a:lnTo>
                    <a:pt x="24118" y="3870"/>
                  </a:lnTo>
                  <a:lnTo>
                    <a:pt x="23684" y="3603"/>
                  </a:lnTo>
                  <a:lnTo>
                    <a:pt x="23150" y="3603"/>
                  </a:lnTo>
                  <a:lnTo>
                    <a:pt x="22683" y="3436"/>
                  </a:lnTo>
                  <a:lnTo>
                    <a:pt x="22250" y="3170"/>
                  </a:lnTo>
                  <a:lnTo>
                    <a:pt x="21716" y="3336"/>
                  </a:lnTo>
                  <a:lnTo>
                    <a:pt x="21216" y="3270"/>
                  </a:lnTo>
                  <a:lnTo>
                    <a:pt x="20749" y="3069"/>
                  </a:lnTo>
                  <a:lnTo>
                    <a:pt x="20282" y="2869"/>
                  </a:lnTo>
                  <a:lnTo>
                    <a:pt x="19781" y="3036"/>
                  </a:lnTo>
                  <a:lnTo>
                    <a:pt x="19281" y="2869"/>
                  </a:lnTo>
                  <a:lnTo>
                    <a:pt x="18814" y="3103"/>
                  </a:lnTo>
                  <a:lnTo>
                    <a:pt x="18347" y="3170"/>
                  </a:lnTo>
                  <a:lnTo>
                    <a:pt x="17847" y="3069"/>
                  </a:lnTo>
                  <a:lnTo>
                    <a:pt x="17346" y="3036"/>
                  </a:lnTo>
                  <a:lnTo>
                    <a:pt x="16913" y="3336"/>
                  </a:lnTo>
                  <a:lnTo>
                    <a:pt x="16412" y="3403"/>
                  </a:lnTo>
                  <a:lnTo>
                    <a:pt x="15912" y="3370"/>
                  </a:lnTo>
                  <a:lnTo>
                    <a:pt x="15411" y="3303"/>
                  </a:lnTo>
                  <a:lnTo>
                    <a:pt x="14944" y="3470"/>
                  </a:lnTo>
                  <a:lnTo>
                    <a:pt x="14444" y="3403"/>
                  </a:lnTo>
                  <a:lnTo>
                    <a:pt x="13977" y="3503"/>
                  </a:lnTo>
                  <a:lnTo>
                    <a:pt x="13477" y="3336"/>
                  </a:lnTo>
                  <a:lnTo>
                    <a:pt x="12976" y="3436"/>
                  </a:lnTo>
                  <a:lnTo>
                    <a:pt x="12476" y="3370"/>
                  </a:lnTo>
                  <a:lnTo>
                    <a:pt x="12009" y="3603"/>
                  </a:lnTo>
                  <a:lnTo>
                    <a:pt x="11542" y="3570"/>
                  </a:lnTo>
                  <a:lnTo>
                    <a:pt x="11075" y="3903"/>
                  </a:lnTo>
                  <a:lnTo>
                    <a:pt x="10575" y="3903"/>
                  </a:lnTo>
                  <a:lnTo>
                    <a:pt x="10074" y="3703"/>
                  </a:lnTo>
                  <a:lnTo>
                    <a:pt x="9607" y="3903"/>
                  </a:lnTo>
                  <a:lnTo>
                    <a:pt x="9140" y="3903"/>
                  </a:lnTo>
                  <a:lnTo>
                    <a:pt x="8640" y="3703"/>
                  </a:lnTo>
                  <a:lnTo>
                    <a:pt x="8140" y="3970"/>
                  </a:lnTo>
                  <a:lnTo>
                    <a:pt x="7639" y="4003"/>
                  </a:lnTo>
                  <a:lnTo>
                    <a:pt x="7139" y="3870"/>
                  </a:lnTo>
                  <a:lnTo>
                    <a:pt x="6639" y="3870"/>
                  </a:lnTo>
                  <a:lnTo>
                    <a:pt x="6105" y="3737"/>
                  </a:lnTo>
                  <a:lnTo>
                    <a:pt x="5571" y="3870"/>
                  </a:lnTo>
                  <a:lnTo>
                    <a:pt x="5037" y="3903"/>
                  </a:lnTo>
                  <a:lnTo>
                    <a:pt x="4504" y="4037"/>
                  </a:lnTo>
                  <a:lnTo>
                    <a:pt x="3970" y="3937"/>
                  </a:lnTo>
                  <a:lnTo>
                    <a:pt x="3403" y="3937"/>
                  </a:lnTo>
                  <a:lnTo>
                    <a:pt x="2936" y="3970"/>
                  </a:lnTo>
                  <a:lnTo>
                    <a:pt x="2469" y="4270"/>
                  </a:lnTo>
                  <a:lnTo>
                    <a:pt x="2002" y="4337"/>
                  </a:lnTo>
                  <a:lnTo>
                    <a:pt x="1502" y="4170"/>
                  </a:lnTo>
                  <a:lnTo>
                    <a:pt x="1068" y="4404"/>
                  </a:lnTo>
                  <a:lnTo>
                    <a:pt x="601" y="4604"/>
                  </a:lnTo>
                  <a:lnTo>
                    <a:pt x="134" y="4871"/>
                  </a:lnTo>
                  <a:lnTo>
                    <a:pt x="0" y="4871"/>
                  </a:lnTo>
                  <a:lnTo>
                    <a:pt x="0" y="5404"/>
                  </a:lnTo>
                  <a:lnTo>
                    <a:pt x="201" y="5304"/>
                  </a:lnTo>
                  <a:lnTo>
                    <a:pt x="634" y="5071"/>
                  </a:lnTo>
                  <a:lnTo>
                    <a:pt x="1168" y="5271"/>
                  </a:lnTo>
                  <a:lnTo>
                    <a:pt x="1635" y="517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0">
                <a:solidFill>
                  <a:schemeClr val="accent6">
                    <a:lumMod val="95000"/>
                  </a:schemeClr>
                </a:solidFill>
                <a:latin typeface="Montserrat ExtraBold" panose="00000900000000000000" pitchFamily="2" charset="0"/>
              </a:endParaRPr>
            </a:p>
          </p:txBody>
        </p:sp>
        <p:sp>
          <p:nvSpPr>
            <p:cNvPr id="7" name="Google Shape;852;p32">
              <a:extLst>
                <a:ext uri="{FF2B5EF4-FFF2-40B4-BE49-F238E27FC236}">
                  <a16:creationId xmlns:a16="http://schemas.microsoft.com/office/drawing/2014/main" id="{F1261DFF-04EC-6CBD-0C77-5590584D7CA2}"/>
                </a:ext>
              </a:extLst>
            </p:cNvPr>
            <p:cNvSpPr/>
            <p:nvPr/>
          </p:nvSpPr>
          <p:spPr>
            <a:xfrm>
              <a:off x="6268229" y="1126723"/>
              <a:ext cx="2821246" cy="187679"/>
            </a:xfrm>
            <a:custGeom>
              <a:avLst/>
              <a:gdLst/>
              <a:ahLst/>
              <a:cxnLst/>
              <a:rect l="l" t="t" r="r" b="b"/>
              <a:pathLst>
                <a:path w="71719" h="4771" extrusionOk="0">
                  <a:moveTo>
                    <a:pt x="70918" y="934"/>
                  </a:moveTo>
                  <a:lnTo>
                    <a:pt x="70451" y="1168"/>
                  </a:lnTo>
                  <a:lnTo>
                    <a:pt x="69950" y="1168"/>
                  </a:lnTo>
                  <a:lnTo>
                    <a:pt x="69450" y="1035"/>
                  </a:lnTo>
                  <a:lnTo>
                    <a:pt x="68950" y="1301"/>
                  </a:lnTo>
                  <a:lnTo>
                    <a:pt x="68449" y="1068"/>
                  </a:lnTo>
                  <a:lnTo>
                    <a:pt x="67882" y="1201"/>
                  </a:lnTo>
                  <a:lnTo>
                    <a:pt x="67449" y="734"/>
                  </a:lnTo>
                  <a:lnTo>
                    <a:pt x="66882" y="901"/>
                  </a:lnTo>
                  <a:lnTo>
                    <a:pt x="66381" y="634"/>
                  </a:lnTo>
                  <a:lnTo>
                    <a:pt x="65814" y="734"/>
                  </a:lnTo>
                  <a:lnTo>
                    <a:pt x="65347" y="434"/>
                  </a:lnTo>
                  <a:lnTo>
                    <a:pt x="64847" y="234"/>
                  </a:lnTo>
                  <a:lnTo>
                    <a:pt x="64280" y="267"/>
                  </a:lnTo>
                  <a:lnTo>
                    <a:pt x="63779" y="67"/>
                  </a:lnTo>
                  <a:lnTo>
                    <a:pt x="63246" y="267"/>
                  </a:lnTo>
                  <a:lnTo>
                    <a:pt x="62745" y="134"/>
                  </a:lnTo>
                  <a:lnTo>
                    <a:pt x="62245" y="0"/>
                  </a:lnTo>
                  <a:lnTo>
                    <a:pt x="61745" y="201"/>
                  </a:lnTo>
                  <a:lnTo>
                    <a:pt x="61211" y="34"/>
                  </a:lnTo>
                  <a:lnTo>
                    <a:pt x="60677" y="101"/>
                  </a:lnTo>
                  <a:lnTo>
                    <a:pt x="60310" y="534"/>
                  </a:lnTo>
                  <a:lnTo>
                    <a:pt x="59776" y="467"/>
                  </a:lnTo>
                  <a:lnTo>
                    <a:pt x="59309" y="634"/>
                  </a:lnTo>
                  <a:lnTo>
                    <a:pt x="58809" y="601"/>
                  </a:lnTo>
                  <a:lnTo>
                    <a:pt x="58342" y="701"/>
                  </a:lnTo>
                  <a:lnTo>
                    <a:pt x="57908" y="901"/>
                  </a:lnTo>
                  <a:lnTo>
                    <a:pt x="57375" y="801"/>
                  </a:lnTo>
                  <a:lnTo>
                    <a:pt x="56974" y="1235"/>
                  </a:lnTo>
                  <a:lnTo>
                    <a:pt x="56474" y="1201"/>
                  </a:lnTo>
                  <a:lnTo>
                    <a:pt x="55974" y="1035"/>
                  </a:lnTo>
                  <a:lnTo>
                    <a:pt x="55507" y="1301"/>
                  </a:lnTo>
                  <a:lnTo>
                    <a:pt x="55006" y="1435"/>
                  </a:lnTo>
                  <a:lnTo>
                    <a:pt x="54539" y="1335"/>
                  </a:lnTo>
                  <a:lnTo>
                    <a:pt x="54039" y="1135"/>
                  </a:lnTo>
                  <a:lnTo>
                    <a:pt x="53572" y="1201"/>
                  </a:lnTo>
                  <a:lnTo>
                    <a:pt x="53072" y="1135"/>
                  </a:lnTo>
                  <a:lnTo>
                    <a:pt x="52571" y="1068"/>
                  </a:lnTo>
                  <a:lnTo>
                    <a:pt x="51971" y="1101"/>
                  </a:lnTo>
                  <a:lnTo>
                    <a:pt x="51437" y="1035"/>
                  </a:lnTo>
                  <a:lnTo>
                    <a:pt x="51004" y="801"/>
                  </a:lnTo>
                  <a:lnTo>
                    <a:pt x="50537" y="801"/>
                  </a:lnTo>
                  <a:lnTo>
                    <a:pt x="50103" y="734"/>
                  </a:lnTo>
                  <a:lnTo>
                    <a:pt x="49636" y="901"/>
                  </a:lnTo>
                  <a:lnTo>
                    <a:pt x="49202" y="1168"/>
                  </a:lnTo>
                  <a:lnTo>
                    <a:pt x="48735" y="1068"/>
                  </a:lnTo>
                  <a:lnTo>
                    <a:pt x="48302" y="1235"/>
                  </a:lnTo>
                  <a:lnTo>
                    <a:pt x="47768" y="1068"/>
                  </a:lnTo>
                  <a:lnTo>
                    <a:pt x="47268" y="1168"/>
                  </a:lnTo>
                  <a:lnTo>
                    <a:pt x="46901" y="1535"/>
                  </a:lnTo>
                  <a:lnTo>
                    <a:pt x="46400" y="1635"/>
                  </a:lnTo>
                  <a:lnTo>
                    <a:pt x="46000" y="1935"/>
                  </a:lnTo>
                  <a:lnTo>
                    <a:pt x="45500" y="1969"/>
                  </a:lnTo>
                  <a:lnTo>
                    <a:pt x="45133" y="2436"/>
                  </a:lnTo>
                  <a:lnTo>
                    <a:pt x="44632" y="2269"/>
                  </a:lnTo>
                  <a:lnTo>
                    <a:pt x="44165" y="2302"/>
                  </a:lnTo>
                  <a:lnTo>
                    <a:pt x="43698" y="2235"/>
                  </a:lnTo>
                  <a:lnTo>
                    <a:pt x="43231" y="2169"/>
                  </a:lnTo>
                  <a:lnTo>
                    <a:pt x="42764" y="2169"/>
                  </a:lnTo>
                  <a:lnTo>
                    <a:pt x="42264" y="2369"/>
                  </a:lnTo>
                  <a:lnTo>
                    <a:pt x="41730" y="2202"/>
                  </a:lnTo>
                  <a:lnTo>
                    <a:pt x="41230" y="2469"/>
                  </a:lnTo>
                  <a:lnTo>
                    <a:pt x="40730" y="2536"/>
                  </a:lnTo>
                  <a:lnTo>
                    <a:pt x="40229" y="2135"/>
                  </a:lnTo>
                  <a:lnTo>
                    <a:pt x="39729" y="2235"/>
                  </a:lnTo>
                  <a:lnTo>
                    <a:pt x="39228" y="2169"/>
                  </a:lnTo>
                  <a:lnTo>
                    <a:pt x="38695" y="2436"/>
                  </a:lnTo>
                  <a:lnTo>
                    <a:pt x="38194" y="2369"/>
                  </a:lnTo>
                  <a:lnTo>
                    <a:pt x="37694" y="2169"/>
                  </a:lnTo>
                  <a:lnTo>
                    <a:pt x="37194" y="2502"/>
                  </a:lnTo>
                  <a:lnTo>
                    <a:pt x="36693" y="2369"/>
                  </a:lnTo>
                  <a:lnTo>
                    <a:pt x="36160" y="2335"/>
                  </a:lnTo>
                  <a:lnTo>
                    <a:pt x="35659" y="2502"/>
                  </a:lnTo>
                  <a:lnTo>
                    <a:pt x="35159" y="2202"/>
                  </a:lnTo>
                  <a:lnTo>
                    <a:pt x="34625" y="2335"/>
                  </a:lnTo>
                  <a:lnTo>
                    <a:pt x="34125" y="2436"/>
                  </a:lnTo>
                  <a:lnTo>
                    <a:pt x="33591" y="2202"/>
                  </a:lnTo>
                  <a:lnTo>
                    <a:pt x="33091" y="2569"/>
                  </a:lnTo>
                  <a:lnTo>
                    <a:pt x="32590" y="2436"/>
                  </a:lnTo>
                  <a:lnTo>
                    <a:pt x="32057" y="2469"/>
                  </a:lnTo>
                  <a:lnTo>
                    <a:pt x="31556" y="2536"/>
                  </a:lnTo>
                  <a:lnTo>
                    <a:pt x="31056" y="2269"/>
                  </a:lnTo>
                  <a:lnTo>
                    <a:pt x="30522" y="2569"/>
                  </a:lnTo>
                  <a:lnTo>
                    <a:pt x="30022" y="2369"/>
                  </a:lnTo>
                  <a:lnTo>
                    <a:pt x="29522" y="2502"/>
                  </a:lnTo>
                  <a:lnTo>
                    <a:pt x="28988" y="2569"/>
                  </a:lnTo>
                  <a:lnTo>
                    <a:pt x="28487" y="2569"/>
                  </a:lnTo>
                  <a:lnTo>
                    <a:pt x="27987" y="2736"/>
                  </a:lnTo>
                  <a:lnTo>
                    <a:pt x="27487" y="2636"/>
                  </a:lnTo>
                  <a:lnTo>
                    <a:pt x="26986" y="2869"/>
                  </a:lnTo>
                  <a:lnTo>
                    <a:pt x="26453" y="2736"/>
                  </a:lnTo>
                  <a:lnTo>
                    <a:pt x="26019" y="3103"/>
                  </a:lnTo>
                  <a:lnTo>
                    <a:pt x="25452" y="3003"/>
                  </a:lnTo>
                  <a:lnTo>
                    <a:pt x="24952" y="3036"/>
                  </a:lnTo>
                  <a:lnTo>
                    <a:pt x="24418" y="3003"/>
                  </a:lnTo>
                  <a:lnTo>
                    <a:pt x="23984" y="3370"/>
                  </a:lnTo>
                  <a:lnTo>
                    <a:pt x="23417" y="3370"/>
                  </a:lnTo>
                  <a:lnTo>
                    <a:pt x="22850" y="3470"/>
                  </a:lnTo>
                  <a:lnTo>
                    <a:pt x="22350" y="3703"/>
                  </a:lnTo>
                  <a:lnTo>
                    <a:pt x="21849" y="3970"/>
                  </a:lnTo>
                  <a:lnTo>
                    <a:pt x="21349" y="3803"/>
                  </a:lnTo>
                  <a:lnTo>
                    <a:pt x="20882" y="4003"/>
                  </a:lnTo>
                  <a:lnTo>
                    <a:pt x="20415" y="3903"/>
                  </a:lnTo>
                  <a:lnTo>
                    <a:pt x="19948" y="3903"/>
                  </a:lnTo>
                  <a:lnTo>
                    <a:pt x="19414" y="3937"/>
                  </a:lnTo>
                  <a:lnTo>
                    <a:pt x="18914" y="3770"/>
                  </a:lnTo>
                  <a:lnTo>
                    <a:pt x="18414" y="3970"/>
                  </a:lnTo>
                  <a:lnTo>
                    <a:pt x="17913" y="3703"/>
                  </a:lnTo>
                  <a:lnTo>
                    <a:pt x="17413" y="3736"/>
                  </a:lnTo>
                  <a:lnTo>
                    <a:pt x="16879" y="3970"/>
                  </a:lnTo>
                  <a:lnTo>
                    <a:pt x="16412" y="3670"/>
                  </a:lnTo>
                  <a:lnTo>
                    <a:pt x="15878" y="3837"/>
                  </a:lnTo>
                  <a:lnTo>
                    <a:pt x="15411" y="3670"/>
                  </a:lnTo>
                  <a:lnTo>
                    <a:pt x="14878" y="3803"/>
                  </a:lnTo>
                  <a:lnTo>
                    <a:pt x="14411" y="3636"/>
                  </a:lnTo>
                  <a:lnTo>
                    <a:pt x="13910" y="3536"/>
                  </a:lnTo>
                  <a:lnTo>
                    <a:pt x="13510" y="3169"/>
                  </a:lnTo>
                  <a:lnTo>
                    <a:pt x="13010" y="3036"/>
                  </a:lnTo>
                  <a:lnTo>
                    <a:pt x="12476" y="3169"/>
                  </a:lnTo>
                  <a:lnTo>
                    <a:pt x="12009" y="2903"/>
                  </a:lnTo>
                  <a:lnTo>
                    <a:pt x="11475" y="2836"/>
                  </a:lnTo>
                  <a:lnTo>
                    <a:pt x="10908" y="3069"/>
                  </a:lnTo>
                  <a:lnTo>
                    <a:pt x="10441" y="2702"/>
                  </a:lnTo>
                  <a:lnTo>
                    <a:pt x="9941" y="2702"/>
                  </a:lnTo>
                  <a:lnTo>
                    <a:pt x="9374" y="2736"/>
                  </a:lnTo>
                  <a:lnTo>
                    <a:pt x="8840" y="2702"/>
                  </a:lnTo>
                  <a:lnTo>
                    <a:pt x="8273" y="2669"/>
                  </a:lnTo>
                  <a:lnTo>
                    <a:pt x="7773" y="2369"/>
                  </a:lnTo>
                  <a:lnTo>
                    <a:pt x="7239" y="2736"/>
                  </a:lnTo>
                  <a:lnTo>
                    <a:pt x="6739" y="2736"/>
                  </a:lnTo>
                  <a:lnTo>
                    <a:pt x="6205" y="2436"/>
                  </a:lnTo>
                  <a:lnTo>
                    <a:pt x="5738" y="2802"/>
                  </a:lnTo>
                  <a:lnTo>
                    <a:pt x="5137" y="2602"/>
                  </a:lnTo>
                  <a:lnTo>
                    <a:pt x="4804" y="3136"/>
                  </a:lnTo>
                  <a:lnTo>
                    <a:pt x="4270" y="3069"/>
                  </a:lnTo>
                  <a:lnTo>
                    <a:pt x="3870" y="3370"/>
                  </a:lnTo>
                  <a:lnTo>
                    <a:pt x="3403" y="3536"/>
                  </a:lnTo>
                  <a:lnTo>
                    <a:pt x="2936" y="3636"/>
                  </a:lnTo>
                  <a:lnTo>
                    <a:pt x="2469" y="3770"/>
                  </a:lnTo>
                  <a:lnTo>
                    <a:pt x="1935" y="3670"/>
                  </a:lnTo>
                  <a:lnTo>
                    <a:pt x="1535" y="4103"/>
                  </a:lnTo>
                  <a:lnTo>
                    <a:pt x="1001" y="3903"/>
                  </a:lnTo>
                  <a:lnTo>
                    <a:pt x="568" y="4137"/>
                  </a:lnTo>
                  <a:lnTo>
                    <a:pt x="67" y="4137"/>
                  </a:lnTo>
                  <a:lnTo>
                    <a:pt x="0" y="4170"/>
                  </a:lnTo>
                  <a:lnTo>
                    <a:pt x="0" y="4771"/>
                  </a:lnTo>
                  <a:lnTo>
                    <a:pt x="367" y="4537"/>
                  </a:lnTo>
                  <a:lnTo>
                    <a:pt x="868" y="4570"/>
                  </a:lnTo>
                  <a:lnTo>
                    <a:pt x="1301" y="4337"/>
                  </a:lnTo>
                  <a:lnTo>
                    <a:pt x="1835" y="4537"/>
                  </a:lnTo>
                  <a:lnTo>
                    <a:pt x="2235" y="4103"/>
                  </a:lnTo>
                  <a:lnTo>
                    <a:pt x="2769" y="4203"/>
                  </a:lnTo>
                  <a:lnTo>
                    <a:pt x="3236" y="4070"/>
                  </a:lnTo>
                  <a:lnTo>
                    <a:pt x="3736" y="4003"/>
                  </a:lnTo>
                  <a:lnTo>
                    <a:pt x="4170" y="3837"/>
                  </a:lnTo>
                  <a:lnTo>
                    <a:pt x="4604" y="3536"/>
                  </a:lnTo>
                  <a:lnTo>
                    <a:pt x="5137" y="3603"/>
                  </a:lnTo>
                  <a:lnTo>
                    <a:pt x="5471" y="3103"/>
                  </a:lnTo>
                  <a:lnTo>
                    <a:pt x="6071" y="3269"/>
                  </a:lnTo>
                  <a:lnTo>
                    <a:pt x="6538" y="2936"/>
                  </a:lnTo>
                  <a:lnTo>
                    <a:pt x="7072" y="3236"/>
                  </a:lnTo>
                  <a:lnTo>
                    <a:pt x="7573" y="3236"/>
                  </a:lnTo>
                  <a:lnTo>
                    <a:pt x="8106" y="2869"/>
                  </a:lnTo>
                  <a:lnTo>
                    <a:pt x="8607" y="3169"/>
                  </a:lnTo>
                  <a:lnTo>
                    <a:pt x="9174" y="3203"/>
                  </a:lnTo>
                  <a:lnTo>
                    <a:pt x="9707" y="3236"/>
                  </a:lnTo>
                  <a:lnTo>
                    <a:pt x="10241" y="3203"/>
                  </a:lnTo>
                  <a:lnTo>
                    <a:pt x="10775" y="3203"/>
                  </a:lnTo>
                  <a:lnTo>
                    <a:pt x="11242" y="3570"/>
                  </a:lnTo>
                  <a:lnTo>
                    <a:pt x="11809" y="3370"/>
                  </a:lnTo>
                  <a:lnTo>
                    <a:pt x="12309" y="3436"/>
                  </a:lnTo>
                  <a:lnTo>
                    <a:pt x="12810" y="3736"/>
                  </a:lnTo>
                  <a:lnTo>
                    <a:pt x="13343" y="3570"/>
                  </a:lnTo>
                  <a:lnTo>
                    <a:pt x="13810" y="3703"/>
                  </a:lnTo>
                  <a:lnTo>
                    <a:pt x="14244" y="4103"/>
                  </a:lnTo>
                  <a:lnTo>
                    <a:pt x="14711" y="4203"/>
                  </a:lnTo>
                  <a:lnTo>
                    <a:pt x="15211" y="4337"/>
                  </a:lnTo>
                  <a:lnTo>
                    <a:pt x="15712" y="4237"/>
                  </a:lnTo>
                  <a:lnTo>
                    <a:pt x="16212" y="4404"/>
                  </a:lnTo>
                  <a:lnTo>
                    <a:pt x="16712" y="4237"/>
                  </a:lnTo>
                  <a:lnTo>
                    <a:pt x="17213" y="4537"/>
                  </a:lnTo>
                  <a:lnTo>
                    <a:pt x="17713" y="4337"/>
                  </a:lnTo>
                  <a:lnTo>
                    <a:pt x="18247" y="4304"/>
                  </a:lnTo>
                  <a:lnTo>
                    <a:pt x="18714" y="4570"/>
                  </a:lnTo>
                  <a:lnTo>
                    <a:pt x="19248" y="4370"/>
                  </a:lnTo>
                  <a:lnTo>
                    <a:pt x="19748" y="4537"/>
                  </a:lnTo>
                  <a:lnTo>
                    <a:pt x="20248" y="4504"/>
                  </a:lnTo>
                  <a:lnTo>
                    <a:pt x="20715" y="4504"/>
                  </a:lnTo>
                  <a:lnTo>
                    <a:pt x="21182" y="4604"/>
                  </a:lnTo>
                  <a:lnTo>
                    <a:pt x="21683" y="4437"/>
                  </a:lnTo>
                  <a:lnTo>
                    <a:pt x="22150" y="4604"/>
                  </a:lnTo>
                  <a:lnTo>
                    <a:pt x="22650" y="4337"/>
                  </a:lnTo>
                  <a:lnTo>
                    <a:pt x="23184" y="4103"/>
                  </a:lnTo>
                  <a:lnTo>
                    <a:pt x="23717" y="4003"/>
                  </a:lnTo>
                  <a:lnTo>
                    <a:pt x="24284" y="4003"/>
                  </a:lnTo>
                  <a:lnTo>
                    <a:pt x="24751" y="3670"/>
                  </a:lnTo>
                  <a:lnTo>
                    <a:pt x="25285" y="3703"/>
                  </a:lnTo>
                  <a:lnTo>
                    <a:pt x="25786" y="3636"/>
                  </a:lnTo>
                  <a:lnTo>
                    <a:pt x="26319" y="3770"/>
                  </a:lnTo>
                  <a:lnTo>
                    <a:pt x="26786" y="3403"/>
                  </a:lnTo>
                  <a:lnTo>
                    <a:pt x="27320" y="3536"/>
                  </a:lnTo>
                  <a:lnTo>
                    <a:pt x="27787" y="3303"/>
                  </a:lnTo>
                  <a:lnTo>
                    <a:pt x="28321" y="3403"/>
                  </a:lnTo>
                  <a:lnTo>
                    <a:pt x="28821" y="3269"/>
                  </a:lnTo>
                  <a:lnTo>
                    <a:pt x="29321" y="3269"/>
                  </a:lnTo>
                  <a:lnTo>
                    <a:pt x="29822" y="3203"/>
                  </a:lnTo>
                  <a:lnTo>
                    <a:pt x="30355" y="3069"/>
                  </a:lnTo>
                  <a:lnTo>
                    <a:pt x="30856" y="3269"/>
                  </a:lnTo>
                  <a:lnTo>
                    <a:pt x="31356" y="2969"/>
                  </a:lnTo>
                  <a:lnTo>
                    <a:pt x="31890" y="3236"/>
                  </a:lnTo>
                  <a:lnTo>
                    <a:pt x="32390" y="3169"/>
                  </a:lnTo>
                  <a:lnTo>
                    <a:pt x="32924" y="3169"/>
                  </a:lnTo>
                  <a:lnTo>
                    <a:pt x="33424" y="3303"/>
                  </a:lnTo>
                  <a:lnTo>
                    <a:pt x="33925" y="2936"/>
                  </a:lnTo>
                  <a:lnTo>
                    <a:pt x="34458" y="3169"/>
                  </a:lnTo>
                  <a:lnTo>
                    <a:pt x="34959" y="3069"/>
                  </a:lnTo>
                  <a:lnTo>
                    <a:pt x="35459" y="2969"/>
                  </a:lnTo>
                  <a:lnTo>
                    <a:pt x="35993" y="3269"/>
                  </a:lnTo>
                  <a:lnTo>
                    <a:pt x="36493" y="3103"/>
                  </a:lnTo>
                  <a:lnTo>
                    <a:pt x="36994" y="3136"/>
                  </a:lnTo>
                  <a:lnTo>
                    <a:pt x="37527" y="3269"/>
                  </a:lnTo>
                  <a:lnTo>
                    <a:pt x="38028" y="2936"/>
                  </a:lnTo>
                  <a:lnTo>
                    <a:pt x="38528" y="3169"/>
                  </a:lnTo>
                  <a:lnTo>
                    <a:pt x="39028" y="3236"/>
                  </a:lnTo>
                  <a:lnTo>
                    <a:pt x="39562" y="2969"/>
                  </a:lnTo>
                  <a:lnTo>
                    <a:pt x="40062" y="3036"/>
                  </a:lnTo>
                  <a:lnTo>
                    <a:pt x="40563" y="2936"/>
                  </a:lnTo>
                  <a:lnTo>
                    <a:pt x="41063" y="3370"/>
                  </a:lnTo>
                  <a:lnTo>
                    <a:pt x="41563" y="3269"/>
                  </a:lnTo>
                  <a:lnTo>
                    <a:pt x="42064" y="3003"/>
                  </a:lnTo>
                  <a:lnTo>
                    <a:pt x="42564" y="3203"/>
                  </a:lnTo>
                  <a:lnTo>
                    <a:pt x="43065" y="2969"/>
                  </a:lnTo>
                  <a:lnTo>
                    <a:pt x="43565" y="2969"/>
                  </a:lnTo>
                  <a:lnTo>
                    <a:pt x="43999" y="3069"/>
                  </a:lnTo>
                  <a:lnTo>
                    <a:pt x="44466" y="3136"/>
                  </a:lnTo>
                  <a:lnTo>
                    <a:pt x="44933" y="3103"/>
                  </a:lnTo>
                  <a:lnTo>
                    <a:pt x="45433" y="3269"/>
                  </a:lnTo>
                  <a:lnTo>
                    <a:pt x="45833" y="2836"/>
                  </a:lnTo>
                  <a:lnTo>
                    <a:pt x="46334" y="2802"/>
                  </a:lnTo>
                  <a:lnTo>
                    <a:pt x="46734" y="2502"/>
                  </a:lnTo>
                  <a:lnTo>
                    <a:pt x="47234" y="2402"/>
                  </a:lnTo>
                  <a:lnTo>
                    <a:pt x="47601" y="2035"/>
                  </a:lnTo>
                  <a:lnTo>
                    <a:pt x="48101" y="1935"/>
                  </a:lnTo>
                  <a:lnTo>
                    <a:pt x="48635" y="2102"/>
                  </a:lnTo>
                  <a:lnTo>
                    <a:pt x="49069" y="1969"/>
                  </a:lnTo>
                  <a:lnTo>
                    <a:pt x="49536" y="2035"/>
                  </a:lnTo>
                  <a:lnTo>
                    <a:pt x="49969" y="1802"/>
                  </a:lnTo>
                  <a:lnTo>
                    <a:pt x="50436" y="1635"/>
                  </a:lnTo>
                  <a:lnTo>
                    <a:pt x="50870" y="1702"/>
                  </a:lnTo>
                  <a:lnTo>
                    <a:pt x="51337" y="1702"/>
                  </a:lnTo>
                  <a:lnTo>
                    <a:pt x="51771" y="1935"/>
                  </a:lnTo>
                  <a:lnTo>
                    <a:pt x="52304" y="2002"/>
                  </a:lnTo>
                  <a:lnTo>
                    <a:pt x="52905" y="1969"/>
                  </a:lnTo>
                  <a:lnTo>
                    <a:pt x="53405" y="2069"/>
                  </a:lnTo>
                  <a:lnTo>
                    <a:pt x="53872" y="2135"/>
                  </a:lnTo>
                  <a:lnTo>
                    <a:pt x="54373" y="2069"/>
                  </a:lnTo>
                  <a:lnTo>
                    <a:pt x="54840" y="2269"/>
                  </a:lnTo>
                  <a:lnTo>
                    <a:pt x="55340" y="2369"/>
                  </a:lnTo>
                  <a:lnTo>
                    <a:pt x="55840" y="2269"/>
                  </a:lnTo>
                  <a:lnTo>
                    <a:pt x="56307" y="2002"/>
                  </a:lnTo>
                  <a:lnTo>
                    <a:pt x="56808" y="2169"/>
                  </a:lnTo>
                  <a:lnTo>
                    <a:pt x="57308" y="2202"/>
                  </a:lnTo>
                  <a:lnTo>
                    <a:pt x="57708" y="1768"/>
                  </a:lnTo>
                  <a:lnTo>
                    <a:pt x="58242" y="1868"/>
                  </a:lnTo>
                  <a:lnTo>
                    <a:pt x="58676" y="1702"/>
                  </a:lnTo>
                  <a:lnTo>
                    <a:pt x="59176" y="1602"/>
                  </a:lnTo>
                  <a:lnTo>
                    <a:pt x="59676" y="1635"/>
                  </a:lnTo>
                  <a:lnTo>
                    <a:pt x="60110" y="1468"/>
                  </a:lnTo>
                  <a:lnTo>
                    <a:pt x="60644" y="1502"/>
                  </a:lnTo>
                  <a:lnTo>
                    <a:pt x="61044" y="1101"/>
                  </a:lnTo>
                  <a:lnTo>
                    <a:pt x="61544" y="1035"/>
                  </a:lnTo>
                  <a:lnTo>
                    <a:pt x="62078" y="1201"/>
                  </a:lnTo>
                  <a:lnTo>
                    <a:pt x="62578" y="1001"/>
                  </a:lnTo>
                  <a:lnTo>
                    <a:pt x="63079" y="1135"/>
                  </a:lnTo>
                  <a:lnTo>
                    <a:pt x="63579" y="1268"/>
                  </a:lnTo>
                  <a:lnTo>
                    <a:pt x="64146" y="1101"/>
                  </a:lnTo>
                  <a:lnTo>
                    <a:pt x="64613" y="1301"/>
                  </a:lnTo>
                  <a:lnTo>
                    <a:pt x="65180" y="1268"/>
                  </a:lnTo>
                  <a:lnTo>
                    <a:pt x="65681" y="1468"/>
                  </a:lnTo>
                  <a:lnTo>
                    <a:pt x="66148" y="1802"/>
                  </a:lnTo>
                  <a:lnTo>
                    <a:pt x="66748" y="1668"/>
                  </a:lnTo>
                  <a:lnTo>
                    <a:pt x="67215" y="1969"/>
                  </a:lnTo>
                  <a:lnTo>
                    <a:pt x="67816" y="1802"/>
                  </a:lnTo>
                  <a:lnTo>
                    <a:pt x="68216" y="2269"/>
                  </a:lnTo>
                  <a:lnTo>
                    <a:pt x="68783" y="2135"/>
                  </a:lnTo>
                  <a:lnTo>
                    <a:pt x="69283" y="2402"/>
                  </a:lnTo>
                  <a:lnTo>
                    <a:pt x="69784" y="2102"/>
                  </a:lnTo>
                  <a:lnTo>
                    <a:pt x="70284" y="2235"/>
                  </a:lnTo>
                  <a:lnTo>
                    <a:pt x="70784" y="2269"/>
                  </a:lnTo>
                  <a:lnTo>
                    <a:pt x="71251" y="2035"/>
                  </a:lnTo>
                  <a:lnTo>
                    <a:pt x="71718" y="1935"/>
                  </a:lnTo>
                  <a:lnTo>
                    <a:pt x="71718" y="934"/>
                  </a:lnTo>
                  <a:lnTo>
                    <a:pt x="71418" y="834"/>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0">
                <a:solidFill>
                  <a:schemeClr val="accent6">
                    <a:lumMod val="95000"/>
                  </a:schemeClr>
                </a:solidFill>
                <a:latin typeface="Montserrat ExtraBold" panose="00000900000000000000" pitchFamily="2" charset="0"/>
              </a:endParaRPr>
            </a:p>
          </p:txBody>
        </p:sp>
      </p:grpSp>
      <p:sp>
        <p:nvSpPr>
          <p:cNvPr id="8" name="Google Shape;862;p32">
            <a:extLst>
              <a:ext uri="{FF2B5EF4-FFF2-40B4-BE49-F238E27FC236}">
                <a16:creationId xmlns:a16="http://schemas.microsoft.com/office/drawing/2014/main" id="{09FCC0D3-9CE5-1557-AC76-41FFBA61504A}"/>
              </a:ext>
            </a:extLst>
          </p:cNvPr>
          <p:cNvSpPr txBox="1">
            <a:spLocks/>
          </p:cNvSpPr>
          <p:nvPr/>
        </p:nvSpPr>
        <p:spPr>
          <a:xfrm>
            <a:off x="254779" y="924662"/>
            <a:ext cx="783900" cy="5046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 sz="3200" i="1" dirty="0">
                <a:solidFill>
                  <a:schemeClr val="bg1"/>
                </a:solidFill>
                <a:latin typeface="Montserrat ExtraBold" panose="00000900000000000000" pitchFamily="2" charset="0"/>
              </a:rPr>
              <a:t>04</a:t>
            </a:r>
          </a:p>
        </p:txBody>
      </p:sp>
      <p:sp>
        <p:nvSpPr>
          <p:cNvPr id="9" name="Title 12">
            <a:extLst>
              <a:ext uri="{FF2B5EF4-FFF2-40B4-BE49-F238E27FC236}">
                <a16:creationId xmlns:a16="http://schemas.microsoft.com/office/drawing/2014/main" id="{75AE0286-7BDD-227D-A7C3-11CE985BA600}"/>
              </a:ext>
            </a:extLst>
          </p:cNvPr>
          <p:cNvSpPr txBox="1">
            <a:spLocks/>
          </p:cNvSpPr>
          <p:nvPr/>
        </p:nvSpPr>
        <p:spPr>
          <a:xfrm>
            <a:off x="1318064" y="801512"/>
            <a:ext cx="3740165" cy="7509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2000" i="1" dirty="0">
                <a:solidFill>
                  <a:schemeClr val="accent6">
                    <a:lumMod val="95000"/>
                  </a:schemeClr>
                </a:solidFill>
                <a:latin typeface="Montserrat ExtraBold" panose="00000900000000000000" pitchFamily="2" charset="0"/>
              </a:rPr>
              <a:t>Make booking football courts easier and make</a:t>
            </a:r>
          </a:p>
          <a:p>
            <a:r>
              <a:rPr lang="en-US" sz="2000" i="1" dirty="0">
                <a:solidFill>
                  <a:schemeClr val="accent6">
                    <a:lumMod val="95000"/>
                  </a:schemeClr>
                </a:solidFill>
                <a:latin typeface="Montserrat ExtraBold" panose="00000900000000000000" pitchFamily="2" charset="0"/>
              </a:rPr>
              <a:t> a tournaments</a:t>
            </a:r>
          </a:p>
        </p:txBody>
      </p:sp>
      <p:sp>
        <p:nvSpPr>
          <p:cNvPr id="10" name="TextBox 9">
            <a:extLst>
              <a:ext uri="{FF2B5EF4-FFF2-40B4-BE49-F238E27FC236}">
                <a16:creationId xmlns:a16="http://schemas.microsoft.com/office/drawing/2014/main" id="{C2E663B6-B9D5-D55A-DA26-6D564DD84F6B}"/>
              </a:ext>
            </a:extLst>
          </p:cNvPr>
          <p:cNvSpPr txBox="1"/>
          <p:nvPr/>
        </p:nvSpPr>
        <p:spPr>
          <a:xfrm>
            <a:off x="7595911" y="4459202"/>
            <a:ext cx="1566760" cy="307777"/>
          </a:xfrm>
          <a:prstGeom prst="rect">
            <a:avLst/>
          </a:prstGeom>
          <a:noFill/>
        </p:spPr>
        <p:txBody>
          <a:bodyPr wrap="square" rtlCol="0">
            <a:spAutoFit/>
          </a:bodyPr>
          <a:lstStyle/>
          <a:p>
            <a:pPr algn="ctr"/>
            <a:r>
              <a:rPr lang="en-US" i="1" dirty="0">
                <a:latin typeface="Montserrat ExtraBold" panose="00000900000000000000" pitchFamily="2" charset="0"/>
              </a:rPr>
              <a:t>REMONTADA</a:t>
            </a:r>
          </a:p>
        </p:txBody>
      </p:sp>
      <p:pic>
        <p:nvPicPr>
          <p:cNvPr id="1026" name="Picture 2" descr="Welcome to Emirates Stadium, Home of Arsenal">
            <a:extLst>
              <a:ext uri="{FF2B5EF4-FFF2-40B4-BE49-F238E27FC236}">
                <a16:creationId xmlns:a16="http://schemas.microsoft.com/office/drawing/2014/main" id="{0556EE89-6BA0-7246-D0B5-822DC78C80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38914" y="1552412"/>
            <a:ext cx="4100285" cy="2304987"/>
          </a:xfrm>
          <a:prstGeom prst="rect">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grpSp>
        <p:nvGrpSpPr>
          <p:cNvPr id="11" name="Google Shape;2190;p53">
            <a:extLst>
              <a:ext uri="{FF2B5EF4-FFF2-40B4-BE49-F238E27FC236}">
                <a16:creationId xmlns:a16="http://schemas.microsoft.com/office/drawing/2014/main" id="{BD853BD8-387C-26E9-2543-6965A4681699}"/>
              </a:ext>
            </a:extLst>
          </p:cNvPr>
          <p:cNvGrpSpPr/>
          <p:nvPr/>
        </p:nvGrpSpPr>
        <p:grpSpPr>
          <a:xfrm>
            <a:off x="6172078" y="4383240"/>
            <a:ext cx="459700" cy="459700"/>
            <a:chOff x="7425263" y="3848750"/>
            <a:chExt cx="459700" cy="459700"/>
          </a:xfrm>
        </p:grpSpPr>
        <p:sp>
          <p:nvSpPr>
            <p:cNvPr id="12" name="Google Shape;2191;p53">
              <a:extLst>
                <a:ext uri="{FF2B5EF4-FFF2-40B4-BE49-F238E27FC236}">
                  <a16:creationId xmlns:a16="http://schemas.microsoft.com/office/drawing/2014/main" id="{E62F36C9-D20C-7DB7-3A71-07E8C3C10D18}"/>
                </a:ext>
              </a:extLst>
            </p:cNvPr>
            <p:cNvSpPr/>
            <p:nvPr/>
          </p:nvSpPr>
          <p:spPr>
            <a:xfrm>
              <a:off x="7425263" y="4161075"/>
              <a:ext cx="459700" cy="147375"/>
            </a:xfrm>
            <a:custGeom>
              <a:avLst/>
              <a:gdLst/>
              <a:ahLst/>
              <a:cxnLst/>
              <a:rect l="l" t="t" r="r" b="b"/>
              <a:pathLst>
                <a:path w="18388" h="5895" extrusionOk="0">
                  <a:moveTo>
                    <a:pt x="2862" y="1"/>
                  </a:moveTo>
                  <a:lnTo>
                    <a:pt x="1" y="931"/>
                  </a:lnTo>
                  <a:lnTo>
                    <a:pt x="1" y="3223"/>
                  </a:lnTo>
                  <a:lnTo>
                    <a:pt x="9203" y="5894"/>
                  </a:lnTo>
                  <a:lnTo>
                    <a:pt x="18388" y="3223"/>
                  </a:lnTo>
                  <a:lnTo>
                    <a:pt x="18388" y="931"/>
                  </a:lnTo>
                  <a:lnTo>
                    <a:pt x="15527" y="1"/>
                  </a:lnTo>
                  <a:lnTo>
                    <a:pt x="16199" y="2034"/>
                  </a:lnTo>
                  <a:lnTo>
                    <a:pt x="9203" y="4067"/>
                  </a:lnTo>
                  <a:lnTo>
                    <a:pt x="2207" y="2034"/>
                  </a:lnTo>
                  <a:lnTo>
                    <a:pt x="286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 name="Google Shape;2192;p53">
              <a:extLst>
                <a:ext uri="{FF2B5EF4-FFF2-40B4-BE49-F238E27FC236}">
                  <a16:creationId xmlns:a16="http://schemas.microsoft.com/office/drawing/2014/main" id="{999FB352-F9D6-C7E4-E9C1-B51F2F0D26F5}"/>
                </a:ext>
              </a:extLst>
            </p:cNvPr>
            <p:cNvSpPr/>
            <p:nvPr/>
          </p:nvSpPr>
          <p:spPr>
            <a:xfrm>
              <a:off x="7612238" y="3848750"/>
              <a:ext cx="85775" cy="44400"/>
            </a:xfrm>
            <a:custGeom>
              <a:avLst/>
              <a:gdLst/>
              <a:ahLst/>
              <a:cxnLst/>
              <a:rect l="l" t="t" r="r" b="b"/>
              <a:pathLst>
                <a:path w="3431" h="1776" extrusionOk="0">
                  <a:moveTo>
                    <a:pt x="587" y="0"/>
                  </a:moveTo>
                  <a:lnTo>
                    <a:pt x="1" y="1775"/>
                  </a:lnTo>
                  <a:lnTo>
                    <a:pt x="3430" y="1775"/>
                  </a:lnTo>
                  <a:lnTo>
                    <a:pt x="286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 name="Google Shape;2193;p53">
              <a:extLst>
                <a:ext uri="{FF2B5EF4-FFF2-40B4-BE49-F238E27FC236}">
                  <a16:creationId xmlns:a16="http://schemas.microsoft.com/office/drawing/2014/main" id="{195F17C9-2E06-A3EF-0BD4-3EAFAC3BA9A8}"/>
                </a:ext>
              </a:extLst>
            </p:cNvPr>
            <p:cNvSpPr/>
            <p:nvPr/>
          </p:nvSpPr>
          <p:spPr>
            <a:xfrm>
              <a:off x="7514463" y="3920250"/>
              <a:ext cx="281325" cy="314525"/>
            </a:xfrm>
            <a:custGeom>
              <a:avLst/>
              <a:gdLst/>
              <a:ahLst/>
              <a:cxnLst/>
              <a:rect l="l" t="t" r="r" b="b"/>
              <a:pathLst>
                <a:path w="11253" h="12581" extrusionOk="0">
                  <a:moveTo>
                    <a:pt x="3567" y="1"/>
                  </a:moveTo>
                  <a:lnTo>
                    <a:pt x="0" y="10943"/>
                  </a:lnTo>
                  <a:lnTo>
                    <a:pt x="5635" y="12580"/>
                  </a:lnTo>
                  <a:lnTo>
                    <a:pt x="11253" y="10943"/>
                  </a:lnTo>
                  <a:lnTo>
                    <a:pt x="768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15" name="TextBox 14">
            <a:extLst>
              <a:ext uri="{FF2B5EF4-FFF2-40B4-BE49-F238E27FC236}">
                <a16:creationId xmlns:a16="http://schemas.microsoft.com/office/drawing/2014/main" id="{04775828-C039-503A-42E2-48FD2A52B789}"/>
              </a:ext>
            </a:extLst>
          </p:cNvPr>
          <p:cNvSpPr txBox="1"/>
          <p:nvPr/>
        </p:nvSpPr>
        <p:spPr>
          <a:xfrm>
            <a:off x="154562" y="2226183"/>
            <a:ext cx="4464441" cy="1631216"/>
          </a:xfrm>
          <a:prstGeom prst="rect">
            <a:avLst/>
          </a:prstGeom>
          <a:noFill/>
        </p:spPr>
        <p:txBody>
          <a:bodyPr wrap="square" rtlCol="0">
            <a:spAutoFit/>
          </a:bodyPr>
          <a:lstStyle/>
          <a:p>
            <a:r>
              <a:rPr lang="en-GB" sz="2000" i="1" dirty="0">
                <a:solidFill>
                  <a:schemeClr val="accent6"/>
                </a:solidFill>
                <a:latin typeface="Montserrat ExtraBold" panose="00000900000000000000" pitchFamily="2" charset="0"/>
              </a:rPr>
              <a:t>Our website enhances your football experience by offering an easy way to book football fields. </a:t>
            </a:r>
          </a:p>
          <a:p>
            <a:endParaRPr lang="en-GB" sz="2000" i="1" dirty="0">
              <a:solidFill>
                <a:schemeClr val="accent6"/>
              </a:solidFill>
              <a:latin typeface="Montserrat ExtraBold" panose="00000900000000000000" pitchFamily="2" charset="0"/>
            </a:endParaRPr>
          </a:p>
        </p:txBody>
      </p:sp>
    </p:spTree>
    <p:extLst>
      <p:ext uri="{BB962C8B-B14F-4D97-AF65-F5344CB8AC3E}">
        <p14:creationId xmlns:p14="http://schemas.microsoft.com/office/powerpoint/2010/main" val="36824056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oogle Shape;849;p32">
            <a:extLst>
              <a:ext uri="{FF2B5EF4-FFF2-40B4-BE49-F238E27FC236}">
                <a16:creationId xmlns:a16="http://schemas.microsoft.com/office/drawing/2014/main" id="{97A4A1E8-623D-CAD3-E000-CF2184D62D41}"/>
              </a:ext>
            </a:extLst>
          </p:cNvPr>
          <p:cNvGrpSpPr/>
          <p:nvPr/>
        </p:nvGrpSpPr>
        <p:grpSpPr>
          <a:xfrm>
            <a:off x="107559" y="801525"/>
            <a:ext cx="984333" cy="750875"/>
            <a:chOff x="6268229" y="1126723"/>
            <a:chExt cx="2821246" cy="1847625"/>
          </a:xfrm>
        </p:grpSpPr>
        <p:sp>
          <p:nvSpPr>
            <p:cNvPr id="5" name="Google Shape;850;p32">
              <a:extLst>
                <a:ext uri="{FF2B5EF4-FFF2-40B4-BE49-F238E27FC236}">
                  <a16:creationId xmlns:a16="http://schemas.microsoft.com/office/drawing/2014/main" id="{42C99E85-3B36-E0B2-5F92-3029CD8E73DC}"/>
                </a:ext>
              </a:extLst>
            </p:cNvPr>
            <p:cNvSpPr/>
            <p:nvPr/>
          </p:nvSpPr>
          <p:spPr>
            <a:xfrm>
              <a:off x="6268229" y="1126723"/>
              <a:ext cx="2821246" cy="1847604"/>
            </a:xfrm>
            <a:custGeom>
              <a:avLst/>
              <a:gdLst/>
              <a:ahLst/>
              <a:cxnLst/>
              <a:rect l="l" t="t" r="r" b="b"/>
              <a:pathLst>
                <a:path w="71719" h="46968" extrusionOk="0">
                  <a:moveTo>
                    <a:pt x="634" y="46634"/>
                  </a:moveTo>
                  <a:lnTo>
                    <a:pt x="1168" y="46834"/>
                  </a:lnTo>
                  <a:lnTo>
                    <a:pt x="1635" y="46734"/>
                  </a:lnTo>
                  <a:lnTo>
                    <a:pt x="2102" y="46434"/>
                  </a:lnTo>
                  <a:lnTo>
                    <a:pt x="2569" y="46434"/>
                  </a:lnTo>
                  <a:lnTo>
                    <a:pt x="3103" y="46400"/>
                  </a:lnTo>
                  <a:lnTo>
                    <a:pt x="3670" y="46534"/>
                  </a:lnTo>
                  <a:lnTo>
                    <a:pt x="4170" y="46400"/>
                  </a:lnTo>
                  <a:lnTo>
                    <a:pt x="4704" y="46334"/>
                  </a:lnTo>
                  <a:lnTo>
                    <a:pt x="5238" y="46234"/>
                  </a:lnTo>
                  <a:lnTo>
                    <a:pt x="5771" y="46367"/>
                  </a:lnTo>
                  <a:lnTo>
                    <a:pt x="6272" y="46367"/>
                  </a:lnTo>
                  <a:lnTo>
                    <a:pt x="6805" y="46500"/>
                  </a:lnTo>
                  <a:lnTo>
                    <a:pt x="7306" y="46467"/>
                  </a:lnTo>
                  <a:lnTo>
                    <a:pt x="7773" y="46234"/>
                  </a:lnTo>
                  <a:lnTo>
                    <a:pt x="8273" y="46434"/>
                  </a:lnTo>
                  <a:lnTo>
                    <a:pt x="8773" y="46434"/>
                  </a:lnTo>
                  <a:lnTo>
                    <a:pt x="9240" y="46200"/>
                  </a:lnTo>
                  <a:lnTo>
                    <a:pt x="9741" y="46434"/>
                  </a:lnTo>
                  <a:lnTo>
                    <a:pt x="10241" y="46400"/>
                  </a:lnTo>
                  <a:lnTo>
                    <a:pt x="10675" y="46100"/>
                  </a:lnTo>
                  <a:lnTo>
                    <a:pt x="11175" y="46134"/>
                  </a:lnTo>
                  <a:lnTo>
                    <a:pt x="11642" y="45900"/>
                  </a:lnTo>
                  <a:lnTo>
                    <a:pt x="12142" y="45967"/>
                  </a:lnTo>
                  <a:lnTo>
                    <a:pt x="12609" y="45867"/>
                  </a:lnTo>
                  <a:lnTo>
                    <a:pt x="13110" y="46033"/>
                  </a:lnTo>
                  <a:lnTo>
                    <a:pt x="13610" y="45933"/>
                  </a:lnTo>
                  <a:lnTo>
                    <a:pt x="14111" y="46000"/>
                  </a:lnTo>
                  <a:lnTo>
                    <a:pt x="14578" y="45833"/>
                  </a:lnTo>
                  <a:lnTo>
                    <a:pt x="15078" y="45900"/>
                  </a:lnTo>
                  <a:lnTo>
                    <a:pt x="15578" y="45933"/>
                  </a:lnTo>
                  <a:lnTo>
                    <a:pt x="16045" y="45867"/>
                  </a:lnTo>
                  <a:lnTo>
                    <a:pt x="16512" y="45566"/>
                  </a:lnTo>
                  <a:lnTo>
                    <a:pt x="17013" y="45633"/>
                  </a:lnTo>
                  <a:lnTo>
                    <a:pt x="17480" y="45700"/>
                  </a:lnTo>
                  <a:lnTo>
                    <a:pt x="17980" y="45633"/>
                  </a:lnTo>
                  <a:lnTo>
                    <a:pt x="18447" y="45433"/>
                  </a:lnTo>
                  <a:lnTo>
                    <a:pt x="18914" y="45600"/>
                  </a:lnTo>
                  <a:lnTo>
                    <a:pt x="19448" y="45400"/>
                  </a:lnTo>
                  <a:lnTo>
                    <a:pt x="19881" y="45633"/>
                  </a:lnTo>
                  <a:lnTo>
                    <a:pt x="20382" y="45833"/>
                  </a:lnTo>
                  <a:lnTo>
                    <a:pt x="20849" y="45900"/>
                  </a:lnTo>
                  <a:lnTo>
                    <a:pt x="21382" y="45733"/>
                  </a:lnTo>
                  <a:lnTo>
                    <a:pt x="21849" y="46000"/>
                  </a:lnTo>
                  <a:lnTo>
                    <a:pt x="22316" y="46167"/>
                  </a:lnTo>
                  <a:lnTo>
                    <a:pt x="22817" y="46167"/>
                  </a:lnTo>
                  <a:lnTo>
                    <a:pt x="23284" y="46434"/>
                  </a:lnTo>
                  <a:lnTo>
                    <a:pt x="23684" y="46567"/>
                  </a:lnTo>
                  <a:lnTo>
                    <a:pt x="24118" y="46367"/>
                  </a:lnTo>
                  <a:lnTo>
                    <a:pt x="24551" y="46667"/>
                  </a:lnTo>
                  <a:lnTo>
                    <a:pt x="25018" y="46634"/>
                  </a:lnTo>
                  <a:lnTo>
                    <a:pt x="25452" y="46267"/>
                  </a:lnTo>
                  <a:lnTo>
                    <a:pt x="25952" y="46500"/>
                  </a:lnTo>
                  <a:lnTo>
                    <a:pt x="26453" y="46601"/>
                  </a:lnTo>
                  <a:lnTo>
                    <a:pt x="26920" y="46500"/>
                  </a:lnTo>
                  <a:lnTo>
                    <a:pt x="27353" y="46167"/>
                  </a:lnTo>
                  <a:lnTo>
                    <a:pt x="27887" y="46467"/>
                  </a:lnTo>
                  <a:lnTo>
                    <a:pt x="28387" y="46334"/>
                  </a:lnTo>
                  <a:lnTo>
                    <a:pt x="28888" y="46334"/>
                  </a:lnTo>
                  <a:lnTo>
                    <a:pt x="29355" y="46134"/>
                  </a:lnTo>
                  <a:lnTo>
                    <a:pt x="29855" y="46000"/>
                  </a:lnTo>
                  <a:lnTo>
                    <a:pt x="30322" y="46000"/>
                  </a:lnTo>
                  <a:lnTo>
                    <a:pt x="30856" y="46100"/>
                  </a:lnTo>
                  <a:lnTo>
                    <a:pt x="31323" y="45967"/>
                  </a:lnTo>
                  <a:lnTo>
                    <a:pt x="31823" y="45967"/>
                  </a:lnTo>
                  <a:lnTo>
                    <a:pt x="32324" y="46000"/>
                  </a:lnTo>
                  <a:lnTo>
                    <a:pt x="32824" y="46067"/>
                  </a:lnTo>
                  <a:lnTo>
                    <a:pt x="33324" y="46000"/>
                  </a:lnTo>
                  <a:lnTo>
                    <a:pt x="33791" y="45833"/>
                  </a:lnTo>
                  <a:lnTo>
                    <a:pt x="34292" y="45767"/>
                  </a:lnTo>
                  <a:lnTo>
                    <a:pt x="34792" y="45867"/>
                  </a:lnTo>
                  <a:lnTo>
                    <a:pt x="35292" y="45733"/>
                  </a:lnTo>
                  <a:lnTo>
                    <a:pt x="35793" y="45600"/>
                  </a:lnTo>
                  <a:lnTo>
                    <a:pt x="36260" y="45500"/>
                  </a:lnTo>
                  <a:lnTo>
                    <a:pt x="36760" y="45633"/>
                  </a:lnTo>
                  <a:lnTo>
                    <a:pt x="37227" y="45500"/>
                  </a:lnTo>
                  <a:lnTo>
                    <a:pt x="37727" y="45533"/>
                  </a:lnTo>
                  <a:lnTo>
                    <a:pt x="38194" y="45266"/>
                  </a:lnTo>
                  <a:lnTo>
                    <a:pt x="38661" y="45266"/>
                  </a:lnTo>
                  <a:lnTo>
                    <a:pt x="39162" y="45400"/>
                  </a:lnTo>
                  <a:lnTo>
                    <a:pt x="39662" y="45700"/>
                  </a:lnTo>
                  <a:lnTo>
                    <a:pt x="40196" y="45500"/>
                  </a:lnTo>
                  <a:lnTo>
                    <a:pt x="40730" y="45700"/>
                  </a:lnTo>
                  <a:lnTo>
                    <a:pt x="41230" y="45633"/>
                  </a:lnTo>
                  <a:lnTo>
                    <a:pt x="41764" y="45667"/>
                  </a:lnTo>
                  <a:lnTo>
                    <a:pt x="42297" y="45633"/>
                  </a:lnTo>
                  <a:lnTo>
                    <a:pt x="42798" y="45767"/>
                  </a:lnTo>
                  <a:lnTo>
                    <a:pt x="43265" y="45633"/>
                  </a:lnTo>
                  <a:lnTo>
                    <a:pt x="43732" y="45366"/>
                  </a:lnTo>
                  <a:lnTo>
                    <a:pt x="44232" y="45366"/>
                  </a:lnTo>
                  <a:lnTo>
                    <a:pt x="44732" y="45466"/>
                  </a:lnTo>
                  <a:lnTo>
                    <a:pt x="45199" y="45166"/>
                  </a:lnTo>
                  <a:lnTo>
                    <a:pt x="45733" y="45366"/>
                  </a:lnTo>
                  <a:lnTo>
                    <a:pt x="46300" y="45200"/>
                  </a:lnTo>
                  <a:lnTo>
                    <a:pt x="46734" y="45667"/>
                  </a:lnTo>
                  <a:lnTo>
                    <a:pt x="47301" y="45433"/>
                  </a:lnTo>
                  <a:lnTo>
                    <a:pt x="47801" y="45700"/>
                  </a:lnTo>
                  <a:lnTo>
                    <a:pt x="48368" y="45566"/>
                  </a:lnTo>
                  <a:lnTo>
                    <a:pt x="48869" y="45833"/>
                  </a:lnTo>
                  <a:lnTo>
                    <a:pt x="49402" y="46000"/>
                  </a:lnTo>
                  <a:lnTo>
                    <a:pt x="49969" y="45933"/>
                  </a:lnTo>
                  <a:lnTo>
                    <a:pt x="50436" y="46100"/>
                  </a:lnTo>
                  <a:lnTo>
                    <a:pt x="50970" y="45900"/>
                  </a:lnTo>
                  <a:lnTo>
                    <a:pt x="51471" y="46000"/>
                  </a:lnTo>
                  <a:lnTo>
                    <a:pt x="52004" y="46100"/>
                  </a:lnTo>
                  <a:lnTo>
                    <a:pt x="52471" y="45900"/>
                  </a:lnTo>
                  <a:lnTo>
                    <a:pt x="53038" y="46000"/>
                  </a:lnTo>
                  <a:lnTo>
                    <a:pt x="53539" y="45900"/>
                  </a:lnTo>
                  <a:lnTo>
                    <a:pt x="53906" y="45466"/>
                  </a:lnTo>
                  <a:lnTo>
                    <a:pt x="54439" y="45500"/>
                  </a:lnTo>
                  <a:lnTo>
                    <a:pt x="54873" y="45300"/>
                  </a:lnTo>
                  <a:lnTo>
                    <a:pt x="55373" y="45300"/>
                  </a:lnTo>
                  <a:lnTo>
                    <a:pt x="55840" y="45166"/>
                  </a:lnTo>
                  <a:lnTo>
                    <a:pt x="56274" y="44966"/>
                  </a:lnTo>
                  <a:lnTo>
                    <a:pt x="56808" y="45033"/>
                  </a:lnTo>
                  <a:lnTo>
                    <a:pt x="57208" y="44566"/>
                  </a:lnTo>
                  <a:lnTo>
                    <a:pt x="57708" y="44599"/>
                  </a:lnTo>
                  <a:lnTo>
                    <a:pt x="58209" y="44733"/>
                  </a:lnTo>
                  <a:lnTo>
                    <a:pt x="58642" y="44432"/>
                  </a:lnTo>
                  <a:lnTo>
                    <a:pt x="59143" y="44266"/>
                  </a:lnTo>
                  <a:lnTo>
                    <a:pt x="59643" y="44366"/>
                  </a:lnTo>
                  <a:lnTo>
                    <a:pt x="60143" y="44532"/>
                  </a:lnTo>
                  <a:lnTo>
                    <a:pt x="60610" y="44432"/>
                  </a:lnTo>
                  <a:lnTo>
                    <a:pt x="61077" y="44466"/>
                  </a:lnTo>
                  <a:lnTo>
                    <a:pt x="61611" y="44532"/>
                  </a:lnTo>
                  <a:lnTo>
                    <a:pt x="62178" y="44432"/>
                  </a:lnTo>
                  <a:lnTo>
                    <a:pt x="62745" y="44499"/>
                  </a:lnTo>
                  <a:lnTo>
                    <a:pt x="63179" y="44699"/>
                  </a:lnTo>
                  <a:lnTo>
                    <a:pt x="63646" y="44666"/>
                  </a:lnTo>
                  <a:lnTo>
                    <a:pt x="64080" y="44699"/>
                  </a:lnTo>
                  <a:lnTo>
                    <a:pt x="64547" y="44499"/>
                  </a:lnTo>
                  <a:lnTo>
                    <a:pt x="64980" y="44232"/>
                  </a:lnTo>
                  <a:lnTo>
                    <a:pt x="65447" y="44299"/>
                  </a:lnTo>
                  <a:lnTo>
                    <a:pt x="65847" y="44132"/>
                  </a:lnTo>
                  <a:lnTo>
                    <a:pt x="66381" y="44232"/>
                  </a:lnTo>
                  <a:lnTo>
                    <a:pt x="66882" y="44099"/>
                  </a:lnTo>
                  <a:lnTo>
                    <a:pt x="67215" y="43732"/>
                  </a:lnTo>
                  <a:lnTo>
                    <a:pt x="67715" y="43598"/>
                  </a:lnTo>
                  <a:lnTo>
                    <a:pt x="68116" y="43265"/>
                  </a:lnTo>
                  <a:lnTo>
                    <a:pt x="68616" y="43198"/>
                  </a:lnTo>
                  <a:lnTo>
                    <a:pt x="68950" y="42764"/>
                  </a:lnTo>
                  <a:lnTo>
                    <a:pt x="69483" y="42898"/>
                  </a:lnTo>
                  <a:lnTo>
                    <a:pt x="69917" y="42798"/>
                  </a:lnTo>
                  <a:lnTo>
                    <a:pt x="70384" y="42864"/>
                  </a:lnTo>
                  <a:lnTo>
                    <a:pt x="70884" y="42931"/>
                  </a:lnTo>
                  <a:lnTo>
                    <a:pt x="71351" y="42898"/>
                  </a:lnTo>
                  <a:lnTo>
                    <a:pt x="71718" y="42698"/>
                  </a:lnTo>
                  <a:lnTo>
                    <a:pt x="71718" y="934"/>
                  </a:lnTo>
                  <a:lnTo>
                    <a:pt x="71418" y="834"/>
                  </a:lnTo>
                  <a:lnTo>
                    <a:pt x="70918" y="934"/>
                  </a:lnTo>
                  <a:lnTo>
                    <a:pt x="70451" y="1168"/>
                  </a:lnTo>
                  <a:lnTo>
                    <a:pt x="69950" y="1168"/>
                  </a:lnTo>
                  <a:lnTo>
                    <a:pt x="69450" y="1035"/>
                  </a:lnTo>
                  <a:lnTo>
                    <a:pt x="68950" y="1301"/>
                  </a:lnTo>
                  <a:lnTo>
                    <a:pt x="68449" y="1068"/>
                  </a:lnTo>
                  <a:lnTo>
                    <a:pt x="67882" y="1201"/>
                  </a:lnTo>
                  <a:lnTo>
                    <a:pt x="67449" y="734"/>
                  </a:lnTo>
                  <a:lnTo>
                    <a:pt x="66882" y="901"/>
                  </a:lnTo>
                  <a:lnTo>
                    <a:pt x="66381" y="634"/>
                  </a:lnTo>
                  <a:lnTo>
                    <a:pt x="65814" y="734"/>
                  </a:lnTo>
                  <a:lnTo>
                    <a:pt x="65347" y="434"/>
                  </a:lnTo>
                  <a:lnTo>
                    <a:pt x="64847" y="234"/>
                  </a:lnTo>
                  <a:lnTo>
                    <a:pt x="64280" y="267"/>
                  </a:lnTo>
                  <a:lnTo>
                    <a:pt x="63779" y="67"/>
                  </a:lnTo>
                  <a:lnTo>
                    <a:pt x="63246" y="267"/>
                  </a:lnTo>
                  <a:lnTo>
                    <a:pt x="62745" y="134"/>
                  </a:lnTo>
                  <a:lnTo>
                    <a:pt x="62245" y="0"/>
                  </a:lnTo>
                  <a:lnTo>
                    <a:pt x="61745" y="201"/>
                  </a:lnTo>
                  <a:lnTo>
                    <a:pt x="61211" y="34"/>
                  </a:lnTo>
                  <a:lnTo>
                    <a:pt x="60677" y="101"/>
                  </a:lnTo>
                  <a:lnTo>
                    <a:pt x="60310" y="534"/>
                  </a:lnTo>
                  <a:lnTo>
                    <a:pt x="59776" y="467"/>
                  </a:lnTo>
                  <a:lnTo>
                    <a:pt x="59309" y="634"/>
                  </a:lnTo>
                  <a:lnTo>
                    <a:pt x="58809" y="601"/>
                  </a:lnTo>
                  <a:lnTo>
                    <a:pt x="58342" y="701"/>
                  </a:lnTo>
                  <a:lnTo>
                    <a:pt x="57908" y="901"/>
                  </a:lnTo>
                  <a:lnTo>
                    <a:pt x="57375" y="801"/>
                  </a:lnTo>
                  <a:lnTo>
                    <a:pt x="56974" y="1235"/>
                  </a:lnTo>
                  <a:lnTo>
                    <a:pt x="56474" y="1201"/>
                  </a:lnTo>
                  <a:lnTo>
                    <a:pt x="55974" y="1035"/>
                  </a:lnTo>
                  <a:lnTo>
                    <a:pt x="55507" y="1301"/>
                  </a:lnTo>
                  <a:lnTo>
                    <a:pt x="55006" y="1435"/>
                  </a:lnTo>
                  <a:lnTo>
                    <a:pt x="54539" y="1335"/>
                  </a:lnTo>
                  <a:lnTo>
                    <a:pt x="54039" y="1135"/>
                  </a:lnTo>
                  <a:lnTo>
                    <a:pt x="53572" y="1201"/>
                  </a:lnTo>
                  <a:lnTo>
                    <a:pt x="53072" y="1135"/>
                  </a:lnTo>
                  <a:lnTo>
                    <a:pt x="52571" y="1068"/>
                  </a:lnTo>
                  <a:lnTo>
                    <a:pt x="51971" y="1101"/>
                  </a:lnTo>
                  <a:lnTo>
                    <a:pt x="51437" y="1035"/>
                  </a:lnTo>
                  <a:lnTo>
                    <a:pt x="51004" y="801"/>
                  </a:lnTo>
                  <a:lnTo>
                    <a:pt x="50537" y="801"/>
                  </a:lnTo>
                  <a:lnTo>
                    <a:pt x="50103" y="734"/>
                  </a:lnTo>
                  <a:lnTo>
                    <a:pt x="49636" y="901"/>
                  </a:lnTo>
                  <a:lnTo>
                    <a:pt x="49202" y="1168"/>
                  </a:lnTo>
                  <a:lnTo>
                    <a:pt x="48735" y="1068"/>
                  </a:lnTo>
                  <a:lnTo>
                    <a:pt x="48302" y="1235"/>
                  </a:lnTo>
                  <a:lnTo>
                    <a:pt x="47768" y="1068"/>
                  </a:lnTo>
                  <a:lnTo>
                    <a:pt x="47268" y="1168"/>
                  </a:lnTo>
                  <a:lnTo>
                    <a:pt x="46901" y="1535"/>
                  </a:lnTo>
                  <a:lnTo>
                    <a:pt x="46400" y="1635"/>
                  </a:lnTo>
                  <a:lnTo>
                    <a:pt x="46000" y="1935"/>
                  </a:lnTo>
                  <a:lnTo>
                    <a:pt x="45500" y="1969"/>
                  </a:lnTo>
                  <a:lnTo>
                    <a:pt x="45133" y="2436"/>
                  </a:lnTo>
                  <a:lnTo>
                    <a:pt x="44632" y="2269"/>
                  </a:lnTo>
                  <a:lnTo>
                    <a:pt x="44165" y="2302"/>
                  </a:lnTo>
                  <a:lnTo>
                    <a:pt x="43698" y="2235"/>
                  </a:lnTo>
                  <a:lnTo>
                    <a:pt x="43231" y="2169"/>
                  </a:lnTo>
                  <a:lnTo>
                    <a:pt x="42764" y="2169"/>
                  </a:lnTo>
                  <a:lnTo>
                    <a:pt x="42264" y="2369"/>
                  </a:lnTo>
                  <a:lnTo>
                    <a:pt x="41730" y="2202"/>
                  </a:lnTo>
                  <a:lnTo>
                    <a:pt x="41230" y="2469"/>
                  </a:lnTo>
                  <a:lnTo>
                    <a:pt x="40730" y="2536"/>
                  </a:lnTo>
                  <a:lnTo>
                    <a:pt x="40229" y="2135"/>
                  </a:lnTo>
                  <a:lnTo>
                    <a:pt x="39729" y="2235"/>
                  </a:lnTo>
                  <a:lnTo>
                    <a:pt x="39228" y="2169"/>
                  </a:lnTo>
                  <a:lnTo>
                    <a:pt x="38695" y="2436"/>
                  </a:lnTo>
                  <a:lnTo>
                    <a:pt x="38194" y="2369"/>
                  </a:lnTo>
                  <a:lnTo>
                    <a:pt x="37694" y="2169"/>
                  </a:lnTo>
                  <a:lnTo>
                    <a:pt x="37194" y="2502"/>
                  </a:lnTo>
                  <a:lnTo>
                    <a:pt x="36693" y="2369"/>
                  </a:lnTo>
                  <a:lnTo>
                    <a:pt x="36160" y="2335"/>
                  </a:lnTo>
                  <a:lnTo>
                    <a:pt x="35659" y="2502"/>
                  </a:lnTo>
                  <a:lnTo>
                    <a:pt x="35159" y="2202"/>
                  </a:lnTo>
                  <a:lnTo>
                    <a:pt x="34625" y="2335"/>
                  </a:lnTo>
                  <a:lnTo>
                    <a:pt x="34125" y="2436"/>
                  </a:lnTo>
                  <a:lnTo>
                    <a:pt x="33591" y="2202"/>
                  </a:lnTo>
                  <a:lnTo>
                    <a:pt x="33091" y="2569"/>
                  </a:lnTo>
                  <a:lnTo>
                    <a:pt x="32590" y="2436"/>
                  </a:lnTo>
                  <a:lnTo>
                    <a:pt x="32057" y="2469"/>
                  </a:lnTo>
                  <a:lnTo>
                    <a:pt x="31556" y="2536"/>
                  </a:lnTo>
                  <a:lnTo>
                    <a:pt x="31056" y="2269"/>
                  </a:lnTo>
                  <a:lnTo>
                    <a:pt x="30522" y="2569"/>
                  </a:lnTo>
                  <a:lnTo>
                    <a:pt x="30022" y="2369"/>
                  </a:lnTo>
                  <a:lnTo>
                    <a:pt x="29522" y="2502"/>
                  </a:lnTo>
                  <a:lnTo>
                    <a:pt x="28988" y="2569"/>
                  </a:lnTo>
                  <a:lnTo>
                    <a:pt x="28487" y="2569"/>
                  </a:lnTo>
                  <a:lnTo>
                    <a:pt x="27987" y="2736"/>
                  </a:lnTo>
                  <a:lnTo>
                    <a:pt x="27487" y="2636"/>
                  </a:lnTo>
                  <a:lnTo>
                    <a:pt x="26986" y="2869"/>
                  </a:lnTo>
                  <a:lnTo>
                    <a:pt x="26453" y="2736"/>
                  </a:lnTo>
                  <a:lnTo>
                    <a:pt x="26019" y="3103"/>
                  </a:lnTo>
                  <a:lnTo>
                    <a:pt x="25452" y="3003"/>
                  </a:lnTo>
                  <a:lnTo>
                    <a:pt x="24952" y="3036"/>
                  </a:lnTo>
                  <a:lnTo>
                    <a:pt x="24418" y="3003"/>
                  </a:lnTo>
                  <a:lnTo>
                    <a:pt x="23984" y="3370"/>
                  </a:lnTo>
                  <a:lnTo>
                    <a:pt x="23417" y="3370"/>
                  </a:lnTo>
                  <a:lnTo>
                    <a:pt x="22850" y="3470"/>
                  </a:lnTo>
                  <a:lnTo>
                    <a:pt x="22350" y="3703"/>
                  </a:lnTo>
                  <a:lnTo>
                    <a:pt x="21849" y="3970"/>
                  </a:lnTo>
                  <a:lnTo>
                    <a:pt x="21349" y="3803"/>
                  </a:lnTo>
                  <a:lnTo>
                    <a:pt x="20882" y="4003"/>
                  </a:lnTo>
                  <a:lnTo>
                    <a:pt x="20415" y="3903"/>
                  </a:lnTo>
                  <a:lnTo>
                    <a:pt x="19948" y="3903"/>
                  </a:lnTo>
                  <a:lnTo>
                    <a:pt x="19414" y="3937"/>
                  </a:lnTo>
                  <a:lnTo>
                    <a:pt x="18914" y="3770"/>
                  </a:lnTo>
                  <a:lnTo>
                    <a:pt x="18414" y="3970"/>
                  </a:lnTo>
                  <a:lnTo>
                    <a:pt x="17913" y="3703"/>
                  </a:lnTo>
                  <a:lnTo>
                    <a:pt x="17413" y="3736"/>
                  </a:lnTo>
                  <a:lnTo>
                    <a:pt x="16879" y="3970"/>
                  </a:lnTo>
                  <a:lnTo>
                    <a:pt x="16412" y="3670"/>
                  </a:lnTo>
                  <a:lnTo>
                    <a:pt x="15878" y="3837"/>
                  </a:lnTo>
                  <a:lnTo>
                    <a:pt x="15411" y="3670"/>
                  </a:lnTo>
                  <a:lnTo>
                    <a:pt x="14878" y="3803"/>
                  </a:lnTo>
                  <a:lnTo>
                    <a:pt x="14411" y="3636"/>
                  </a:lnTo>
                  <a:lnTo>
                    <a:pt x="13910" y="3536"/>
                  </a:lnTo>
                  <a:lnTo>
                    <a:pt x="13510" y="3169"/>
                  </a:lnTo>
                  <a:lnTo>
                    <a:pt x="13010" y="3036"/>
                  </a:lnTo>
                  <a:lnTo>
                    <a:pt x="12476" y="3169"/>
                  </a:lnTo>
                  <a:lnTo>
                    <a:pt x="12009" y="2903"/>
                  </a:lnTo>
                  <a:lnTo>
                    <a:pt x="11475" y="2836"/>
                  </a:lnTo>
                  <a:lnTo>
                    <a:pt x="10908" y="3069"/>
                  </a:lnTo>
                  <a:lnTo>
                    <a:pt x="10441" y="2702"/>
                  </a:lnTo>
                  <a:lnTo>
                    <a:pt x="9941" y="2702"/>
                  </a:lnTo>
                  <a:lnTo>
                    <a:pt x="9374" y="2736"/>
                  </a:lnTo>
                  <a:lnTo>
                    <a:pt x="8840" y="2702"/>
                  </a:lnTo>
                  <a:lnTo>
                    <a:pt x="8273" y="2669"/>
                  </a:lnTo>
                  <a:lnTo>
                    <a:pt x="7773" y="2369"/>
                  </a:lnTo>
                  <a:lnTo>
                    <a:pt x="7239" y="2736"/>
                  </a:lnTo>
                  <a:lnTo>
                    <a:pt x="6739" y="2736"/>
                  </a:lnTo>
                  <a:lnTo>
                    <a:pt x="6205" y="2436"/>
                  </a:lnTo>
                  <a:lnTo>
                    <a:pt x="5738" y="2802"/>
                  </a:lnTo>
                  <a:lnTo>
                    <a:pt x="5137" y="2602"/>
                  </a:lnTo>
                  <a:lnTo>
                    <a:pt x="4804" y="3136"/>
                  </a:lnTo>
                  <a:lnTo>
                    <a:pt x="4270" y="3069"/>
                  </a:lnTo>
                  <a:lnTo>
                    <a:pt x="3870" y="3370"/>
                  </a:lnTo>
                  <a:lnTo>
                    <a:pt x="3403" y="3536"/>
                  </a:lnTo>
                  <a:lnTo>
                    <a:pt x="2936" y="3636"/>
                  </a:lnTo>
                  <a:lnTo>
                    <a:pt x="2469" y="3770"/>
                  </a:lnTo>
                  <a:lnTo>
                    <a:pt x="1935" y="3670"/>
                  </a:lnTo>
                  <a:lnTo>
                    <a:pt x="1535" y="4103"/>
                  </a:lnTo>
                  <a:lnTo>
                    <a:pt x="1001" y="3903"/>
                  </a:lnTo>
                  <a:lnTo>
                    <a:pt x="568" y="4137"/>
                  </a:lnTo>
                  <a:lnTo>
                    <a:pt x="67" y="4137"/>
                  </a:lnTo>
                  <a:lnTo>
                    <a:pt x="0" y="4170"/>
                  </a:lnTo>
                  <a:lnTo>
                    <a:pt x="0" y="46967"/>
                  </a:lnTo>
                  <a:lnTo>
                    <a:pt x="201" y="46867"/>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0">
                <a:solidFill>
                  <a:schemeClr val="accent6">
                    <a:lumMod val="95000"/>
                  </a:schemeClr>
                </a:solidFill>
                <a:latin typeface="Montserrat ExtraBold" panose="00000900000000000000" pitchFamily="2" charset="0"/>
              </a:endParaRPr>
            </a:p>
          </p:txBody>
        </p:sp>
        <p:sp>
          <p:nvSpPr>
            <p:cNvPr id="6" name="Google Shape;851;p32">
              <a:extLst>
                <a:ext uri="{FF2B5EF4-FFF2-40B4-BE49-F238E27FC236}">
                  <a16:creationId xmlns:a16="http://schemas.microsoft.com/office/drawing/2014/main" id="{FFFBBCD3-AD8C-452D-F535-CF5EF0AC5A22}"/>
                </a:ext>
              </a:extLst>
            </p:cNvPr>
            <p:cNvSpPr/>
            <p:nvPr/>
          </p:nvSpPr>
          <p:spPr>
            <a:xfrm>
              <a:off x="6268229" y="2761728"/>
              <a:ext cx="2821246" cy="212619"/>
            </a:xfrm>
            <a:custGeom>
              <a:avLst/>
              <a:gdLst/>
              <a:ahLst/>
              <a:cxnLst/>
              <a:rect l="l" t="t" r="r" b="b"/>
              <a:pathLst>
                <a:path w="71719" h="5405" extrusionOk="0">
                  <a:moveTo>
                    <a:pt x="2102" y="4871"/>
                  </a:moveTo>
                  <a:lnTo>
                    <a:pt x="2569" y="4871"/>
                  </a:lnTo>
                  <a:lnTo>
                    <a:pt x="3103" y="4837"/>
                  </a:lnTo>
                  <a:lnTo>
                    <a:pt x="3670" y="4971"/>
                  </a:lnTo>
                  <a:lnTo>
                    <a:pt x="4170" y="4837"/>
                  </a:lnTo>
                  <a:lnTo>
                    <a:pt x="4704" y="4771"/>
                  </a:lnTo>
                  <a:lnTo>
                    <a:pt x="5238" y="4671"/>
                  </a:lnTo>
                  <a:lnTo>
                    <a:pt x="5771" y="4804"/>
                  </a:lnTo>
                  <a:lnTo>
                    <a:pt x="6272" y="4804"/>
                  </a:lnTo>
                  <a:lnTo>
                    <a:pt x="6805" y="4937"/>
                  </a:lnTo>
                  <a:lnTo>
                    <a:pt x="7306" y="4904"/>
                  </a:lnTo>
                  <a:lnTo>
                    <a:pt x="7773" y="4671"/>
                  </a:lnTo>
                  <a:lnTo>
                    <a:pt x="8273" y="4871"/>
                  </a:lnTo>
                  <a:lnTo>
                    <a:pt x="8773" y="4871"/>
                  </a:lnTo>
                  <a:lnTo>
                    <a:pt x="9240" y="4637"/>
                  </a:lnTo>
                  <a:lnTo>
                    <a:pt x="9741" y="4871"/>
                  </a:lnTo>
                  <a:lnTo>
                    <a:pt x="10241" y="4837"/>
                  </a:lnTo>
                  <a:lnTo>
                    <a:pt x="10675" y="4537"/>
                  </a:lnTo>
                  <a:lnTo>
                    <a:pt x="11175" y="4571"/>
                  </a:lnTo>
                  <a:lnTo>
                    <a:pt x="11642" y="4337"/>
                  </a:lnTo>
                  <a:lnTo>
                    <a:pt x="12142" y="4404"/>
                  </a:lnTo>
                  <a:lnTo>
                    <a:pt x="12609" y="4304"/>
                  </a:lnTo>
                  <a:lnTo>
                    <a:pt x="13110" y="4470"/>
                  </a:lnTo>
                  <a:lnTo>
                    <a:pt x="13610" y="4370"/>
                  </a:lnTo>
                  <a:lnTo>
                    <a:pt x="14111" y="4437"/>
                  </a:lnTo>
                  <a:lnTo>
                    <a:pt x="14578" y="4270"/>
                  </a:lnTo>
                  <a:lnTo>
                    <a:pt x="15078" y="4337"/>
                  </a:lnTo>
                  <a:lnTo>
                    <a:pt x="15578" y="4370"/>
                  </a:lnTo>
                  <a:lnTo>
                    <a:pt x="16045" y="4304"/>
                  </a:lnTo>
                  <a:lnTo>
                    <a:pt x="16512" y="4003"/>
                  </a:lnTo>
                  <a:lnTo>
                    <a:pt x="17013" y="4070"/>
                  </a:lnTo>
                  <a:lnTo>
                    <a:pt x="17480" y="4137"/>
                  </a:lnTo>
                  <a:lnTo>
                    <a:pt x="17980" y="4070"/>
                  </a:lnTo>
                  <a:lnTo>
                    <a:pt x="18447" y="3870"/>
                  </a:lnTo>
                  <a:lnTo>
                    <a:pt x="18914" y="4037"/>
                  </a:lnTo>
                  <a:lnTo>
                    <a:pt x="19448" y="3837"/>
                  </a:lnTo>
                  <a:lnTo>
                    <a:pt x="19881" y="4070"/>
                  </a:lnTo>
                  <a:lnTo>
                    <a:pt x="20382" y="4270"/>
                  </a:lnTo>
                  <a:lnTo>
                    <a:pt x="20849" y="4337"/>
                  </a:lnTo>
                  <a:lnTo>
                    <a:pt x="21382" y="4170"/>
                  </a:lnTo>
                  <a:lnTo>
                    <a:pt x="21849" y="4437"/>
                  </a:lnTo>
                  <a:lnTo>
                    <a:pt x="22316" y="4604"/>
                  </a:lnTo>
                  <a:lnTo>
                    <a:pt x="22817" y="4604"/>
                  </a:lnTo>
                  <a:lnTo>
                    <a:pt x="23284" y="4871"/>
                  </a:lnTo>
                  <a:lnTo>
                    <a:pt x="23684" y="5004"/>
                  </a:lnTo>
                  <a:lnTo>
                    <a:pt x="24118" y="4804"/>
                  </a:lnTo>
                  <a:lnTo>
                    <a:pt x="24551" y="5104"/>
                  </a:lnTo>
                  <a:lnTo>
                    <a:pt x="25018" y="5071"/>
                  </a:lnTo>
                  <a:lnTo>
                    <a:pt x="25452" y="4704"/>
                  </a:lnTo>
                  <a:lnTo>
                    <a:pt x="25952" y="4937"/>
                  </a:lnTo>
                  <a:lnTo>
                    <a:pt x="26453" y="5038"/>
                  </a:lnTo>
                  <a:lnTo>
                    <a:pt x="26920" y="4937"/>
                  </a:lnTo>
                  <a:lnTo>
                    <a:pt x="27353" y="4604"/>
                  </a:lnTo>
                  <a:lnTo>
                    <a:pt x="27887" y="4904"/>
                  </a:lnTo>
                  <a:lnTo>
                    <a:pt x="28387" y="4771"/>
                  </a:lnTo>
                  <a:lnTo>
                    <a:pt x="28888" y="4771"/>
                  </a:lnTo>
                  <a:lnTo>
                    <a:pt x="29355" y="4571"/>
                  </a:lnTo>
                  <a:lnTo>
                    <a:pt x="29855" y="4437"/>
                  </a:lnTo>
                  <a:lnTo>
                    <a:pt x="30322" y="4437"/>
                  </a:lnTo>
                  <a:lnTo>
                    <a:pt x="30856" y="4537"/>
                  </a:lnTo>
                  <a:lnTo>
                    <a:pt x="31323" y="4404"/>
                  </a:lnTo>
                  <a:lnTo>
                    <a:pt x="31823" y="4404"/>
                  </a:lnTo>
                  <a:lnTo>
                    <a:pt x="32324" y="4437"/>
                  </a:lnTo>
                  <a:lnTo>
                    <a:pt x="32824" y="4504"/>
                  </a:lnTo>
                  <a:lnTo>
                    <a:pt x="33324" y="4437"/>
                  </a:lnTo>
                  <a:lnTo>
                    <a:pt x="33791" y="4270"/>
                  </a:lnTo>
                  <a:lnTo>
                    <a:pt x="34292" y="4204"/>
                  </a:lnTo>
                  <a:lnTo>
                    <a:pt x="34792" y="4304"/>
                  </a:lnTo>
                  <a:lnTo>
                    <a:pt x="35292" y="4170"/>
                  </a:lnTo>
                  <a:lnTo>
                    <a:pt x="35793" y="4037"/>
                  </a:lnTo>
                  <a:lnTo>
                    <a:pt x="36260" y="3937"/>
                  </a:lnTo>
                  <a:lnTo>
                    <a:pt x="36760" y="4070"/>
                  </a:lnTo>
                  <a:lnTo>
                    <a:pt x="37227" y="3937"/>
                  </a:lnTo>
                  <a:lnTo>
                    <a:pt x="37727" y="3970"/>
                  </a:lnTo>
                  <a:lnTo>
                    <a:pt x="38194" y="3703"/>
                  </a:lnTo>
                  <a:lnTo>
                    <a:pt x="38661" y="3703"/>
                  </a:lnTo>
                  <a:lnTo>
                    <a:pt x="39162" y="3837"/>
                  </a:lnTo>
                  <a:lnTo>
                    <a:pt x="39662" y="4137"/>
                  </a:lnTo>
                  <a:lnTo>
                    <a:pt x="40196" y="3937"/>
                  </a:lnTo>
                  <a:lnTo>
                    <a:pt x="40730" y="4137"/>
                  </a:lnTo>
                  <a:lnTo>
                    <a:pt x="41230" y="4070"/>
                  </a:lnTo>
                  <a:lnTo>
                    <a:pt x="41764" y="4104"/>
                  </a:lnTo>
                  <a:lnTo>
                    <a:pt x="42297" y="4070"/>
                  </a:lnTo>
                  <a:lnTo>
                    <a:pt x="42798" y="4204"/>
                  </a:lnTo>
                  <a:lnTo>
                    <a:pt x="43265" y="4070"/>
                  </a:lnTo>
                  <a:lnTo>
                    <a:pt x="43732" y="3803"/>
                  </a:lnTo>
                  <a:lnTo>
                    <a:pt x="44232" y="3803"/>
                  </a:lnTo>
                  <a:lnTo>
                    <a:pt x="44732" y="3903"/>
                  </a:lnTo>
                  <a:lnTo>
                    <a:pt x="45199" y="3603"/>
                  </a:lnTo>
                  <a:lnTo>
                    <a:pt x="45733" y="3803"/>
                  </a:lnTo>
                  <a:lnTo>
                    <a:pt x="46300" y="3637"/>
                  </a:lnTo>
                  <a:lnTo>
                    <a:pt x="46734" y="4104"/>
                  </a:lnTo>
                  <a:lnTo>
                    <a:pt x="47301" y="3870"/>
                  </a:lnTo>
                  <a:lnTo>
                    <a:pt x="47801" y="4137"/>
                  </a:lnTo>
                  <a:lnTo>
                    <a:pt x="48368" y="4003"/>
                  </a:lnTo>
                  <a:lnTo>
                    <a:pt x="48869" y="4270"/>
                  </a:lnTo>
                  <a:lnTo>
                    <a:pt x="49402" y="4437"/>
                  </a:lnTo>
                  <a:lnTo>
                    <a:pt x="49969" y="4370"/>
                  </a:lnTo>
                  <a:lnTo>
                    <a:pt x="50436" y="4537"/>
                  </a:lnTo>
                  <a:lnTo>
                    <a:pt x="50970" y="4337"/>
                  </a:lnTo>
                  <a:lnTo>
                    <a:pt x="51471" y="4437"/>
                  </a:lnTo>
                  <a:lnTo>
                    <a:pt x="52004" y="4537"/>
                  </a:lnTo>
                  <a:lnTo>
                    <a:pt x="52471" y="4337"/>
                  </a:lnTo>
                  <a:lnTo>
                    <a:pt x="53038" y="4437"/>
                  </a:lnTo>
                  <a:lnTo>
                    <a:pt x="53539" y="4337"/>
                  </a:lnTo>
                  <a:lnTo>
                    <a:pt x="53906" y="3903"/>
                  </a:lnTo>
                  <a:lnTo>
                    <a:pt x="54439" y="3937"/>
                  </a:lnTo>
                  <a:lnTo>
                    <a:pt x="54873" y="3737"/>
                  </a:lnTo>
                  <a:lnTo>
                    <a:pt x="55373" y="3737"/>
                  </a:lnTo>
                  <a:lnTo>
                    <a:pt x="55840" y="3603"/>
                  </a:lnTo>
                  <a:lnTo>
                    <a:pt x="56274" y="3403"/>
                  </a:lnTo>
                  <a:lnTo>
                    <a:pt x="56808" y="3470"/>
                  </a:lnTo>
                  <a:lnTo>
                    <a:pt x="57208" y="3003"/>
                  </a:lnTo>
                  <a:lnTo>
                    <a:pt x="57708" y="3036"/>
                  </a:lnTo>
                  <a:lnTo>
                    <a:pt x="58209" y="3170"/>
                  </a:lnTo>
                  <a:lnTo>
                    <a:pt x="58642" y="2869"/>
                  </a:lnTo>
                  <a:lnTo>
                    <a:pt x="59143" y="2703"/>
                  </a:lnTo>
                  <a:lnTo>
                    <a:pt x="59643" y="2803"/>
                  </a:lnTo>
                  <a:lnTo>
                    <a:pt x="60143" y="2969"/>
                  </a:lnTo>
                  <a:lnTo>
                    <a:pt x="60610" y="2869"/>
                  </a:lnTo>
                  <a:lnTo>
                    <a:pt x="61077" y="2903"/>
                  </a:lnTo>
                  <a:lnTo>
                    <a:pt x="61611" y="2969"/>
                  </a:lnTo>
                  <a:lnTo>
                    <a:pt x="62178" y="2869"/>
                  </a:lnTo>
                  <a:lnTo>
                    <a:pt x="62745" y="2936"/>
                  </a:lnTo>
                  <a:lnTo>
                    <a:pt x="63179" y="3136"/>
                  </a:lnTo>
                  <a:lnTo>
                    <a:pt x="63646" y="3103"/>
                  </a:lnTo>
                  <a:lnTo>
                    <a:pt x="64080" y="3136"/>
                  </a:lnTo>
                  <a:lnTo>
                    <a:pt x="64547" y="2936"/>
                  </a:lnTo>
                  <a:lnTo>
                    <a:pt x="64980" y="2669"/>
                  </a:lnTo>
                  <a:lnTo>
                    <a:pt x="65447" y="2736"/>
                  </a:lnTo>
                  <a:lnTo>
                    <a:pt x="65847" y="2569"/>
                  </a:lnTo>
                  <a:lnTo>
                    <a:pt x="66381" y="2669"/>
                  </a:lnTo>
                  <a:lnTo>
                    <a:pt x="66882" y="2536"/>
                  </a:lnTo>
                  <a:lnTo>
                    <a:pt x="67215" y="2169"/>
                  </a:lnTo>
                  <a:lnTo>
                    <a:pt x="67715" y="2035"/>
                  </a:lnTo>
                  <a:lnTo>
                    <a:pt x="68116" y="1702"/>
                  </a:lnTo>
                  <a:lnTo>
                    <a:pt x="68616" y="1635"/>
                  </a:lnTo>
                  <a:lnTo>
                    <a:pt x="68950" y="1201"/>
                  </a:lnTo>
                  <a:lnTo>
                    <a:pt x="69483" y="1335"/>
                  </a:lnTo>
                  <a:lnTo>
                    <a:pt x="69917" y="1235"/>
                  </a:lnTo>
                  <a:lnTo>
                    <a:pt x="70384" y="1301"/>
                  </a:lnTo>
                  <a:lnTo>
                    <a:pt x="70884" y="1368"/>
                  </a:lnTo>
                  <a:lnTo>
                    <a:pt x="71351" y="1335"/>
                  </a:lnTo>
                  <a:lnTo>
                    <a:pt x="71718" y="1135"/>
                  </a:lnTo>
                  <a:lnTo>
                    <a:pt x="71718" y="167"/>
                  </a:lnTo>
                  <a:lnTo>
                    <a:pt x="71718" y="167"/>
                  </a:lnTo>
                  <a:lnTo>
                    <a:pt x="71218" y="101"/>
                  </a:lnTo>
                  <a:lnTo>
                    <a:pt x="70751" y="67"/>
                  </a:lnTo>
                  <a:lnTo>
                    <a:pt x="70317" y="134"/>
                  </a:lnTo>
                  <a:lnTo>
                    <a:pt x="69784" y="1"/>
                  </a:lnTo>
                  <a:lnTo>
                    <a:pt x="69450" y="468"/>
                  </a:lnTo>
                  <a:lnTo>
                    <a:pt x="68950" y="534"/>
                  </a:lnTo>
                  <a:lnTo>
                    <a:pt x="68549" y="834"/>
                  </a:lnTo>
                  <a:lnTo>
                    <a:pt x="68049" y="968"/>
                  </a:lnTo>
                  <a:lnTo>
                    <a:pt x="67715" y="1368"/>
                  </a:lnTo>
                  <a:lnTo>
                    <a:pt x="67215" y="1502"/>
                  </a:lnTo>
                  <a:lnTo>
                    <a:pt x="66681" y="1368"/>
                  </a:lnTo>
                  <a:lnTo>
                    <a:pt x="66281" y="1535"/>
                  </a:lnTo>
                  <a:lnTo>
                    <a:pt x="65814" y="1502"/>
                  </a:lnTo>
                  <a:lnTo>
                    <a:pt x="65380" y="1768"/>
                  </a:lnTo>
                  <a:lnTo>
                    <a:pt x="64913" y="1969"/>
                  </a:lnTo>
                  <a:lnTo>
                    <a:pt x="64480" y="1935"/>
                  </a:lnTo>
                  <a:lnTo>
                    <a:pt x="64013" y="1969"/>
                  </a:lnTo>
                  <a:lnTo>
                    <a:pt x="63579" y="1768"/>
                  </a:lnTo>
                  <a:lnTo>
                    <a:pt x="63012" y="1735"/>
                  </a:lnTo>
                  <a:lnTo>
                    <a:pt x="62445" y="1802"/>
                  </a:lnTo>
                  <a:lnTo>
                    <a:pt x="61945" y="1735"/>
                  </a:lnTo>
                  <a:lnTo>
                    <a:pt x="61444" y="1702"/>
                  </a:lnTo>
                  <a:lnTo>
                    <a:pt x="60977" y="1802"/>
                  </a:lnTo>
                  <a:lnTo>
                    <a:pt x="60477" y="1635"/>
                  </a:lnTo>
                  <a:lnTo>
                    <a:pt x="59977" y="1568"/>
                  </a:lnTo>
                  <a:lnTo>
                    <a:pt x="59510" y="1702"/>
                  </a:lnTo>
                  <a:lnTo>
                    <a:pt x="59043" y="2002"/>
                  </a:lnTo>
                  <a:lnTo>
                    <a:pt x="58542" y="1869"/>
                  </a:lnTo>
                  <a:lnTo>
                    <a:pt x="58042" y="1869"/>
                  </a:lnTo>
                  <a:lnTo>
                    <a:pt x="57642" y="2336"/>
                  </a:lnTo>
                  <a:lnTo>
                    <a:pt x="57141" y="2269"/>
                  </a:lnTo>
                  <a:lnTo>
                    <a:pt x="56674" y="2469"/>
                  </a:lnTo>
                  <a:lnTo>
                    <a:pt x="56241" y="2602"/>
                  </a:lnTo>
                  <a:lnTo>
                    <a:pt x="55707" y="2602"/>
                  </a:lnTo>
                  <a:lnTo>
                    <a:pt x="55273" y="2803"/>
                  </a:lnTo>
                  <a:lnTo>
                    <a:pt x="54740" y="2803"/>
                  </a:lnTo>
                  <a:lnTo>
                    <a:pt x="54406" y="3203"/>
                  </a:lnTo>
                  <a:lnTo>
                    <a:pt x="53872" y="3303"/>
                  </a:lnTo>
                  <a:lnTo>
                    <a:pt x="53339" y="3203"/>
                  </a:lnTo>
                  <a:lnTo>
                    <a:pt x="52838" y="3436"/>
                  </a:lnTo>
                  <a:lnTo>
                    <a:pt x="52338" y="3303"/>
                  </a:lnTo>
                  <a:lnTo>
                    <a:pt x="51837" y="3236"/>
                  </a:lnTo>
                  <a:lnTo>
                    <a:pt x="51304" y="3436"/>
                  </a:lnTo>
                  <a:lnTo>
                    <a:pt x="50803" y="3270"/>
                  </a:lnTo>
                  <a:lnTo>
                    <a:pt x="50236" y="3336"/>
                  </a:lnTo>
                  <a:lnTo>
                    <a:pt x="49736" y="3170"/>
                  </a:lnTo>
                  <a:lnTo>
                    <a:pt x="49236" y="2869"/>
                  </a:lnTo>
                  <a:lnTo>
                    <a:pt x="48669" y="3036"/>
                  </a:lnTo>
                  <a:lnTo>
                    <a:pt x="48135" y="2769"/>
                  </a:lnTo>
                  <a:lnTo>
                    <a:pt x="47601" y="3003"/>
                  </a:lnTo>
                  <a:lnTo>
                    <a:pt x="47134" y="2569"/>
                  </a:lnTo>
                  <a:lnTo>
                    <a:pt x="46600" y="2703"/>
                  </a:lnTo>
                  <a:lnTo>
                    <a:pt x="46067" y="2502"/>
                  </a:lnTo>
                  <a:lnTo>
                    <a:pt x="45566" y="2803"/>
                  </a:lnTo>
                  <a:lnTo>
                    <a:pt x="45066" y="2703"/>
                  </a:lnTo>
                  <a:lnTo>
                    <a:pt x="44599" y="2736"/>
                  </a:lnTo>
                  <a:lnTo>
                    <a:pt x="44132" y="2969"/>
                  </a:lnTo>
                  <a:lnTo>
                    <a:pt x="43632" y="3136"/>
                  </a:lnTo>
                  <a:lnTo>
                    <a:pt x="43131" y="3003"/>
                  </a:lnTo>
                  <a:lnTo>
                    <a:pt x="42598" y="3036"/>
                  </a:lnTo>
                  <a:lnTo>
                    <a:pt x="42097" y="3003"/>
                  </a:lnTo>
                  <a:lnTo>
                    <a:pt x="41563" y="3036"/>
                  </a:lnTo>
                  <a:lnTo>
                    <a:pt x="41030" y="2869"/>
                  </a:lnTo>
                  <a:lnTo>
                    <a:pt x="40496" y="3069"/>
                  </a:lnTo>
                  <a:lnTo>
                    <a:pt x="39996" y="2769"/>
                  </a:lnTo>
                  <a:lnTo>
                    <a:pt x="39529" y="2636"/>
                  </a:lnTo>
                  <a:lnTo>
                    <a:pt x="39028" y="2636"/>
                  </a:lnTo>
                  <a:lnTo>
                    <a:pt x="38561" y="2903"/>
                  </a:lnTo>
                  <a:lnTo>
                    <a:pt x="38061" y="2903"/>
                  </a:lnTo>
                  <a:lnTo>
                    <a:pt x="37594" y="3003"/>
                  </a:lnTo>
                  <a:lnTo>
                    <a:pt x="37094" y="2903"/>
                  </a:lnTo>
                  <a:lnTo>
                    <a:pt x="36627" y="3003"/>
                  </a:lnTo>
                  <a:lnTo>
                    <a:pt x="36126" y="3136"/>
                  </a:lnTo>
                  <a:lnTo>
                    <a:pt x="35659" y="3236"/>
                  </a:lnTo>
                  <a:lnTo>
                    <a:pt x="35159" y="3136"/>
                  </a:lnTo>
                  <a:lnTo>
                    <a:pt x="34659" y="3203"/>
                  </a:lnTo>
                  <a:lnTo>
                    <a:pt x="34158" y="3403"/>
                  </a:lnTo>
                  <a:lnTo>
                    <a:pt x="33691" y="3436"/>
                  </a:lnTo>
                  <a:lnTo>
                    <a:pt x="33157" y="3403"/>
                  </a:lnTo>
                  <a:lnTo>
                    <a:pt x="32657" y="3370"/>
                  </a:lnTo>
                  <a:lnTo>
                    <a:pt x="32190" y="3370"/>
                  </a:lnTo>
                  <a:lnTo>
                    <a:pt x="31690" y="3503"/>
                  </a:lnTo>
                  <a:lnTo>
                    <a:pt x="31189" y="3403"/>
                  </a:lnTo>
                  <a:lnTo>
                    <a:pt x="30689" y="3403"/>
                  </a:lnTo>
                  <a:lnTo>
                    <a:pt x="30189" y="3536"/>
                  </a:lnTo>
                  <a:lnTo>
                    <a:pt x="29722" y="3737"/>
                  </a:lnTo>
                  <a:lnTo>
                    <a:pt x="29221" y="3770"/>
                  </a:lnTo>
                  <a:lnTo>
                    <a:pt x="28754" y="3903"/>
                  </a:lnTo>
                  <a:lnTo>
                    <a:pt x="28221" y="3603"/>
                  </a:lnTo>
                  <a:lnTo>
                    <a:pt x="27754" y="3903"/>
                  </a:lnTo>
                  <a:lnTo>
                    <a:pt x="27287" y="4003"/>
                  </a:lnTo>
                  <a:lnTo>
                    <a:pt x="26820" y="3937"/>
                  </a:lnTo>
                  <a:lnTo>
                    <a:pt x="26319" y="3703"/>
                  </a:lnTo>
                  <a:lnTo>
                    <a:pt x="25852" y="4070"/>
                  </a:lnTo>
                  <a:lnTo>
                    <a:pt x="25385" y="4104"/>
                  </a:lnTo>
                  <a:lnTo>
                    <a:pt x="24985" y="3803"/>
                  </a:lnTo>
                  <a:lnTo>
                    <a:pt x="24518" y="4003"/>
                  </a:lnTo>
                  <a:lnTo>
                    <a:pt x="24118" y="3870"/>
                  </a:lnTo>
                  <a:lnTo>
                    <a:pt x="23684" y="3603"/>
                  </a:lnTo>
                  <a:lnTo>
                    <a:pt x="23150" y="3603"/>
                  </a:lnTo>
                  <a:lnTo>
                    <a:pt x="22683" y="3436"/>
                  </a:lnTo>
                  <a:lnTo>
                    <a:pt x="22250" y="3170"/>
                  </a:lnTo>
                  <a:lnTo>
                    <a:pt x="21716" y="3336"/>
                  </a:lnTo>
                  <a:lnTo>
                    <a:pt x="21216" y="3270"/>
                  </a:lnTo>
                  <a:lnTo>
                    <a:pt x="20749" y="3069"/>
                  </a:lnTo>
                  <a:lnTo>
                    <a:pt x="20282" y="2869"/>
                  </a:lnTo>
                  <a:lnTo>
                    <a:pt x="19781" y="3036"/>
                  </a:lnTo>
                  <a:lnTo>
                    <a:pt x="19281" y="2869"/>
                  </a:lnTo>
                  <a:lnTo>
                    <a:pt x="18814" y="3103"/>
                  </a:lnTo>
                  <a:lnTo>
                    <a:pt x="18347" y="3170"/>
                  </a:lnTo>
                  <a:lnTo>
                    <a:pt x="17847" y="3069"/>
                  </a:lnTo>
                  <a:lnTo>
                    <a:pt x="17346" y="3036"/>
                  </a:lnTo>
                  <a:lnTo>
                    <a:pt x="16913" y="3336"/>
                  </a:lnTo>
                  <a:lnTo>
                    <a:pt x="16412" y="3403"/>
                  </a:lnTo>
                  <a:lnTo>
                    <a:pt x="15912" y="3370"/>
                  </a:lnTo>
                  <a:lnTo>
                    <a:pt x="15411" y="3303"/>
                  </a:lnTo>
                  <a:lnTo>
                    <a:pt x="14944" y="3470"/>
                  </a:lnTo>
                  <a:lnTo>
                    <a:pt x="14444" y="3403"/>
                  </a:lnTo>
                  <a:lnTo>
                    <a:pt x="13977" y="3503"/>
                  </a:lnTo>
                  <a:lnTo>
                    <a:pt x="13477" y="3336"/>
                  </a:lnTo>
                  <a:lnTo>
                    <a:pt x="12976" y="3436"/>
                  </a:lnTo>
                  <a:lnTo>
                    <a:pt x="12476" y="3370"/>
                  </a:lnTo>
                  <a:lnTo>
                    <a:pt x="12009" y="3603"/>
                  </a:lnTo>
                  <a:lnTo>
                    <a:pt x="11542" y="3570"/>
                  </a:lnTo>
                  <a:lnTo>
                    <a:pt x="11075" y="3903"/>
                  </a:lnTo>
                  <a:lnTo>
                    <a:pt x="10575" y="3903"/>
                  </a:lnTo>
                  <a:lnTo>
                    <a:pt x="10074" y="3703"/>
                  </a:lnTo>
                  <a:lnTo>
                    <a:pt x="9607" y="3903"/>
                  </a:lnTo>
                  <a:lnTo>
                    <a:pt x="9140" y="3903"/>
                  </a:lnTo>
                  <a:lnTo>
                    <a:pt x="8640" y="3703"/>
                  </a:lnTo>
                  <a:lnTo>
                    <a:pt x="8140" y="3970"/>
                  </a:lnTo>
                  <a:lnTo>
                    <a:pt x="7639" y="4003"/>
                  </a:lnTo>
                  <a:lnTo>
                    <a:pt x="7139" y="3870"/>
                  </a:lnTo>
                  <a:lnTo>
                    <a:pt x="6639" y="3870"/>
                  </a:lnTo>
                  <a:lnTo>
                    <a:pt x="6105" y="3737"/>
                  </a:lnTo>
                  <a:lnTo>
                    <a:pt x="5571" y="3870"/>
                  </a:lnTo>
                  <a:lnTo>
                    <a:pt x="5037" y="3903"/>
                  </a:lnTo>
                  <a:lnTo>
                    <a:pt x="4504" y="4037"/>
                  </a:lnTo>
                  <a:lnTo>
                    <a:pt x="3970" y="3937"/>
                  </a:lnTo>
                  <a:lnTo>
                    <a:pt x="3403" y="3937"/>
                  </a:lnTo>
                  <a:lnTo>
                    <a:pt x="2936" y="3970"/>
                  </a:lnTo>
                  <a:lnTo>
                    <a:pt x="2469" y="4270"/>
                  </a:lnTo>
                  <a:lnTo>
                    <a:pt x="2002" y="4337"/>
                  </a:lnTo>
                  <a:lnTo>
                    <a:pt x="1502" y="4170"/>
                  </a:lnTo>
                  <a:lnTo>
                    <a:pt x="1068" y="4404"/>
                  </a:lnTo>
                  <a:lnTo>
                    <a:pt x="601" y="4604"/>
                  </a:lnTo>
                  <a:lnTo>
                    <a:pt x="134" y="4871"/>
                  </a:lnTo>
                  <a:lnTo>
                    <a:pt x="0" y="4871"/>
                  </a:lnTo>
                  <a:lnTo>
                    <a:pt x="0" y="5404"/>
                  </a:lnTo>
                  <a:lnTo>
                    <a:pt x="201" y="5304"/>
                  </a:lnTo>
                  <a:lnTo>
                    <a:pt x="634" y="5071"/>
                  </a:lnTo>
                  <a:lnTo>
                    <a:pt x="1168" y="5271"/>
                  </a:lnTo>
                  <a:lnTo>
                    <a:pt x="1635" y="517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0">
                <a:solidFill>
                  <a:schemeClr val="accent6">
                    <a:lumMod val="95000"/>
                  </a:schemeClr>
                </a:solidFill>
                <a:latin typeface="Montserrat ExtraBold" panose="00000900000000000000" pitchFamily="2" charset="0"/>
              </a:endParaRPr>
            </a:p>
          </p:txBody>
        </p:sp>
        <p:sp>
          <p:nvSpPr>
            <p:cNvPr id="7" name="Google Shape;852;p32">
              <a:extLst>
                <a:ext uri="{FF2B5EF4-FFF2-40B4-BE49-F238E27FC236}">
                  <a16:creationId xmlns:a16="http://schemas.microsoft.com/office/drawing/2014/main" id="{F1261DFF-04EC-6CBD-0C77-5590584D7CA2}"/>
                </a:ext>
              </a:extLst>
            </p:cNvPr>
            <p:cNvSpPr/>
            <p:nvPr/>
          </p:nvSpPr>
          <p:spPr>
            <a:xfrm>
              <a:off x="6268229" y="1126723"/>
              <a:ext cx="2821246" cy="187679"/>
            </a:xfrm>
            <a:custGeom>
              <a:avLst/>
              <a:gdLst/>
              <a:ahLst/>
              <a:cxnLst/>
              <a:rect l="l" t="t" r="r" b="b"/>
              <a:pathLst>
                <a:path w="71719" h="4771" extrusionOk="0">
                  <a:moveTo>
                    <a:pt x="70918" y="934"/>
                  </a:moveTo>
                  <a:lnTo>
                    <a:pt x="70451" y="1168"/>
                  </a:lnTo>
                  <a:lnTo>
                    <a:pt x="69950" y="1168"/>
                  </a:lnTo>
                  <a:lnTo>
                    <a:pt x="69450" y="1035"/>
                  </a:lnTo>
                  <a:lnTo>
                    <a:pt x="68950" y="1301"/>
                  </a:lnTo>
                  <a:lnTo>
                    <a:pt x="68449" y="1068"/>
                  </a:lnTo>
                  <a:lnTo>
                    <a:pt x="67882" y="1201"/>
                  </a:lnTo>
                  <a:lnTo>
                    <a:pt x="67449" y="734"/>
                  </a:lnTo>
                  <a:lnTo>
                    <a:pt x="66882" y="901"/>
                  </a:lnTo>
                  <a:lnTo>
                    <a:pt x="66381" y="634"/>
                  </a:lnTo>
                  <a:lnTo>
                    <a:pt x="65814" y="734"/>
                  </a:lnTo>
                  <a:lnTo>
                    <a:pt x="65347" y="434"/>
                  </a:lnTo>
                  <a:lnTo>
                    <a:pt x="64847" y="234"/>
                  </a:lnTo>
                  <a:lnTo>
                    <a:pt x="64280" y="267"/>
                  </a:lnTo>
                  <a:lnTo>
                    <a:pt x="63779" y="67"/>
                  </a:lnTo>
                  <a:lnTo>
                    <a:pt x="63246" y="267"/>
                  </a:lnTo>
                  <a:lnTo>
                    <a:pt x="62745" y="134"/>
                  </a:lnTo>
                  <a:lnTo>
                    <a:pt x="62245" y="0"/>
                  </a:lnTo>
                  <a:lnTo>
                    <a:pt x="61745" y="201"/>
                  </a:lnTo>
                  <a:lnTo>
                    <a:pt x="61211" y="34"/>
                  </a:lnTo>
                  <a:lnTo>
                    <a:pt x="60677" y="101"/>
                  </a:lnTo>
                  <a:lnTo>
                    <a:pt x="60310" y="534"/>
                  </a:lnTo>
                  <a:lnTo>
                    <a:pt x="59776" y="467"/>
                  </a:lnTo>
                  <a:lnTo>
                    <a:pt x="59309" y="634"/>
                  </a:lnTo>
                  <a:lnTo>
                    <a:pt x="58809" y="601"/>
                  </a:lnTo>
                  <a:lnTo>
                    <a:pt x="58342" y="701"/>
                  </a:lnTo>
                  <a:lnTo>
                    <a:pt x="57908" y="901"/>
                  </a:lnTo>
                  <a:lnTo>
                    <a:pt x="57375" y="801"/>
                  </a:lnTo>
                  <a:lnTo>
                    <a:pt x="56974" y="1235"/>
                  </a:lnTo>
                  <a:lnTo>
                    <a:pt x="56474" y="1201"/>
                  </a:lnTo>
                  <a:lnTo>
                    <a:pt x="55974" y="1035"/>
                  </a:lnTo>
                  <a:lnTo>
                    <a:pt x="55507" y="1301"/>
                  </a:lnTo>
                  <a:lnTo>
                    <a:pt x="55006" y="1435"/>
                  </a:lnTo>
                  <a:lnTo>
                    <a:pt x="54539" y="1335"/>
                  </a:lnTo>
                  <a:lnTo>
                    <a:pt x="54039" y="1135"/>
                  </a:lnTo>
                  <a:lnTo>
                    <a:pt x="53572" y="1201"/>
                  </a:lnTo>
                  <a:lnTo>
                    <a:pt x="53072" y="1135"/>
                  </a:lnTo>
                  <a:lnTo>
                    <a:pt x="52571" y="1068"/>
                  </a:lnTo>
                  <a:lnTo>
                    <a:pt x="51971" y="1101"/>
                  </a:lnTo>
                  <a:lnTo>
                    <a:pt x="51437" y="1035"/>
                  </a:lnTo>
                  <a:lnTo>
                    <a:pt x="51004" y="801"/>
                  </a:lnTo>
                  <a:lnTo>
                    <a:pt x="50537" y="801"/>
                  </a:lnTo>
                  <a:lnTo>
                    <a:pt x="50103" y="734"/>
                  </a:lnTo>
                  <a:lnTo>
                    <a:pt x="49636" y="901"/>
                  </a:lnTo>
                  <a:lnTo>
                    <a:pt x="49202" y="1168"/>
                  </a:lnTo>
                  <a:lnTo>
                    <a:pt x="48735" y="1068"/>
                  </a:lnTo>
                  <a:lnTo>
                    <a:pt x="48302" y="1235"/>
                  </a:lnTo>
                  <a:lnTo>
                    <a:pt x="47768" y="1068"/>
                  </a:lnTo>
                  <a:lnTo>
                    <a:pt x="47268" y="1168"/>
                  </a:lnTo>
                  <a:lnTo>
                    <a:pt x="46901" y="1535"/>
                  </a:lnTo>
                  <a:lnTo>
                    <a:pt x="46400" y="1635"/>
                  </a:lnTo>
                  <a:lnTo>
                    <a:pt x="46000" y="1935"/>
                  </a:lnTo>
                  <a:lnTo>
                    <a:pt x="45500" y="1969"/>
                  </a:lnTo>
                  <a:lnTo>
                    <a:pt x="45133" y="2436"/>
                  </a:lnTo>
                  <a:lnTo>
                    <a:pt x="44632" y="2269"/>
                  </a:lnTo>
                  <a:lnTo>
                    <a:pt x="44165" y="2302"/>
                  </a:lnTo>
                  <a:lnTo>
                    <a:pt x="43698" y="2235"/>
                  </a:lnTo>
                  <a:lnTo>
                    <a:pt x="43231" y="2169"/>
                  </a:lnTo>
                  <a:lnTo>
                    <a:pt x="42764" y="2169"/>
                  </a:lnTo>
                  <a:lnTo>
                    <a:pt x="42264" y="2369"/>
                  </a:lnTo>
                  <a:lnTo>
                    <a:pt x="41730" y="2202"/>
                  </a:lnTo>
                  <a:lnTo>
                    <a:pt x="41230" y="2469"/>
                  </a:lnTo>
                  <a:lnTo>
                    <a:pt x="40730" y="2536"/>
                  </a:lnTo>
                  <a:lnTo>
                    <a:pt x="40229" y="2135"/>
                  </a:lnTo>
                  <a:lnTo>
                    <a:pt x="39729" y="2235"/>
                  </a:lnTo>
                  <a:lnTo>
                    <a:pt x="39228" y="2169"/>
                  </a:lnTo>
                  <a:lnTo>
                    <a:pt x="38695" y="2436"/>
                  </a:lnTo>
                  <a:lnTo>
                    <a:pt x="38194" y="2369"/>
                  </a:lnTo>
                  <a:lnTo>
                    <a:pt x="37694" y="2169"/>
                  </a:lnTo>
                  <a:lnTo>
                    <a:pt x="37194" y="2502"/>
                  </a:lnTo>
                  <a:lnTo>
                    <a:pt x="36693" y="2369"/>
                  </a:lnTo>
                  <a:lnTo>
                    <a:pt x="36160" y="2335"/>
                  </a:lnTo>
                  <a:lnTo>
                    <a:pt x="35659" y="2502"/>
                  </a:lnTo>
                  <a:lnTo>
                    <a:pt x="35159" y="2202"/>
                  </a:lnTo>
                  <a:lnTo>
                    <a:pt x="34625" y="2335"/>
                  </a:lnTo>
                  <a:lnTo>
                    <a:pt x="34125" y="2436"/>
                  </a:lnTo>
                  <a:lnTo>
                    <a:pt x="33591" y="2202"/>
                  </a:lnTo>
                  <a:lnTo>
                    <a:pt x="33091" y="2569"/>
                  </a:lnTo>
                  <a:lnTo>
                    <a:pt x="32590" y="2436"/>
                  </a:lnTo>
                  <a:lnTo>
                    <a:pt x="32057" y="2469"/>
                  </a:lnTo>
                  <a:lnTo>
                    <a:pt x="31556" y="2536"/>
                  </a:lnTo>
                  <a:lnTo>
                    <a:pt x="31056" y="2269"/>
                  </a:lnTo>
                  <a:lnTo>
                    <a:pt x="30522" y="2569"/>
                  </a:lnTo>
                  <a:lnTo>
                    <a:pt x="30022" y="2369"/>
                  </a:lnTo>
                  <a:lnTo>
                    <a:pt x="29522" y="2502"/>
                  </a:lnTo>
                  <a:lnTo>
                    <a:pt x="28988" y="2569"/>
                  </a:lnTo>
                  <a:lnTo>
                    <a:pt x="28487" y="2569"/>
                  </a:lnTo>
                  <a:lnTo>
                    <a:pt x="27987" y="2736"/>
                  </a:lnTo>
                  <a:lnTo>
                    <a:pt x="27487" y="2636"/>
                  </a:lnTo>
                  <a:lnTo>
                    <a:pt x="26986" y="2869"/>
                  </a:lnTo>
                  <a:lnTo>
                    <a:pt x="26453" y="2736"/>
                  </a:lnTo>
                  <a:lnTo>
                    <a:pt x="26019" y="3103"/>
                  </a:lnTo>
                  <a:lnTo>
                    <a:pt x="25452" y="3003"/>
                  </a:lnTo>
                  <a:lnTo>
                    <a:pt x="24952" y="3036"/>
                  </a:lnTo>
                  <a:lnTo>
                    <a:pt x="24418" y="3003"/>
                  </a:lnTo>
                  <a:lnTo>
                    <a:pt x="23984" y="3370"/>
                  </a:lnTo>
                  <a:lnTo>
                    <a:pt x="23417" y="3370"/>
                  </a:lnTo>
                  <a:lnTo>
                    <a:pt x="22850" y="3470"/>
                  </a:lnTo>
                  <a:lnTo>
                    <a:pt x="22350" y="3703"/>
                  </a:lnTo>
                  <a:lnTo>
                    <a:pt x="21849" y="3970"/>
                  </a:lnTo>
                  <a:lnTo>
                    <a:pt x="21349" y="3803"/>
                  </a:lnTo>
                  <a:lnTo>
                    <a:pt x="20882" y="4003"/>
                  </a:lnTo>
                  <a:lnTo>
                    <a:pt x="20415" y="3903"/>
                  </a:lnTo>
                  <a:lnTo>
                    <a:pt x="19948" y="3903"/>
                  </a:lnTo>
                  <a:lnTo>
                    <a:pt x="19414" y="3937"/>
                  </a:lnTo>
                  <a:lnTo>
                    <a:pt x="18914" y="3770"/>
                  </a:lnTo>
                  <a:lnTo>
                    <a:pt x="18414" y="3970"/>
                  </a:lnTo>
                  <a:lnTo>
                    <a:pt x="17913" y="3703"/>
                  </a:lnTo>
                  <a:lnTo>
                    <a:pt x="17413" y="3736"/>
                  </a:lnTo>
                  <a:lnTo>
                    <a:pt x="16879" y="3970"/>
                  </a:lnTo>
                  <a:lnTo>
                    <a:pt x="16412" y="3670"/>
                  </a:lnTo>
                  <a:lnTo>
                    <a:pt x="15878" y="3837"/>
                  </a:lnTo>
                  <a:lnTo>
                    <a:pt x="15411" y="3670"/>
                  </a:lnTo>
                  <a:lnTo>
                    <a:pt x="14878" y="3803"/>
                  </a:lnTo>
                  <a:lnTo>
                    <a:pt x="14411" y="3636"/>
                  </a:lnTo>
                  <a:lnTo>
                    <a:pt x="13910" y="3536"/>
                  </a:lnTo>
                  <a:lnTo>
                    <a:pt x="13510" y="3169"/>
                  </a:lnTo>
                  <a:lnTo>
                    <a:pt x="13010" y="3036"/>
                  </a:lnTo>
                  <a:lnTo>
                    <a:pt x="12476" y="3169"/>
                  </a:lnTo>
                  <a:lnTo>
                    <a:pt x="12009" y="2903"/>
                  </a:lnTo>
                  <a:lnTo>
                    <a:pt x="11475" y="2836"/>
                  </a:lnTo>
                  <a:lnTo>
                    <a:pt x="10908" y="3069"/>
                  </a:lnTo>
                  <a:lnTo>
                    <a:pt x="10441" y="2702"/>
                  </a:lnTo>
                  <a:lnTo>
                    <a:pt x="9941" y="2702"/>
                  </a:lnTo>
                  <a:lnTo>
                    <a:pt x="9374" y="2736"/>
                  </a:lnTo>
                  <a:lnTo>
                    <a:pt x="8840" y="2702"/>
                  </a:lnTo>
                  <a:lnTo>
                    <a:pt x="8273" y="2669"/>
                  </a:lnTo>
                  <a:lnTo>
                    <a:pt x="7773" y="2369"/>
                  </a:lnTo>
                  <a:lnTo>
                    <a:pt x="7239" y="2736"/>
                  </a:lnTo>
                  <a:lnTo>
                    <a:pt x="6739" y="2736"/>
                  </a:lnTo>
                  <a:lnTo>
                    <a:pt x="6205" y="2436"/>
                  </a:lnTo>
                  <a:lnTo>
                    <a:pt x="5738" y="2802"/>
                  </a:lnTo>
                  <a:lnTo>
                    <a:pt x="5137" y="2602"/>
                  </a:lnTo>
                  <a:lnTo>
                    <a:pt x="4804" y="3136"/>
                  </a:lnTo>
                  <a:lnTo>
                    <a:pt x="4270" y="3069"/>
                  </a:lnTo>
                  <a:lnTo>
                    <a:pt x="3870" y="3370"/>
                  </a:lnTo>
                  <a:lnTo>
                    <a:pt x="3403" y="3536"/>
                  </a:lnTo>
                  <a:lnTo>
                    <a:pt x="2936" y="3636"/>
                  </a:lnTo>
                  <a:lnTo>
                    <a:pt x="2469" y="3770"/>
                  </a:lnTo>
                  <a:lnTo>
                    <a:pt x="1935" y="3670"/>
                  </a:lnTo>
                  <a:lnTo>
                    <a:pt x="1535" y="4103"/>
                  </a:lnTo>
                  <a:lnTo>
                    <a:pt x="1001" y="3903"/>
                  </a:lnTo>
                  <a:lnTo>
                    <a:pt x="568" y="4137"/>
                  </a:lnTo>
                  <a:lnTo>
                    <a:pt x="67" y="4137"/>
                  </a:lnTo>
                  <a:lnTo>
                    <a:pt x="0" y="4170"/>
                  </a:lnTo>
                  <a:lnTo>
                    <a:pt x="0" y="4771"/>
                  </a:lnTo>
                  <a:lnTo>
                    <a:pt x="367" y="4537"/>
                  </a:lnTo>
                  <a:lnTo>
                    <a:pt x="868" y="4570"/>
                  </a:lnTo>
                  <a:lnTo>
                    <a:pt x="1301" y="4337"/>
                  </a:lnTo>
                  <a:lnTo>
                    <a:pt x="1835" y="4537"/>
                  </a:lnTo>
                  <a:lnTo>
                    <a:pt x="2235" y="4103"/>
                  </a:lnTo>
                  <a:lnTo>
                    <a:pt x="2769" y="4203"/>
                  </a:lnTo>
                  <a:lnTo>
                    <a:pt x="3236" y="4070"/>
                  </a:lnTo>
                  <a:lnTo>
                    <a:pt x="3736" y="4003"/>
                  </a:lnTo>
                  <a:lnTo>
                    <a:pt x="4170" y="3837"/>
                  </a:lnTo>
                  <a:lnTo>
                    <a:pt x="4604" y="3536"/>
                  </a:lnTo>
                  <a:lnTo>
                    <a:pt x="5137" y="3603"/>
                  </a:lnTo>
                  <a:lnTo>
                    <a:pt x="5471" y="3103"/>
                  </a:lnTo>
                  <a:lnTo>
                    <a:pt x="6071" y="3269"/>
                  </a:lnTo>
                  <a:lnTo>
                    <a:pt x="6538" y="2936"/>
                  </a:lnTo>
                  <a:lnTo>
                    <a:pt x="7072" y="3236"/>
                  </a:lnTo>
                  <a:lnTo>
                    <a:pt x="7573" y="3236"/>
                  </a:lnTo>
                  <a:lnTo>
                    <a:pt x="8106" y="2869"/>
                  </a:lnTo>
                  <a:lnTo>
                    <a:pt x="8607" y="3169"/>
                  </a:lnTo>
                  <a:lnTo>
                    <a:pt x="9174" y="3203"/>
                  </a:lnTo>
                  <a:lnTo>
                    <a:pt x="9707" y="3236"/>
                  </a:lnTo>
                  <a:lnTo>
                    <a:pt x="10241" y="3203"/>
                  </a:lnTo>
                  <a:lnTo>
                    <a:pt x="10775" y="3203"/>
                  </a:lnTo>
                  <a:lnTo>
                    <a:pt x="11242" y="3570"/>
                  </a:lnTo>
                  <a:lnTo>
                    <a:pt x="11809" y="3370"/>
                  </a:lnTo>
                  <a:lnTo>
                    <a:pt x="12309" y="3436"/>
                  </a:lnTo>
                  <a:lnTo>
                    <a:pt x="12810" y="3736"/>
                  </a:lnTo>
                  <a:lnTo>
                    <a:pt x="13343" y="3570"/>
                  </a:lnTo>
                  <a:lnTo>
                    <a:pt x="13810" y="3703"/>
                  </a:lnTo>
                  <a:lnTo>
                    <a:pt x="14244" y="4103"/>
                  </a:lnTo>
                  <a:lnTo>
                    <a:pt x="14711" y="4203"/>
                  </a:lnTo>
                  <a:lnTo>
                    <a:pt x="15211" y="4337"/>
                  </a:lnTo>
                  <a:lnTo>
                    <a:pt x="15712" y="4237"/>
                  </a:lnTo>
                  <a:lnTo>
                    <a:pt x="16212" y="4404"/>
                  </a:lnTo>
                  <a:lnTo>
                    <a:pt x="16712" y="4237"/>
                  </a:lnTo>
                  <a:lnTo>
                    <a:pt x="17213" y="4537"/>
                  </a:lnTo>
                  <a:lnTo>
                    <a:pt x="17713" y="4337"/>
                  </a:lnTo>
                  <a:lnTo>
                    <a:pt x="18247" y="4304"/>
                  </a:lnTo>
                  <a:lnTo>
                    <a:pt x="18714" y="4570"/>
                  </a:lnTo>
                  <a:lnTo>
                    <a:pt x="19248" y="4370"/>
                  </a:lnTo>
                  <a:lnTo>
                    <a:pt x="19748" y="4537"/>
                  </a:lnTo>
                  <a:lnTo>
                    <a:pt x="20248" y="4504"/>
                  </a:lnTo>
                  <a:lnTo>
                    <a:pt x="20715" y="4504"/>
                  </a:lnTo>
                  <a:lnTo>
                    <a:pt x="21182" y="4604"/>
                  </a:lnTo>
                  <a:lnTo>
                    <a:pt x="21683" y="4437"/>
                  </a:lnTo>
                  <a:lnTo>
                    <a:pt x="22150" y="4604"/>
                  </a:lnTo>
                  <a:lnTo>
                    <a:pt x="22650" y="4337"/>
                  </a:lnTo>
                  <a:lnTo>
                    <a:pt x="23184" y="4103"/>
                  </a:lnTo>
                  <a:lnTo>
                    <a:pt x="23717" y="4003"/>
                  </a:lnTo>
                  <a:lnTo>
                    <a:pt x="24284" y="4003"/>
                  </a:lnTo>
                  <a:lnTo>
                    <a:pt x="24751" y="3670"/>
                  </a:lnTo>
                  <a:lnTo>
                    <a:pt x="25285" y="3703"/>
                  </a:lnTo>
                  <a:lnTo>
                    <a:pt x="25786" y="3636"/>
                  </a:lnTo>
                  <a:lnTo>
                    <a:pt x="26319" y="3770"/>
                  </a:lnTo>
                  <a:lnTo>
                    <a:pt x="26786" y="3403"/>
                  </a:lnTo>
                  <a:lnTo>
                    <a:pt x="27320" y="3536"/>
                  </a:lnTo>
                  <a:lnTo>
                    <a:pt x="27787" y="3303"/>
                  </a:lnTo>
                  <a:lnTo>
                    <a:pt x="28321" y="3403"/>
                  </a:lnTo>
                  <a:lnTo>
                    <a:pt x="28821" y="3269"/>
                  </a:lnTo>
                  <a:lnTo>
                    <a:pt x="29321" y="3269"/>
                  </a:lnTo>
                  <a:lnTo>
                    <a:pt x="29822" y="3203"/>
                  </a:lnTo>
                  <a:lnTo>
                    <a:pt x="30355" y="3069"/>
                  </a:lnTo>
                  <a:lnTo>
                    <a:pt x="30856" y="3269"/>
                  </a:lnTo>
                  <a:lnTo>
                    <a:pt x="31356" y="2969"/>
                  </a:lnTo>
                  <a:lnTo>
                    <a:pt x="31890" y="3236"/>
                  </a:lnTo>
                  <a:lnTo>
                    <a:pt x="32390" y="3169"/>
                  </a:lnTo>
                  <a:lnTo>
                    <a:pt x="32924" y="3169"/>
                  </a:lnTo>
                  <a:lnTo>
                    <a:pt x="33424" y="3303"/>
                  </a:lnTo>
                  <a:lnTo>
                    <a:pt x="33925" y="2936"/>
                  </a:lnTo>
                  <a:lnTo>
                    <a:pt x="34458" y="3169"/>
                  </a:lnTo>
                  <a:lnTo>
                    <a:pt x="34959" y="3069"/>
                  </a:lnTo>
                  <a:lnTo>
                    <a:pt x="35459" y="2969"/>
                  </a:lnTo>
                  <a:lnTo>
                    <a:pt x="35993" y="3269"/>
                  </a:lnTo>
                  <a:lnTo>
                    <a:pt x="36493" y="3103"/>
                  </a:lnTo>
                  <a:lnTo>
                    <a:pt x="36994" y="3136"/>
                  </a:lnTo>
                  <a:lnTo>
                    <a:pt x="37527" y="3269"/>
                  </a:lnTo>
                  <a:lnTo>
                    <a:pt x="38028" y="2936"/>
                  </a:lnTo>
                  <a:lnTo>
                    <a:pt x="38528" y="3169"/>
                  </a:lnTo>
                  <a:lnTo>
                    <a:pt x="39028" y="3236"/>
                  </a:lnTo>
                  <a:lnTo>
                    <a:pt x="39562" y="2969"/>
                  </a:lnTo>
                  <a:lnTo>
                    <a:pt x="40062" y="3036"/>
                  </a:lnTo>
                  <a:lnTo>
                    <a:pt x="40563" y="2936"/>
                  </a:lnTo>
                  <a:lnTo>
                    <a:pt x="41063" y="3370"/>
                  </a:lnTo>
                  <a:lnTo>
                    <a:pt x="41563" y="3269"/>
                  </a:lnTo>
                  <a:lnTo>
                    <a:pt x="42064" y="3003"/>
                  </a:lnTo>
                  <a:lnTo>
                    <a:pt x="42564" y="3203"/>
                  </a:lnTo>
                  <a:lnTo>
                    <a:pt x="43065" y="2969"/>
                  </a:lnTo>
                  <a:lnTo>
                    <a:pt x="43565" y="2969"/>
                  </a:lnTo>
                  <a:lnTo>
                    <a:pt x="43999" y="3069"/>
                  </a:lnTo>
                  <a:lnTo>
                    <a:pt x="44466" y="3136"/>
                  </a:lnTo>
                  <a:lnTo>
                    <a:pt x="44933" y="3103"/>
                  </a:lnTo>
                  <a:lnTo>
                    <a:pt x="45433" y="3269"/>
                  </a:lnTo>
                  <a:lnTo>
                    <a:pt x="45833" y="2836"/>
                  </a:lnTo>
                  <a:lnTo>
                    <a:pt x="46334" y="2802"/>
                  </a:lnTo>
                  <a:lnTo>
                    <a:pt x="46734" y="2502"/>
                  </a:lnTo>
                  <a:lnTo>
                    <a:pt x="47234" y="2402"/>
                  </a:lnTo>
                  <a:lnTo>
                    <a:pt x="47601" y="2035"/>
                  </a:lnTo>
                  <a:lnTo>
                    <a:pt x="48101" y="1935"/>
                  </a:lnTo>
                  <a:lnTo>
                    <a:pt x="48635" y="2102"/>
                  </a:lnTo>
                  <a:lnTo>
                    <a:pt x="49069" y="1969"/>
                  </a:lnTo>
                  <a:lnTo>
                    <a:pt x="49536" y="2035"/>
                  </a:lnTo>
                  <a:lnTo>
                    <a:pt x="49969" y="1802"/>
                  </a:lnTo>
                  <a:lnTo>
                    <a:pt x="50436" y="1635"/>
                  </a:lnTo>
                  <a:lnTo>
                    <a:pt x="50870" y="1702"/>
                  </a:lnTo>
                  <a:lnTo>
                    <a:pt x="51337" y="1702"/>
                  </a:lnTo>
                  <a:lnTo>
                    <a:pt x="51771" y="1935"/>
                  </a:lnTo>
                  <a:lnTo>
                    <a:pt x="52304" y="2002"/>
                  </a:lnTo>
                  <a:lnTo>
                    <a:pt x="52905" y="1969"/>
                  </a:lnTo>
                  <a:lnTo>
                    <a:pt x="53405" y="2069"/>
                  </a:lnTo>
                  <a:lnTo>
                    <a:pt x="53872" y="2135"/>
                  </a:lnTo>
                  <a:lnTo>
                    <a:pt x="54373" y="2069"/>
                  </a:lnTo>
                  <a:lnTo>
                    <a:pt x="54840" y="2269"/>
                  </a:lnTo>
                  <a:lnTo>
                    <a:pt x="55340" y="2369"/>
                  </a:lnTo>
                  <a:lnTo>
                    <a:pt x="55840" y="2269"/>
                  </a:lnTo>
                  <a:lnTo>
                    <a:pt x="56307" y="2002"/>
                  </a:lnTo>
                  <a:lnTo>
                    <a:pt x="56808" y="2169"/>
                  </a:lnTo>
                  <a:lnTo>
                    <a:pt x="57308" y="2202"/>
                  </a:lnTo>
                  <a:lnTo>
                    <a:pt x="57708" y="1768"/>
                  </a:lnTo>
                  <a:lnTo>
                    <a:pt x="58242" y="1868"/>
                  </a:lnTo>
                  <a:lnTo>
                    <a:pt x="58676" y="1702"/>
                  </a:lnTo>
                  <a:lnTo>
                    <a:pt x="59176" y="1602"/>
                  </a:lnTo>
                  <a:lnTo>
                    <a:pt x="59676" y="1635"/>
                  </a:lnTo>
                  <a:lnTo>
                    <a:pt x="60110" y="1468"/>
                  </a:lnTo>
                  <a:lnTo>
                    <a:pt x="60644" y="1502"/>
                  </a:lnTo>
                  <a:lnTo>
                    <a:pt x="61044" y="1101"/>
                  </a:lnTo>
                  <a:lnTo>
                    <a:pt x="61544" y="1035"/>
                  </a:lnTo>
                  <a:lnTo>
                    <a:pt x="62078" y="1201"/>
                  </a:lnTo>
                  <a:lnTo>
                    <a:pt x="62578" y="1001"/>
                  </a:lnTo>
                  <a:lnTo>
                    <a:pt x="63079" y="1135"/>
                  </a:lnTo>
                  <a:lnTo>
                    <a:pt x="63579" y="1268"/>
                  </a:lnTo>
                  <a:lnTo>
                    <a:pt x="64146" y="1101"/>
                  </a:lnTo>
                  <a:lnTo>
                    <a:pt x="64613" y="1301"/>
                  </a:lnTo>
                  <a:lnTo>
                    <a:pt x="65180" y="1268"/>
                  </a:lnTo>
                  <a:lnTo>
                    <a:pt x="65681" y="1468"/>
                  </a:lnTo>
                  <a:lnTo>
                    <a:pt x="66148" y="1802"/>
                  </a:lnTo>
                  <a:lnTo>
                    <a:pt x="66748" y="1668"/>
                  </a:lnTo>
                  <a:lnTo>
                    <a:pt x="67215" y="1969"/>
                  </a:lnTo>
                  <a:lnTo>
                    <a:pt x="67816" y="1802"/>
                  </a:lnTo>
                  <a:lnTo>
                    <a:pt x="68216" y="2269"/>
                  </a:lnTo>
                  <a:lnTo>
                    <a:pt x="68783" y="2135"/>
                  </a:lnTo>
                  <a:lnTo>
                    <a:pt x="69283" y="2402"/>
                  </a:lnTo>
                  <a:lnTo>
                    <a:pt x="69784" y="2102"/>
                  </a:lnTo>
                  <a:lnTo>
                    <a:pt x="70284" y="2235"/>
                  </a:lnTo>
                  <a:lnTo>
                    <a:pt x="70784" y="2269"/>
                  </a:lnTo>
                  <a:lnTo>
                    <a:pt x="71251" y="2035"/>
                  </a:lnTo>
                  <a:lnTo>
                    <a:pt x="71718" y="1935"/>
                  </a:lnTo>
                  <a:lnTo>
                    <a:pt x="71718" y="934"/>
                  </a:lnTo>
                  <a:lnTo>
                    <a:pt x="71418" y="834"/>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0">
                <a:solidFill>
                  <a:schemeClr val="accent6">
                    <a:lumMod val="95000"/>
                  </a:schemeClr>
                </a:solidFill>
                <a:latin typeface="Montserrat ExtraBold" panose="00000900000000000000" pitchFamily="2" charset="0"/>
              </a:endParaRPr>
            </a:p>
          </p:txBody>
        </p:sp>
      </p:grpSp>
      <p:sp>
        <p:nvSpPr>
          <p:cNvPr id="8" name="Google Shape;862;p32">
            <a:extLst>
              <a:ext uri="{FF2B5EF4-FFF2-40B4-BE49-F238E27FC236}">
                <a16:creationId xmlns:a16="http://schemas.microsoft.com/office/drawing/2014/main" id="{09FCC0D3-9CE5-1557-AC76-41FFBA61504A}"/>
              </a:ext>
            </a:extLst>
          </p:cNvPr>
          <p:cNvSpPr txBox="1">
            <a:spLocks/>
          </p:cNvSpPr>
          <p:nvPr/>
        </p:nvSpPr>
        <p:spPr>
          <a:xfrm>
            <a:off x="207776" y="924662"/>
            <a:ext cx="783900" cy="5046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 sz="3200" i="1" dirty="0">
                <a:solidFill>
                  <a:schemeClr val="bg1"/>
                </a:solidFill>
                <a:latin typeface="Montserrat ExtraBold" panose="00000900000000000000" pitchFamily="2" charset="0"/>
              </a:rPr>
              <a:t>04</a:t>
            </a:r>
          </a:p>
        </p:txBody>
      </p:sp>
      <p:sp>
        <p:nvSpPr>
          <p:cNvPr id="9" name="Title 12">
            <a:extLst>
              <a:ext uri="{FF2B5EF4-FFF2-40B4-BE49-F238E27FC236}">
                <a16:creationId xmlns:a16="http://schemas.microsoft.com/office/drawing/2014/main" id="{75AE0286-7BDD-227D-A7C3-11CE985BA600}"/>
              </a:ext>
            </a:extLst>
          </p:cNvPr>
          <p:cNvSpPr txBox="1">
            <a:spLocks/>
          </p:cNvSpPr>
          <p:nvPr/>
        </p:nvSpPr>
        <p:spPr>
          <a:xfrm>
            <a:off x="1271061" y="801512"/>
            <a:ext cx="3740165" cy="7509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2000" i="1" dirty="0">
                <a:solidFill>
                  <a:schemeClr val="accent6">
                    <a:lumMod val="95000"/>
                  </a:schemeClr>
                </a:solidFill>
                <a:latin typeface="Montserrat ExtraBold" panose="00000900000000000000" pitchFamily="2" charset="0"/>
              </a:rPr>
              <a:t>Make booking football courts easier and make</a:t>
            </a:r>
          </a:p>
          <a:p>
            <a:r>
              <a:rPr lang="en-US" sz="2000" i="1" dirty="0">
                <a:solidFill>
                  <a:schemeClr val="accent6">
                    <a:lumMod val="95000"/>
                  </a:schemeClr>
                </a:solidFill>
                <a:latin typeface="Montserrat ExtraBold" panose="00000900000000000000" pitchFamily="2" charset="0"/>
              </a:rPr>
              <a:t> a tournaments</a:t>
            </a:r>
          </a:p>
        </p:txBody>
      </p:sp>
      <p:sp>
        <p:nvSpPr>
          <p:cNvPr id="10" name="TextBox 9">
            <a:extLst>
              <a:ext uri="{FF2B5EF4-FFF2-40B4-BE49-F238E27FC236}">
                <a16:creationId xmlns:a16="http://schemas.microsoft.com/office/drawing/2014/main" id="{C2E663B6-B9D5-D55A-DA26-6D564DD84F6B}"/>
              </a:ext>
            </a:extLst>
          </p:cNvPr>
          <p:cNvSpPr txBox="1"/>
          <p:nvPr/>
        </p:nvSpPr>
        <p:spPr>
          <a:xfrm>
            <a:off x="7595911" y="4459202"/>
            <a:ext cx="1566760" cy="307777"/>
          </a:xfrm>
          <a:prstGeom prst="rect">
            <a:avLst/>
          </a:prstGeom>
          <a:noFill/>
        </p:spPr>
        <p:txBody>
          <a:bodyPr wrap="square" rtlCol="0">
            <a:spAutoFit/>
          </a:bodyPr>
          <a:lstStyle/>
          <a:p>
            <a:pPr algn="ctr"/>
            <a:r>
              <a:rPr lang="en-US" i="1" dirty="0">
                <a:latin typeface="Montserrat ExtraBold" panose="00000900000000000000" pitchFamily="2" charset="0"/>
              </a:rPr>
              <a:t>REMONTADA</a:t>
            </a:r>
          </a:p>
        </p:txBody>
      </p:sp>
      <p:pic>
        <p:nvPicPr>
          <p:cNvPr id="1026" name="Picture 2" descr="Welcome to Emirates Stadium, Home of Arsenal">
            <a:extLst>
              <a:ext uri="{FF2B5EF4-FFF2-40B4-BE49-F238E27FC236}">
                <a16:creationId xmlns:a16="http://schemas.microsoft.com/office/drawing/2014/main" id="{0556EE89-6BA0-7246-D0B5-822DC78C80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38914" y="1552412"/>
            <a:ext cx="4100285" cy="2304987"/>
          </a:xfrm>
          <a:prstGeom prst="rect">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grpSp>
        <p:nvGrpSpPr>
          <p:cNvPr id="11" name="Google Shape;2190;p53">
            <a:extLst>
              <a:ext uri="{FF2B5EF4-FFF2-40B4-BE49-F238E27FC236}">
                <a16:creationId xmlns:a16="http://schemas.microsoft.com/office/drawing/2014/main" id="{BD853BD8-387C-26E9-2543-6965A4681699}"/>
              </a:ext>
            </a:extLst>
          </p:cNvPr>
          <p:cNvGrpSpPr/>
          <p:nvPr/>
        </p:nvGrpSpPr>
        <p:grpSpPr>
          <a:xfrm>
            <a:off x="6172078" y="4383240"/>
            <a:ext cx="459700" cy="459700"/>
            <a:chOff x="7425263" y="3848750"/>
            <a:chExt cx="459700" cy="459700"/>
          </a:xfrm>
        </p:grpSpPr>
        <p:sp>
          <p:nvSpPr>
            <p:cNvPr id="12" name="Google Shape;2191;p53">
              <a:extLst>
                <a:ext uri="{FF2B5EF4-FFF2-40B4-BE49-F238E27FC236}">
                  <a16:creationId xmlns:a16="http://schemas.microsoft.com/office/drawing/2014/main" id="{E62F36C9-D20C-7DB7-3A71-07E8C3C10D18}"/>
                </a:ext>
              </a:extLst>
            </p:cNvPr>
            <p:cNvSpPr/>
            <p:nvPr/>
          </p:nvSpPr>
          <p:spPr>
            <a:xfrm>
              <a:off x="7425263" y="4161075"/>
              <a:ext cx="459700" cy="147375"/>
            </a:xfrm>
            <a:custGeom>
              <a:avLst/>
              <a:gdLst/>
              <a:ahLst/>
              <a:cxnLst/>
              <a:rect l="l" t="t" r="r" b="b"/>
              <a:pathLst>
                <a:path w="18388" h="5895" extrusionOk="0">
                  <a:moveTo>
                    <a:pt x="2862" y="1"/>
                  </a:moveTo>
                  <a:lnTo>
                    <a:pt x="1" y="931"/>
                  </a:lnTo>
                  <a:lnTo>
                    <a:pt x="1" y="3223"/>
                  </a:lnTo>
                  <a:lnTo>
                    <a:pt x="9203" y="5894"/>
                  </a:lnTo>
                  <a:lnTo>
                    <a:pt x="18388" y="3223"/>
                  </a:lnTo>
                  <a:lnTo>
                    <a:pt x="18388" y="931"/>
                  </a:lnTo>
                  <a:lnTo>
                    <a:pt x="15527" y="1"/>
                  </a:lnTo>
                  <a:lnTo>
                    <a:pt x="16199" y="2034"/>
                  </a:lnTo>
                  <a:lnTo>
                    <a:pt x="9203" y="4067"/>
                  </a:lnTo>
                  <a:lnTo>
                    <a:pt x="2207" y="2034"/>
                  </a:lnTo>
                  <a:lnTo>
                    <a:pt x="286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 name="Google Shape;2192;p53">
              <a:extLst>
                <a:ext uri="{FF2B5EF4-FFF2-40B4-BE49-F238E27FC236}">
                  <a16:creationId xmlns:a16="http://schemas.microsoft.com/office/drawing/2014/main" id="{999FB352-F9D6-C7E4-E9C1-B51F2F0D26F5}"/>
                </a:ext>
              </a:extLst>
            </p:cNvPr>
            <p:cNvSpPr/>
            <p:nvPr/>
          </p:nvSpPr>
          <p:spPr>
            <a:xfrm>
              <a:off x="7612238" y="3848750"/>
              <a:ext cx="85775" cy="44400"/>
            </a:xfrm>
            <a:custGeom>
              <a:avLst/>
              <a:gdLst/>
              <a:ahLst/>
              <a:cxnLst/>
              <a:rect l="l" t="t" r="r" b="b"/>
              <a:pathLst>
                <a:path w="3431" h="1776" extrusionOk="0">
                  <a:moveTo>
                    <a:pt x="587" y="0"/>
                  </a:moveTo>
                  <a:lnTo>
                    <a:pt x="1" y="1775"/>
                  </a:lnTo>
                  <a:lnTo>
                    <a:pt x="3430" y="1775"/>
                  </a:lnTo>
                  <a:lnTo>
                    <a:pt x="286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 name="Google Shape;2193;p53">
              <a:extLst>
                <a:ext uri="{FF2B5EF4-FFF2-40B4-BE49-F238E27FC236}">
                  <a16:creationId xmlns:a16="http://schemas.microsoft.com/office/drawing/2014/main" id="{195F17C9-2E06-A3EF-0BD4-3EAFAC3BA9A8}"/>
                </a:ext>
              </a:extLst>
            </p:cNvPr>
            <p:cNvSpPr/>
            <p:nvPr/>
          </p:nvSpPr>
          <p:spPr>
            <a:xfrm>
              <a:off x="7514463" y="3920250"/>
              <a:ext cx="281325" cy="314525"/>
            </a:xfrm>
            <a:custGeom>
              <a:avLst/>
              <a:gdLst/>
              <a:ahLst/>
              <a:cxnLst/>
              <a:rect l="l" t="t" r="r" b="b"/>
              <a:pathLst>
                <a:path w="11253" h="12581" extrusionOk="0">
                  <a:moveTo>
                    <a:pt x="3567" y="1"/>
                  </a:moveTo>
                  <a:lnTo>
                    <a:pt x="0" y="10943"/>
                  </a:lnTo>
                  <a:lnTo>
                    <a:pt x="5635" y="12580"/>
                  </a:lnTo>
                  <a:lnTo>
                    <a:pt x="11253" y="10943"/>
                  </a:lnTo>
                  <a:lnTo>
                    <a:pt x="768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15" name="TextBox 14">
            <a:extLst>
              <a:ext uri="{FF2B5EF4-FFF2-40B4-BE49-F238E27FC236}">
                <a16:creationId xmlns:a16="http://schemas.microsoft.com/office/drawing/2014/main" id="{04775828-C039-503A-42E2-48FD2A52B789}"/>
              </a:ext>
            </a:extLst>
          </p:cNvPr>
          <p:cNvSpPr txBox="1"/>
          <p:nvPr/>
        </p:nvSpPr>
        <p:spPr>
          <a:xfrm>
            <a:off x="107559" y="2226183"/>
            <a:ext cx="4464441" cy="1323439"/>
          </a:xfrm>
          <a:prstGeom prst="rect">
            <a:avLst/>
          </a:prstGeom>
          <a:noFill/>
        </p:spPr>
        <p:txBody>
          <a:bodyPr wrap="square" rtlCol="0">
            <a:spAutoFit/>
          </a:bodyPr>
          <a:lstStyle/>
          <a:p>
            <a:r>
              <a:rPr lang="en-GB" sz="2000" i="1" dirty="0">
                <a:solidFill>
                  <a:schemeClr val="accent6"/>
                </a:solidFill>
                <a:latin typeface="Montserrat ExtraBold" panose="00000900000000000000" pitchFamily="2" charset="0"/>
              </a:rPr>
              <a:t>We've partnered with various courts to allow reservations directly through our site. </a:t>
            </a:r>
          </a:p>
          <a:p>
            <a:endParaRPr lang="en-GB" sz="2000" i="1" dirty="0">
              <a:solidFill>
                <a:schemeClr val="accent6"/>
              </a:solidFill>
              <a:latin typeface="Montserrat ExtraBold" panose="00000900000000000000" pitchFamily="2" charset="0"/>
            </a:endParaRPr>
          </a:p>
        </p:txBody>
      </p:sp>
    </p:spTree>
    <p:extLst>
      <p:ext uri="{BB962C8B-B14F-4D97-AF65-F5344CB8AC3E}">
        <p14:creationId xmlns:p14="http://schemas.microsoft.com/office/powerpoint/2010/main" val="1927757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oogle Shape;849;p32">
            <a:extLst>
              <a:ext uri="{FF2B5EF4-FFF2-40B4-BE49-F238E27FC236}">
                <a16:creationId xmlns:a16="http://schemas.microsoft.com/office/drawing/2014/main" id="{97A4A1E8-623D-CAD3-E000-CF2184D62D41}"/>
              </a:ext>
            </a:extLst>
          </p:cNvPr>
          <p:cNvGrpSpPr/>
          <p:nvPr/>
        </p:nvGrpSpPr>
        <p:grpSpPr>
          <a:xfrm>
            <a:off x="77670" y="801525"/>
            <a:ext cx="984333" cy="750875"/>
            <a:chOff x="6268229" y="1126723"/>
            <a:chExt cx="2821246" cy="1847625"/>
          </a:xfrm>
        </p:grpSpPr>
        <p:sp>
          <p:nvSpPr>
            <p:cNvPr id="5" name="Google Shape;850;p32">
              <a:extLst>
                <a:ext uri="{FF2B5EF4-FFF2-40B4-BE49-F238E27FC236}">
                  <a16:creationId xmlns:a16="http://schemas.microsoft.com/office/drawing/2014/main" id="{42C99E85-3B36-E0B2-5F92-3029CD8E73DC}"/>
                </a:ext>
              </a:extLst>
            </p:cNvPr>
            <p:cNvSpPr/>
            <p:nvPr/>
          </p:nvSpPr>
          <p:spPr>
            <a:xfrm>
              <a:off x="6268229" y="1126723"/>
              <a:ext cx="2821246" cy="1847604"/>
            </a:xfrm>
            <a:custGeom>
              <a:avLst/>
              <a:gdLst/>
              <a:ahLst/>
              <a:cxnLst/>
              <a:rect l="l" t="t" r="r" b="b"/>
              <a:pathLst>
                <a:path w="71719" h="46968" extrusionOk="0">
                  <a:moveTo>
                    <a:pt x="634" y="46634"/>
                  </a:moveTo>
                  <a:lnTo>
                    <a:pt x="1168" y="46834"/>
                  </a:lnTo>
                  <a:lnTo>
                    <a:pt x="1635" y="46734"/>
                  </a:lnTo>
                  <a:lnTo>
                    <a:pt x="2102" y="46434"/>
                  </a:lnTo>
                  <a:lnTo>
                    <a:pt x="2569" y="46434"/>
                  </a:lnTo>
                  <a:lnTo>
                    <a:pt x="3103" y="46400"/>
                  </a:lnTo>
                  <a:lnTo>
                    <a:pt x="3670" y="46534"/>
                  </a:lnTo>
                  <a:lnTo>
                    <a:pt x="4170" y="46400"/>
                  </a:lnTo>
                  <a:lnTo>
                    <a:pt x="4704" y="46334"/>
                  </a:lnTo>
                  <a:lnTo>
                    <a:pt x="5238" y="46234"/>
                  </a:lnTo>
                  <a:lnTo>
                    <a:pt x="5771" y="46367"/>
                  </a:lnTo>
                  <a:lnTo>
                    <a:pt x="6272" y="46367"/>
                  </a:lnTo>
                  <a:lnTo>
                    <a:pt x="6805" y="46500"/>
                  </a:lnTo>
                  <a:lnTo>
                    <a:pt x="7306" y="46467"/>
                  </a:lnTo>
                  <a:lnTo>
                    <a:pt x="7773" y="46234"/>
                  </a:lnTo>
                  <a:lnTo>
                    <a:pt x="8273" y="46434"/>
                  </a:lnTo>
                  <a:lnTo>
                    <a:pt x="8773" y="46434"/>
                  </a:lnTo>
                  <a:lnTo>
                    <a:pt x="9240" y="46200"/>
                  </a:lnTo>
                  <a:lnTo>
                    <a:pt x="9741" y="46434"/>
                  </a:lnTo>
                  <a:lnTo>
                    <a:pt x="10241" y="46400"/>
                  </a:lnTo>
                  <a:lnTo>
                    <a:pt x="10675" y="46100"/>
                  </a:lnTo>
                  <a:lnTo>
                    <a:pt x="11175" y="46134"/>
                  </a:lnTo>
                  <a:lnTo>
                    <a:pt x="11642" y="45900"/>
                  </a:lnTo>
                  <a:lnTo>
                    <a:pt x="12142" y="45967"/>
                  </a:lnTo>
                  <a:lnTo>
                    <a:pt x="12609" y="45867"/>
                  </a:lnTo>
                  <a:lnTo>
                    <a:pt x="13110" y="46033"/>
                  </a:lnTo>
                  <a:lnTo>
                    <a:pt x="13610" y="45933"/>
                  </a:lnTo>
                  <a:lnTo>
                    <a:pt x="14111" y="46000"/>
                  </a:lnTo>
                  <a:lnTo>
                    <a:pt x="14578" y="45833"/>
                  </a:lnTo>
                  <a:lnTo>
                    <a:pt x="15078" y="45900"/>
                  </a:lnTo>
                  <a:lnTo>
                    <a:pt x="15578" y="45933"/>
                  </a:lnTo>
                  <a:lnTo>
                    <a:pt x="16045" y="45867"/>
                  </a:lnTo>
                  <a:lnTo>
                    <a:pt x="16512" y="45566"/>
                  </a:lnTo>
                  <a:lnTo>
                    <a:pt x="17013" y="45633"/>
                  </a:lnTo>
                  <a:lnTo>
                    <a:pt x="17480" y="45700"/>
                  </a:lnTo>
                  <a:lnTo>
                    <a:pt x="17980" y="45633"/>
                  </a:lnTo>
                  <a:lnTo>
                    <a:pt x="18447" y="45433"/>
                  </a:lnTo>
                  <a:lnTo>
                    <a:pt x="18914" y="45600"/>
                  </a:lnTo>
                  <a:lnTo>
                    <a:pt x="19448" y="45400"/>
                  </a:lnTo>
                  <a:lnTo>
                    <a:pt x="19881" y="45633"/>
                  </a:lnTo>
                  <a:lnTo>
                    <a:pt x="20382" y="45833"/>
                  </a:lnTo>
                  <a:lnTo>
                    <a:pt x="20849" y="45900"/>
                  </a:lnTo>
                  <a:lnTo>
                    <a:pt x="21382" y="45733"/>
                  </a:lnTo>
                  <a:lnTo>
                    <a:pt x="21849" y="46000"/>
                  </a:lnTo>
                  <a:lnTo>
                    <a:pt x="22316" y="46167"/>
                  </a:lnTo>
                  <a:lnTo>
                    <a:pt x="22817" y="46167"/>
                  </a:lnTo>
                  <a:lnTo>
                    <a:pt x="23284" y="46434"/>
                  </a:lnTo>
                  <a:lnTo>
                    <a:pt x="23684" y="46567"/>
                  </a:lnTo>
                  <a:lnTo>
                    <a:pt x="24118" y="46367"/>
                  </a:lnTo>
                  <a:lnTo>
                    <a:pt x="24551" y="46667"/>
                  </a:lnTo>
                  <a:lnTo>
                    <a:pt x="25018" y="46634"/>
                  </a:lnTo>
                  <a:lnTo>
                    <a:pt x="25452" y="46267"/>
                  </a:lnTo>
                  <a:lnTo>
                    <a:pt x="25952" y="46500"/>
                  </a:lnTo>
                  <a:lnTo>
                    <a:pt x="26453" y="46601"/>
                  </a:lnTo>
                  <a:lnTo>
                    <a:pt x="26920" y="46500"/>
                  </a:lnTo>
                  <a:lnTo>
                    <a:pt x="27353" y="46167"/>
                  </a:lnTo>
                  <a:lnTo>
                    <a:pt x="27887" y="46467"/>
                  </a:lnTo>
                  <a:lnTo>
                    <a:pt x="28387" y="46334"/>
                  </a:lnTo>
                  <a:lnTo>
                    <a:pt x="28888" y="46334"/>
                  </a:lnTo>
                  <a:lnTo>
                    <a:pt x="29355" y="46134"/>
                  </a:lnTo>
                  <a:lnTo>
                    <a:pt x="29855" y="46000"/>
                  </a:lnTo>
                  <a:lnTo>
                    <a:pt x="30322" y="46000"/>
                  </a:lnTo>
                  <a:lnTo>
                    <a:pt x="30856" y="46100"/>
                  </a:lnTo>
                  <a:lnTo>
                    <a:pt x="31323" y="45967"/>
                  </a:lnTo>
                  <a:lnTo>
                    <a:pt x="31823" y="45967"/>
                  </a:lnTo>
                  <a:lnTo>
                    <a:pt x="32324" y="46000"/>
                  </a:lnTo>
                  <a:lnTo>
                    <a:pt x="32824" y="46067"/>
                  </a:lnTo>
                  <a:lnTo>
                    <a:pt x="33324" y="46000"/>
                  </a:lnTo>
                  <a:lnTo>
                    <a:pt x="33791" y="45833"/>
                  </a:lnTo>
                  <a:lnTo>
                    <a:pt x="34292" y="45767"/>
                  </a:lnTo>
                  <a:lnTo>
                    <a:pt x="34792" y="45867"/>
                  </a:lnTo>
                  <a:lnTo>
                    <a:pt x="35292" y="45733"/>
                  </a:lnTo>
                  <a:lnTo>
                    <a:pt x="35793" y="45600"/>
                  </a:lnTo>
                  <a:lnTo>
                    <a:pt x="36260" y="45500"/>
                  </a:lnTo>
                  <a:lnTo>
                    <a:pt x="36760" y="45633"/>
                  </a:lnTo>
                  <a:lnTo>
                    <a:pt x="37227" y="45500"/>
                  </a:lnTo>
                  <a:lnTo>
                    <a:pt x="37727" y="45533"/>
                  </a:lnTo>
                  <a:lnTo>
                    <a:pt x="38194" y="45266"/>
                  </a:lnTo>
                  <a:lnTo>
                    <a:pt x="38661" y="45266"/>
                  </a:lnTo>
                  <a:lnTo>
                    <a:pt x="39162" y="45400"/>
                  </a:lnTo>
                  <a:lnTo>
                    <a:pt x="39662" y="45700"/>
                  </a:lnTo>
                  <a:lnTo>
                    <a:pt x="40196" y="45500"/>
                  </a:lnTo>
                  <a:lnTo>
                    <a:pt x="40730" y="45700"/>
                  </a:lnTo>
                  <a:lnTo>
                    <a:pt x="41230" y="45633"/>
                  </a:lnTo>
                  <a:lnTo>
                    <a:pt x="41764" y="45667"/>
                  </a:lnTo>
                  <a:lnTo>
                    <a:pt x="42297" y="45633"/>
                  </a:lnTo>
                  <a:lnTo>
                    <a:pt x="42798" y="45767"/>
                  </a:lnTo>
                  <a:lnTo>
                    <a:pt x="43265" y="45633"/>
                  </a:lnTo>
                  <a:lnTo>
                    <a:pt x="43732" y="45366"/>
                  </a:lnTo>
                  <a:lnTo>
                    <a:pt x="44232" y="45366"/>
                  </a:lnTo>
                  <a:lnTo>
                    <a:pt x="44732" y="45466"/>
                  </a:lnTo>
                  <a:lnTo>
                    <a:pt x="45199" y="45166"/>
                  </a:lnTo>
                  <a:lnTo>
                    <a:pt x="45733" y="45366"/>
                  </a:lnTo>
                  <a:lnTo>
                    <a:pt x="46300" y="45200"/>
                  </a:lnTo>
                  <a:lnTo>
                    <a:pt x="46734" y="45667"/>
                  </a:lnTo>
                  <a:lnTo>
                    <a:pt x="47301" y="45433"/>
                  </a:lnTo>
                  <a:lnTo>
                    <a:pt x="47801" y="45700"/>
                  </a:lnTo>
                  <a:lnTo>
                    <a:pt x="48368" y="45566"/>
                  </a:lnTo>
                  <a:lnTo>
                    <a:pt x="48869" y="45833"/>
                  </a:lnTo>
                  <a:lnTo>
                    <a:pt x="49402" y="46000"/>
                  </a:lnTo>
                  <a:lnTo>
                    <a:pt x="49969" y="45933"/>
                  </a:lnTo>
                  <a:lnTo>
                    <a:pt x="50436" y="46100"/>
                  </a:lnTo>
                  <a:lnTo>
                    <a:pt x="50970" y="45900"/>
                  </a:lnTo>
                  <a:lnTo>
                    <a:pt x="51471" y="46000"/>
                  </a:lnTo>
                  <a:lnTo>
                    <a:pt x="52004" y="46100"/>
                  </a:lnTo>
                  <a:lnTo>
                    <a:pt x="52471" y="45900"/>
                  </a:lnTo>
                  <a:lnTo>
                    <a:pt x="53038" y="46000"/>
                  </a:lnTo>
                  <a:lnTo>
                    <a:pt x="53539" y="45900"/>
                  </a:lnTo>
                  <a:lnTo>
                    <a:pt x="53906" y="45466"/>
                  </a:lnTo>
                  <a:lnTo>
                    <a:pt x="54439" y="45500"/>
                  </a:lnTo>
                  <a:lnTo>
                    <a:pt x="54873" y="45300"/>
                  </a:lnTo>
                  <a:lnTo>
                    <a:pt x="55373" y="45300"/>
                  </a:lnTo>
                  <a:lnTo>
                    <a:pt x="55840" y="45166"/>
                  </a:lnTo>
                  <a:lnTo>
                    <a:pt x="56274" y="44966"/>
                  </a:lnTo>
                  <a:lnTo>
                    <a:pt x="56808" y="45033"/>
                  </a:lnTo>
                  <a:lnTo>
                    <a:pt x="57208" y="44566"/>
                  </a:lnTo>
                  <a:lnTo>
                    <a:pt x="57708" y="44599"/>
                  </a:lnTo>
                  <a:lnTo>
                    <a:pt x="58209" y="44733"/>
                  </a:lnTo>
                  <a:lnTo>
                    <a:pt x="58642" y="44432"/>
                  </a:lnTo>
                  <a:lnTo>
                    <a:pt x="59143" y="44266"/>
                  </a:lnTo>
                  <a:lnTo>
                    <a:pt x="59643" y="44366"/>
                  </a:lnTo>
                  <a:lnTo>
                    <a:pt x="60143" y="44532"/>
                  </a:lnTo>
                  <a:lnTo>
                    <a:pt x="60610" y="44432"/>
                  </a:lnTo>
                  <a:lnTo>
                    <a:pt x="61077" y="44466"/>
                  </a:lnTo>
                  <a:lnTo>
                    <a:pt x="61611" y="44532"/>
                  </a:lnTo>
                  <a:lnTo>
                    <a:pt x="62178" y="44432"/>
                  </a:lnTo>
                  <a:lnTo>
                    <a:pt x="62745" y="44499"/>
                  </a:lnTo>
                  <a:lnTo>
                    <a:pt x="63179" y="44699"/>
                  </a:lnTo>
                  <a:lnTo>
                    <a:pt x="63646" y="44666"/>
                  </a:lnTo>
                  <a:lnTo>
                    <a:pt x="64080" y="44699"/>
                  </a:lnTo>
                  <a:lnTo>
                    <a:pt x="64547" y="44499"/>
                  </a:lnTo>
                  <a:lnTo>
                    <a:pt x="64980" y="44232"/>
                  </a:lnTo>
                  <a:lnTo>
                    <a:pt x="65447" y="44299"/>
                  </a:lnTo>
                  <a:lnTo>
                    <a:pt x="65847" y="44132"/>
                  </a:lnTo>
                  <a:lnTo>
                    <a:pt x="66381" y="44232"/>
                  </a:lnTo>
                  <a:lnTo>
                    <a:pt x="66882" y="44099"/>
                  </a:lnTo>
                  <a:lnTo>
                    <a:pt x="67215" y="43732"/>
                  </a:lnTo>
                  <a:lnTo>
                    <a:pt x="67715" y="43598"/>
                  </a:lnTo>
                  <a:lnTo>
                    <a:pt x="68116" y="43265"/>
                  </a:lnTo>
                  <a:lnTo>
                    <a:pt x="68616" y="43198"/>
                  </a:lnTo>
                  <a:lnTo>
                    <a:pt x="68950" y="42764"/>
                  </a:lnTo>
                  <a:lnTo>
                    <a:pt x="69483" y="42898"/>
                  </a:lnTo>
                  <a:lnTo>
                    <a:pt x="69917" y="42798"/>
                  </a:lnTo>
                  <a:lnTo>
                    <a:pt x="70384" y="42864"/>
                  </a:lnTo>
                  <a:lnTo>
                    <a:pt x="70884" y="42931"/>
                  </a:lnTo>
                  <a:lnTo>
                    <a:pt x="71351" y="42898"/>
                  </a:lnTo>
                  <a:lnTo>
                    <a:pt x="71718" y="42698"/>
                  </a:lnTo>
                  <a:lnTo>
                    <a:pt x="71718" y="934"/>
                  </a:lnTo>
                  <a:lnTo>
                    <a:pt x="71418" y="834"/>
                  </a:lnTo>
                  <a:lnTo>
                    <a:pt x="70918" y="934"/>
                  </a:lnTo>
                  <a:lnTo>
                    <a:pt x="70451" y="1168"/>
                  </a:lnTo>
                  <a:lnTo>
                    <a:pt x="69950" y="1168"/>
                  </a:lnTo>
                  <a:lnTo>
                    <a:pt x="69450" y="1035"/>
                  </a:lnTo>
                  <a:lnTo>
                    <a:pt x="68950" y="1301"/>
                  </a:lnTo>
                  <a:lnTo>
                    <a:pt x="68449" y="1068"/>
                  </a:lnTo>
                  <a:lnTo>
                    <a:pt x="67882" y="1201"/>
                  </a:lnTo>
                  <a:lnTo>
                    <a:pt x="67449" y="734"/>
                  </a:lnTo>
                  <a:lnTo>
                    <a:pt x="66882" y="901"/>
                  </a:lnTo>
                  <a:lnTo>
                    <a:pt x="66381" y="634"/>
                  </a:lnTo>
                  <a:lnTo>
                    <a:pt x="65814" y="734"/>
                  </a:lnTo>
                  <a:lnTo>
                    <a:pt x="65347" y="434"/>
                  </a:lnTo>
                  <a:lnTo>
                    <a:pt x="64847" y="234"/>
                  </a:lnTo>
                  <a:lnTo>
                    <a:pt x="64280" y="267"/>
                  </a:lnTo>
                  <a:lnTo>
                    <a:pt x="63779" y="67"/>
                  </a:lnTo>
                  <a:lnTo>
                    <a:pt x="63246" y="267"/>
                  </a:lnTo>
                  <a:lnTo>
                    <a:pt x="62745" y="134"/>
                  </a:lnTo>
                  <a:lnTo>
                    <a:pt x="62245" y="0"/>
                  </a:lnTo>
                  <a:lnTo>
                    <a:pt x="61745" y="201"/>
                  </a:lnTo>
                  <a:lnTo>
                    <a:pt x="61211" y="34"/>
                  </a:lnTo>
                  <a:lnTo>
                    <a:pt x="60677" y="101"/>
                  </a:lnTo>
                  <a:lnTo>
                    <a:pt x="60310" y="534"/>
                  </a:lnTo>
                  <a:lnTo>
                    <a:pt x="59776" y="467"/>
                  </a:lnTo>
                  <a:lnTo>
                    <a:pt x="59309" y="634"/>
                  </a:lnTo>
                  <a:lnTo>
                    <a:pt x="58809" y="601"/>
                  </a:lnTo>
                  <a:lnTo>
                    <a:pt x="58342" y="701"/>
                  </a:lnTo>
                  <a:lnTo>
                    <a:pt x="57908" y="901"/>
                  </a:lnTo>
                  <a:lnTo>
                    <a:pt x="57375" y="801"/>
                  </a:lnTo>
                  <a:lnTo>
                    <a:pt x="56974" y="1235"/>
                  </a:lnTo>
                  <a:lnTo>
                    <a:pt x="56474" y="1201"/>
                  </a:lnTo>
                  <a:lnTo>
                    <a:pt x="55974" y="1035"/>
                  </a:lnTo>
                  <a:lnTo>
                    <a:pt x="55507" y="1301"/>
                  </a:lnTo>
                  <a:lnTo>
                    <a:pt x="55006" y="1435"/>
                  </a:lnTo>
                  <a:lnTo>
                    <a:pt x="54539" y="1335"/>
                  </a:lnTo>
                  <a:lnTo>
                    <a:pt x="54039" y="1135"/>
                  </a:lnTo>
                  <a:lnTo>
                    <a:pt x="53572" y="1201"/>
                  </a:lnTo>
                  <a:lnTo>
                    <a:pt x="53072" y="1135"/>
                  </a:lnTo>
                  <a:lnTo>
                    <a:pt x="52571" y="1068"/>
                  </a:lnTo>
                  <a:lnTo>
                    <a:pt x="51971" y="1101"/>
                  </a:lnTo>
                  <a:lnTo>
                    <a:pt x="51437" y="1035"/>
                  </a:lnTo>
                  <a:lnTo>
                    <a:pt x="51004" y="801"/>
                  </a:lnTo>
                  <a:lnTo>
                    <a:pt x="50537" y="801"/>
                  </a:lnTo>
                  <a:lnTo>
                    <a:pt x="50103" y="734"/>
                  </a:lnTo>
                  <a:lnTo>
                    <a:pt x="49636" y="901"/>
                  </a:lnTo>
                  <a:lnTo>
                    <a:pt x="49202" y="1168"/>
                  </a:lnTo>
                  <a:lnTo>
                    <a:pt x="48735" y="1068"/>
                  </a:lnTo>
                  <a:lnTo>
                    <a:pt x="48302" y="1235"/>
                  </a:lnTo>
                  <a:lnTo>
                    <a:pt x="47768" y="1068"/>
                  </a:lnTo>
                  <a:lnTo>
                    <a:pt x="47268" y="1168"/>
                  </a:lnTo>
                  <a:lnTo>
                    <a:pt x="46901" y="1535"/>
                  </a:lnTo>
                  <a:lnTo>
                    <a:pt x="46400" y="1635"/>
                  </a:lnTo>
                  <a:lnTo>
                    <a:pt x="46000" y="1935"/>
                  </a:lnTo>
                  <a:lnTo>
                    <a:pt x="45500" y="1969"/>
                  </a:lnTo>
                  <a:lnTo>
                    <a:pt x="45133" y="2436"/>
                  </a:lnTo>
                  <a:lnTo>
                    <a:pt x="44632" y="2269"/>
                  </a:lnTo>
                  <a:lnTo>
                    <a:pt x="44165" y="2302"/>
                  </a:lnTo>
                  <a:lnTo>
                    <a:pt x="43698" y="2235"/>
                  </a:lnTo>
                  <a:lnTo>
                    <a:pt x="43231" y="2169"/>
                  </a:lnTo>
                  <a:lnTo>
                    <a:pt x="42764" y="2169"/>
                  </a:lnTo>
                  <a:lnTo>
                    <a:pt x="42264" y="2369"/>
                  </a:lnTo>
                  <a:lnTo>
                    <a:pt x="41730" y="2202"/>
                  </a:lnTo>
                  <a:lnTo>
                    <a:pt x="41230" y="2469"/>
                  </a:lnTo>
                  <a:lnTo>
                    <a:pt x="40730" y="2536"/>
                  </a:lnTo>
                  <a:lnTo>
                    <a:pt x="40229" y="2135"/>
                  </a:lnTo>
                  <a:lnTo>
                    <a:pt x="39729" y="2235"/>
                  </a:lnTo>
                  <a:lnTo>
                    <a:pt x="39228" y="2169"/>
                  </a:lnTo>
                  <a:lnTo>
                    <a:pt x="38695" y="2436"/>
                  </a:lnTo>
                  <a:lnTo>
                    <a:pt x="38194" y="2369"/>
                  </a:lnTo>
                  <a:lnTo>
                    <a:pt x="37694" y="2169"/>
                  </a:lnTo>
                  <a:lnTo>
                    <a:pt x="37194" y="2502"/>
                  </a:lnTo>
                  <a:lnTo>
                    <a:pt x="36693" y="2369"/>
                  </a:lnTo>
                  <a:lnTo>
                    <a:pt x="36160" y="2335"/>
                  </a:lnTo>
                  <a:lnTo>
                    <a:pt x="35659" y="2502"/>
                  </a:lnTo>
                  <a:lnTo>
                    <a:pt x="35159" y="2202"/>
                  </a:lnTo>
                  <a:lnTo>
                    <a:pt x="34625" y="2335"/>
                  </a:lnTo>
                  <a:lnTo>
                    <a:pt x="34125" y="2436"/>
                  </a:lnTo>
                  <a:lnTo>
                    <a:pt x="33591" y="2202"/>
                  </a:lnTo>
                  <a:lnTo>
                    <a:pt x="33091" y="2569"/>
                  </a:lnTo>
                  <a:lnTo>
                    <a:pt x="32590" y="2436"/>
                  </a:lnTo>
                  <a:lnTo>
                    <a:pt x="32057" y="2469"/>
                  </a:lnTo>
                  <a:lnTo>
                    <a:pt x="31556" y="2536"/>
                  </a:lnTo>
                  <a:lnTo>
                    <a:pt x="31056" y="2269"/>
                  </a:lnTo>
                  <a:lnTo>
                    <a:pt x="30522" y="2569"/>
                  </a:lnTo>
                  <a:lnTo>
                    <a:pt x="30022" y="2369"/>
                  </a:lnTo>
                  <a:lnTo>
                    <a:pt x="29522" y="2502"/>
                  </a:lnTo>
                  <a:lnTo>
                    <a:pt x="28988" y="2569"/>
                  </a:lnTo>
                  <a:lnTo>
                    <a:pt x="28487" y="2569"/>
                  </a:lnTo>
                  <a:lnTo>
                    <a:pt x="27987" y="2736"/>
                  </a:lnTo>
                  <a:lnTo>
                    <a:pt x="27487" y="2636"/>
                  </a:lnTo>
                  <a:lnTo>
                    <a:pt x="26986" y="2869"/>
                  </a:lnTo>
                  <a:lnTo>
                    <a:pt x="26453" y="2736"/>
                  </a:lnTo>
                  <a:lnTo>
                    <a:pt x="26019" y="3103"/>
                  </a:lnTo>
                  <a:lnTo>
                    <a:pt x="25452" y="3003"/>
                  </a:lnTo>
                  <a:lnTo>
                    <a:pt x="24952" y="3036"/>
                  </a:lnTo>
                  <a:lnTo>
                    <a:pt x="24418" y="3003"/>
                  </a:lnTo>
                  <a:lnTo>
                    <a:pt x="23984" y="3370"/>
                  </a:lnTo>
                  <a:lnTo>
                    <a:pt x="23417" y="3370"/>
                  </a:lnTo>
                  <a:lnTo>
                    <a:pt x="22850" y="3470"/>
                  </a:lnTo>
                  <a:lnTo>
                    <a:pt x="22350" y="3703"/>
                  </a:lnTo>
                  <a:lnTo>
                    <a:pt x="21849" y="3970"/>
                  </a:lnTo>
                  <a:lnTo>
                    <a:pt x="21349" y="3803"/>
                  </a:lnTo>
                  <a:lnTo>
                    <a:pt x="20882" y="4003"/>
                  </a:lnTo>
                  <a:lnTo>
                    <a:pt x="20415" y="3903"/>
                  </a:lnTo>
                  <a:lnTo>
                    <a:pt x="19948" y="3903"/>
                  </a:lnTo>
                  <a:lnTo>
                    <a:pt x="19414" y="3937"/>
                  </a:lnTo>
                  <a:lnTo>
                    <a:pt x="18914" y="3770"/>
                  </a:lnTo>
                  <a:lnTo>
                    <a:pt x="18414" y="3970"/>
                  </a:lnTo>
                  <a:lnTo>
                    <a:pt x="17913" y="3703"/>
                  </a:lnTo>
                  <a:lnTo>
                    <a:pt x="17413" y="3736"/>
                  </a:lnTo>
                  <a:lnTo>
                    <a:pt x="16879" y="3970"/>
                  </a:lnTo>
                  <a:lnTo>
                    <a:pt x="16412" y="3670"/>
                  </a:lnTo>
                  <a:lnTo>
                    <a:pt x="15878" y="3837"/>
                  </a:lnTo>
                  <a:lnTo>
                    <a:pt x="15411" y="3670"/>
                  </a:lnTo>
                  <a:lnTo>
                    <a:pt x="14878" y="3803"/>
                  </a:lnTo>
                  <a:lnTo>
                    <a:pt x="14411" y="3636"/>
                  </a:lnTo>
                  <a:lnTo>
                    <a:pt x="13910" y="3536"/>
                  </a:lnTo>
                  <a:lnTo>
                    <a:pt x="13510" y="3169"/>
                  </a:lnTo>
                  <a:lnTo>
                    <a:pt x="13010" y="3036"/>
                  </a:lnTo>
                  <a:lnTo>
                    <a:pt x="12476" y="3169"/>
                  </a:lnTo>
                  <a:lnTo>
                    <a:pt x="12009" y="2903"/>
                  </a:lnTo>
                  <a:lnTo>
                    <a:pt x="11475" y="2836"/>
                  </a:lnTo>
                  <a:lnTo>
                    <a:pt x="10908" y="3069"/>
                  </a:lnTo>
                  <a:lnTo>
                    <a:pt x="10441" y="2702"/>
                  </a:lnTo>
                  <a:lnTo>
                    <a:pt x="9941" y="2702"/>
                  </a:lnTo>
                  <a:lnTo>
                    <a:pt x="9374" y="2736"/>
                  </a:lnTo>
                  <a:lnTo>
                    <a:pt x="8840" y="2702"/>
                  </a:lnTo>
                  <a:lnTo>
                    <a:pt x="8273" y="2669"/>
                  </a:lnTo>
                  <a:lnTo>
                    <a:pt x="7773" y="2369"/>
                  </a:lnTo>
                  <a:lnTo>
                    <a:pt x="7239" y="2736"/>
                  </a:lnTo>
                  <a:lnTo>
                    <a:pt x="6739" y="2736"/>
                  </a:lnTo>
                  <a:lnTo>
                    <a:pt x="6205" y="2436"/>
                  </a:lnTo>
                  <a:lnTo>
                    <a:pt x="5738" y="2802"/>
                  </a:lnTo>
                  <a:lnTo>
                    <a:pt x="5137" y="2602"/>
                  </a:lnTo>
                  <a:lnTo>
                    <a:pt x="4804" y="3136"/>
                  </a:lnTo>
                  <a:lnTo>
                    <a:pt x="4270" y="3069"/>
                  </a:lnTo>
                  <a:lnTo>
                    <a:pt x="3870" y="3370"/>
                  </a:lnTo>
                  <a:lnTo>
                    <a:pt x="3403" y="3536"/>
                  </a:lnTo>
                  <a:lnTo>
                    <a:pt x="2936" y="3636"/>
                  </a:lnTo>
                  <a:lnTo>
                    <a:pt x="2469" y="3770"/>
                  </a:lnTo>
                  <a:lnTo>
                    <a:pt x="1935" y="3670"/>
                  </a:lnTo>
                  <a:lnTo>
                    <a:pt x="1535" y="4103"/>
                  </a:lnTo>
                  <a:lnTo>
                    <a:pt x="1001" y="3903"/>
                  </a:lnTo>
                  <a:lnTo>
                    <a:pt x="568" y="4137"/>
                  </a:lnTo>
                  <a:lnTo>
                    <a:pt x="67" y="4137"/>
                  </a:lnTo>
                  <a:lnTo>
                    <a:pt x="0" y="4170"/>
                  </a:lnTo>
                  <a:lnTo>
                    <a:pt x="0" y="46967"/>
                  </a:lnTo>
                  <a:lnTo>
                    <a:pt x="201" y="46867"/>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0">
                <a:solidFill>
                  <a:schemeClr val="accent6">
                    <a:lumMod val="95000"/>
                  </a:schemeClr>
                </a:solidFill>
                <a:latin typeface="Montserrat ExtraBold" panose="00000900000000000000" pitchFamily="2" charset="0"/>
              </a:endParaRPr>
            </a:p>
          </p:txBody>
        </p:sp>
        <p:sp>
          <p:nvSpPr>
            <p:cNvPr id="6" name="Google Shape;851;p32">
              <a:extLst>
                <a:ext uri="{FF2B5EF4-FFF2-40B4-BE49-F238E27FC236}">
                  <a16:creationId xmlns:a16="http://schemas.microsoft.com/office/drawing/2014/main" id="{FFFBBCD3-AD8C-452D-F535-CF5EF0AC5A22}"/>
                </a:ext>
              </a:extLst>
            </p:cNvPr>
            <p:cNvSpPr/>
            <p:nvPr/>
          </p:nvSpPr>
          <p:spPr>
            <a:xfrm>
              <a:off x="6268229" y="2761728"/>
              <a:ext cx="2821246" cy="212619"/>
            </a:xfrm>
            <a:custGeom>
              <a:avLst/>
              <a:gdLst/>
              <a:ahLst/>
              <a:cxnLst/>
              <a:rect l="l" t="t" r="r" b="b"/>
              <a:pathLst>
                <a:path w="71719" h="5405" extrusionOk="0">
                  <a:moveTo>
                    <a:pt x="2102" y="4871"/>
                  </a:moveTo>
                  <a:lnTo>
                    <a:pt x="2569" y="4871"/>
                  </a:lnTo>
                  <a:lnTo>
                    <a:pt x="3103" y="4837"/>
                  </a:lnTo>
                  <a:lnTo>
                    <a:pt x="3670" y="4971"/>
                  </a:lnTo>
                  <a:lnTo>
                    <a:pt x="4170" y="4837"/>
                  </a:lnTo>
                  <a:lnTo>
                    <a:pt x="4704" y="4771"/>
                  </a:lnTo>
                  <a:lnTo>
                    <a:pt x="5238" y="4671"/>
                  </a:lnTo>
                  <a:lnTo>
                    <a:pt x="5771" y="4804"/>
                  </a:lnTo>
                  <a:lnTo>
                    <a:pt x="6272" y="4804"/>
                  </a:lnTo>
                  <a:lnTo>
                    <a:pt x="6805" y="4937"/>
                  </a:lnTo>
                  <a:lnTo>
                    <a:pt x="7306" y="4904"/>
                  </a:lnTo>
                  <a:lnTo>
                    <a:pt x="7773" y="4671"/>
                  </a:lnTo>
                  <a:lnTo>
                    <a:pt x="8273" y="4871"/>
                  </a:lnTo>
                  <a:lnTo>
                    <a:pt x="8773" y="4871"/>
                  </a:lnTo>
                  <a:lnTo>
                    <a:pt x="9240" y="4637"/>
                  </a:lnTo>
                  <a:lnTo>
                    <a:pt x="9741" y="4871"/>
                  </a:lnTo>
                  <a:lnTo>
                    <a:pt x="10241" y="4837"/>
                  </a:lnTo>
                  <a:lnTo>
                    <a:pt x="10675" y="4537"/>
                  </a:lnTo>
                  <a:lnTo>
                    <a:pt x="11175" y="4571"/>
                  </a:lnTo>
                  <a:lnTo>
                    <a:pt x="11642" y="4337"/>
                  </a:lnTo>
                  <a:lnTo>
                    <a:pt x="12142" y="4404"/>
                  </a:lnTo>
                  <a:lnTo>
                    <a:pt x="12609" y="4304"/>
                  </a:lnTo>
                  <a:lnTo>
                    <a:pt x="13110" y="4470"/>
                  </a:lnTo>
                  <a:lnTo>
                    <a:pt x="13610" y="4370"/>
                  </a:lnTo>
                  <a:lnTo>
                    <a:pt x="14111" y="4437"/>
                  </a:lnTo>
                  <a:lnTo>
                    <a:pt x="14578" y="4270"/>
                  </a:lnTo>
                  <a:lnTo>
                    <a:pt x="15078" y="4337"/>
                  </a:lnTo>
                  <a:lnTo>
                    <a:pt x="15578" y="4370"/>
                  </a:lnTo>
                  <a:lnTo>
                    <a:pt x="16045" y="4304"/>
                  </a:lnTo>
                  <a:lnTo>
                    <a:pt x="16512" y="4003"/>
                  </a:lnTo>
                  <a:lnTo>
                    <a:pt x="17013" y="4070"/>
                  </a:lnTo>
                  <a:lnTo>
                    <a:pt x="17480" y="4137"/>
                  </a:lnTo>
                  <a:lnTo>
                    <a:pt x="17980" y="4070"/>
                  </a:lnTo>
                  <a:lnTo>
                    <a:pt x="18447" y="3870"/>
                  </a:lnTo>
                  <a:lnTo>
                    <a:pt x="18914" y="4037"/>
                  </a:lnTo>
                  <a:lnTo>
                    <a:pt x="19448" y="3837"/>
                  </a:lnTo>
                  <a:lnTo>
                    <a:pt x="19881" y="4070"/>
                  </a:lnTo>
                  <a:lnTo>
                    <a:pt x="20382" y="4270"/>
                  </a:lnTo>
                  <a:lnTo>
                    <a:pt x="20849" y="4337"/>
                  </a:lnTo>
                  <a:lnTo>
                    <a:pt x="21382" y="4170"/>
                  </a:lnTo>
                  <a:lnTo>
                    <a:pt x="21849" y="4437"/>
                  </a:lnTo>
                  <a:lnTo>
                    <a:pt x="22316" y="4604"/>
                  </a:lnTo>
                  <a:lnTo>
                    <a:pt x="22817" y="4604"/>
                  </a:lnTo>
                  <a:lnTo>
                    <a:pt x="23284" y="4871"/>
                  </a:lnTo>
                  <a:lnTo>
                    <a:pt x="23684" y="5004"/>
                  </a:lnTo>
                  <a:lnTo>
                    <a:pt x="24118" y="4804"/>
                  </a:lnTo>
                  <a:lnTo>
                    <a:pt x="24551" y="5104"/>
                  </a:lnTo>
                  <a:lnTo>
                    <a:pt x="25018" y="5071"/>
                  </a:lnTo>
                  <a:lnTo>
                    <a:pt x="25452" y="4704"/>
                  </a:lnTo>
                  <a:lnTo>
                    <a:pt x="25952" y="4937"/>
                  </a:lnTo>
                  <a:lnTo>
                    <a:pt x="26453" y="5038"/>
                  </a:lnTo>
                  <a:lnTo>
                    <a:pt x="26920" y="4937"/>
                  </a:lnTo>
                  <a:lnTo>
                    <a:pt x="27353" y="4604"/>
                  </a:lnTo>
                  <a:lnTo>
                    <a:pt x="27887" y="4904"/>
                  </a:lnTo>
                  <a:lnTo>
                    <a:pt x="28387" y="4771"/>
                  </a:lnTo>
                  <a:lnTo>
                    <a:pt x="28888" y="4771"/>
                  </a:lnTo>
                  <a:lnTo>
                    <a:pt x="29355" y="4571"/>
                  </a:lnTo>
                  <a:lnTo>
                    <a:pt x="29855" y="4437"/>
                  </a:lnTo>
                  <a:lnTo>
                    <a:pt x="30322" y="4437"/>
                  </a:lnTo>
                  <a:lnTo>
                    <a:pt x="30856" y="4537"/>
                  </a:lnTo>
                  <a:lnTo>
                    <a:pt x="31323" y="4404"/>
                  </a:lnTo>
                  <a:lnTo>
                    <a:pt x="31823" y="4404"/>
                  </a:lnTo>
                  <a:lnTo>
                    <a:pt x="32324" y="4437"/>
                  </a:lnTo>
                  <a:lnTo>
                    <a:pt x="32824" y="4504"/>
                  </a:lnTo>
                  <a:lnTo>
                    <a:pt x="33324" y="4437"/>
                  </a:lnTo>
                  <a:lnTo>
                    <a:pt x="33791" y="4270"/>
                  </a:lnTo>
                  <a:lnTo>
                    <a:pt x="34292" y="4204"/>
                  </a:lnTo>
                  <a:lnTo>
                    <a:pt x="34792" y="4304"/>
                  </a:lnTo>
                  <a:lnTo>
                    <a:pt x="35292" y="4170"/>
                  </a:lnTo>
                  <a:lnTo>
                    <a:pt x="35793" y="4037"/>
                  </a:lnTo>
                  <a:lnTo>
                    <a:pt x="36260" y="3937"/>
                  </a:lnTo>
                  <a:lnTo>
                    <a:pt x="36760" y="4070"/>
                  </a:lnTo>
                  <a:lnTo>
                    <a:pt x="37227" y="3937"/>
                  </a:lnTo>
                  <a:lnTo>
                    <a:pt x="37727" y="3970"/>
                  </a:lnTo>
                  <a:lnTo>
                    <a:pt x="38194" y="3703"/>
                  </a:lnTo>
                  <a:lnTo>
                    <a:pt x="38661" y="3703"/>
                  </a:lnTo>
                  <a:lnTo>
                    <a:pt x="39162" y="3837"/>
                  </a:lnTo>
                  <a:lnTo>
                    <a:pt x="39662" y="4137"/>
                  </a:lnTo>
                  <a:lnTo>
                    <a:pt x="40196" y="3937"/>
                  </a:lnTo>
                  <a:lnTo>
                    <a:pt x="40730" y="4137"/>
                  </a:lnTo>
                  <a:lnTo>
                    <a:pt x="41230" y="4070"/>
                  </a:lnTo>
                  <a:lnTo>
                    <a:pt x="41764" y="4104"/>
                  </a:lnTo>
                  <a:lnTo>
                    <a:pt x="42297" y="4070"/>
                  </a:lnTo>
                  <a:lnTo>
                    <a:pt x="42798" y="4204"/>
                  </a:lnTo>
                  <a:lnTo>
                    <a:pt x="43265" y="4070"/>
                  </a:lnTo>
                  <a:lnTo>
                    <a:pt x="43732" y="3803"/>
                  </a:lnTo>
                  <a:lnTo>
                    <a:pt x="44232" y="3803"/>
                  </a:lnTo>
                  <a:lnTo>
                    <a:pt x="44732" y="3903"/>
                  </a:lnTo>
                  <a:lnTo>
                    <a:pt x="45199" y="3603"/>
                  </a:lnTo>
                  <a:lnTo>
                    <a:pt x="45733" y="3803"/>
                  </a:lnTo>
                  <a:lnTo>
                    <a:pt x="46300" y="3637"/>
                  </a:lnTo>
                  <a:lnTo>
                    <a:pt x="46734" y="4104"/>
                  </a:lnTo>
                  <a:lnTo>
                    <a:pt x="47301" y="3870"/>
                  </a:lnTo>
                  <a:lnTo>
                    <a:pt x="47801" y="4137"/>
                  </a:lnTo>
                  <a:lnTo>
                    <a:pt x="48368" y="4003"/>
                  </a:lnTo>
                  <a:lnTo>
                    <a:pt x="48869" y="4270"/>
                  </a:lnTo>
                  <a:lnTo>
                    <a:pt x="49402" y="4437"/>
                  </a:lnTo>
                  <a:lnTo>
                    <a:pt x="49969" y="4370"/>
                  </a:lnTo>
                  <a:lnTo>
                    <a:pt x="50436" y="4537"/>
                  </a:lnTo>
                  <a:lnTo>
                    <a:pt x="50970" y="4337"/>
                  </a:lnTo>
                  <a:lnTo>
                    <a:pt x="51471" y="4437"/>
                  </a:lnTo>
                  <a:lnTo>
                    <a:pt x="52004" y="4537"/>
                  </a:lnTo>
                  <a:lnTo>
                    <a:pt x="52471" y="4337"/>
                  </a:lnTo>
                  <a:lnTo>
                    <a:pt x="53038" y="4437"/>
                  </a:lnTo>
                  <a:lnTo>
                    <a:pt x="53539" y="4337"/>
                  </a:lnTo>
                  <a:lnTo>
                    <a:pt x="53906" y="3903"/>
                  </a:lnTo>
                  <a:lnTo>
                    <a:pt x="54439" y="3937"/>
                  </a:lnTo>
                  <a:lnTo>
                    <a:pt x="54873" y="3737"/>
                  </a:lnTo>
                  <a:lnTo>
                    <a:pt x="55373" y="3737"/>
                  </a:lnTo>
                  <a:lnTo>
                    <a:pt x="55840" y="3603"/>
                  </a:lnTo>
                  <a:lnTo>
                    <a:pt x="56274" y="3403"/>
                  </a:lnTo>
                  <a:lnTo>
                    <a:pt x="56808" y="3470"/>
                  </a:lnTo>
                  <a:lnTo>
                    <a:pt x="57208" y="3003"/>
                  </a:lnTo>
                  <a:lnTo>
                    <a:pt x="57708" y="3036"/>
                  </a:lnTo>
                  <a:lnTo>
                    <a:pt x="58209" y="3170"/>
                  </a:lnTo>
                  <a:lnTo>
                    <a:pt x="58642" y="2869"/>
                  </a:lnTo>
                  <a:lnTo>
                    <a:pt x="59143" y="2703"/>
                  </a:lnTo>
                  <a:lnTo>
                    <a:pt x="59643" y="2803"/>
                  </a:lnTo>
                  <a:lnTo>
                    <a:pt x="60143" y="2969"/>
                  </a:lnTo>
                  <a:lnTo>
                    <a:pt x="60610" y="2869"/>
                  </a:lnTo>
                  <a:lnTo>
                    <a:pt x="61077" y="2903"/>
                  </a:lnTo>
                  <a:lnTo>
                    <a:pt x="61611" y="2969"/>
                  </a:lnTo>
                  <a:lnTo>
                    <a:pt x="62178" y="2869"/>
                  </a:lnTo>
                  <a:lnTo>
                    <a:pt x="62745" y="2936"/>
                  </a:lnTo>
                  <a:lnTo>
                    <a:pt x="63179" y="3136"/>
                  </a:lnTo>
                  <a:lnTo>
                    <a:pt x="63646" y="3103"/>
                  </a:lnTo>
                  <a:lnTo>
                    <a:pt x="64080" y="3136"/>
                  </a:lnTo>
                  <a:lnTo>
                    <a:pt x="64547" y="2936"/>
                  </a:lnTo>
                  <a:lnTo>
                    <a:pt x="64980" y="2669"/>
                  </a:lnTo>
                  <a:lnTo>
                    <a:pt x="65447" y="2736"/>
                  </a:lnTo>
                  <a:lnTo>
                    <a:pt x="65847" y="2569"/>
                  </a:lnTo>
                  <a:lnTo>
                    <a:pt x="66381" y="2669"/>
                  </a:lnTo>
                  <a:lnTo>
                    <a:pt x="66882" y="2536"/>
                  </a:lnTo>
                  <a:lnTo>
                    <a:pt x="67215" y="2169"/>
                  </a:lnTo>
                  <a:lnTo>
                    <a:pt x="67715" y="2035"/>
                  </a:lnTo>
                  <a:lnTo>
                    <a:pt x="68116" y="1702"/>
                  </a:lnTo>
                  <a:lnTo>
                    <a:pt x="68616" y="1635"/>
                  </a:lnTo>
                  <a:lnTo>
                    <a:pt x="68950" y="1201"/>
                  </a:lnTo>
                  <a:lnTo>
                    <a:pt x="69483" y="1335"/>
                  </a:lnTo>
                  <a:lnTo>
                    <a:pt x="69917" y="1235"/>
                  </a:lnTo>
                  <a:lnTo>
                    <a:pt x="70384" y="1301"/>
                  </a:lnTo>
                  <a:lnTo>
                    <a:pt x="70884" y="1368"/>
                  </a:lnTo>
                  <a:lnTo>
                    <a:pt x="71351" y="1335"/>
                  </a:lnTo>
                  <a:lnTo>
                    <a:pt x="71718" y="1135"/>
                  </a:lnTo>
                  <a:lnTo>
                    <a:pt x="71718" y="167"/>
                  </a:lnTo>
                  <a:lnTo>
                    <a:pt x="71718" y="167"/>
                  </a:lnTo>
                  <a:lnTo>
                    <a:pt x="71218" y="101"/>
                  </a:lnTo>
                  <a:lnTo>
                    <a:pt x="70751" y="67"/>
                  </a:lnTo>
                  <a:lnTo>
                    <a:pt x="70317" y="134"/>
                  </a:lnTo>
                  <a:lnTo>
                    <a:pt x="69784" y="1"/>
                  </a:lnTo>
                  <a:lnTo>
                    <a:pt x="69450" y="468"/>
                  </a:lnTo>
                  <a:lnTo>
                    <a:pt x="68950" y="534"/>
                  </a:lnTo>
                  <a:lnTo>
                    <a:pt x="68549" y="834"/>
                  </a:lnTo>
                  <a:lnTo>
                    <a:pt x="68049" y="968"/>
                  </a:lnTo>
                  <a:lnTo>
                    <a:pt x="67715" y="1368"/>
                  </a:lnTo>
                  <a:lnTo>
                    <a:pt x="67215" y="1502"/>
                  </a:lnTo>
                  <a:lnTo>
                    <a:pt x="66681" y="1368"/>
                  </a:lnTo>
                  <a:lnTo>
                    <a:pt x="66281" y="1535"/>
                  </a:lnTo>
                  <a:lnTo>
                    <a:pt x="65814" y="1502"/>
                  </a:lnTo>
                  <a:lnTo>
                    <a:pt x="65380" y="1768"/>
                  </a:lnTo>
                  <a:lnTo>
                    <a:pt x="64913" y="1969"/>
                  </a:lnTo>
                  <a:lnTo>
                    <a:pt x="64480" y="1935"/>
                  </a:lnTo>
                  <a:lnTo>
                    <a:pt x="64013" y="1969"/>
                  </a:lnTo>
                  <a:lnTo>
                    <a:pt x="63579" y="1768"/>
                  </a:lnTo>
                  <a:lnTo>
                    <a:pt x="63012" y="1735"/>
                  </a:lnTo>
                  <a:lnTo>
                    <a:pt x="62445" y="1802"/>
                  </a:lnTo>
                  <a:lnTo>
                    <a:pt x="61945" y="1735"/>
                  </a:lnTo>
                  <a:lnTo>
                    <a:pt x="61444" y="1702"/>
                  </a:lnTo>
                  <a:lnTo>
                    <a:pt x="60977" y="1802"/>
                  </a:lnTo>
                  <a:lnTo>
                    <a:pt x="60477" y="1635"/>
                  </a:lnTo>
                  <a:lnTo>
                    <a:pt x="59977" y="1568"/>
                  </a:lnTo>
                  <a:lnTo>
                    <a:pt x="59510" y="1702"/>
                  </a:lnTo>
                  <a:lnTo>
                    <a:pt x="59043" y="2002"/>
                  </a:lnTo>
                  <a:lnTo>
                    <a:pt x="58542" y="1869"/>
                  </a:lnTo>
                  <a:lnTo>
                    <a:pt x="58042" y="1869"/>
                  </a:lnTo>
                  <a:lnTo>
                    <a:pt x="57642" y="2336"/>
                  </a:lnTo>
                  <a:lnTo>
                    <a:pt x="57141" y="2269"/>
                  </a:lnTo>
                  <a:lnTo>
                    <a:pt x="56674" y="2469"/>
                  </a:lnTo>
                  <a:lnTo>
                    <a:pt x="56241" y="2602"/>
                  </a:lnTo>
                  <a:lnTo>
                    <a:pt x="55707" y="2602"/>
                  </a:lnTo>
                  <a:lnTo>
                    <a:pt x="55273" y="2803"/>
                  </a:lnTo>
                  <a:lnTo>
                    <a:pt x="54740" y="2803"/>
                  </a:lnTo>
                  <a:lnTo>
                    <a:pt x="54406" y="3203"/>
                  </a:lnTo>
                  <a:lnTo>
                    <a:pt x="53872" y="3303"/>
                  </a:lnTo>
                  <a:lnTo>
                    <a:pt x="53339" y="3203"/>
                  </a:lnTo>
                  <a:lnTo>
                    <a:pt x="52838" y="3436"/>
                  </a:lnTo>
                  <a:lnTo>
                    <a:pt x="52338" y="3303"/>
                  </a:lnTo>
                  <a:lnTo>
                    <a:pt x="51837" y="3236"/>
                  </a:lnTo>
                  <a:lnTo>
                    <a:pt x="51304" y="3436"/>
                  </a:lnTo>
                  <a:lnTo>
                    <a:pt x="50803" y="3270"/>
                  </a:lnTo>
                  <a:lnTo>
                    <a:pt x="50236" y="3336"/>
                  </a:lnTo>
                  <a:lnTo>
                    <a:pt x="49736" y="3170"/>
                  </a:lnTo>
                  <a:lnTo>
                    <a:pt x="49236" y="2869"/>
                  </a:lnTo>
                  <a:lnTo>
                    <a:pt x="48669" y="3036"/>
                  </a:lnTo>
                  <a:lnTo>
                    <a:pt x="48135" y="2769"/>
                  </a:lnTo>
                  <a:lnTo>
                    <a:pt x="47601" y="3003"/>
                  </a:lnTo>
                  <a:lnTo>
                    <a:pt x="47134" y="2569"/>
                  </a:lnTo>
                  <a:lnTo>
                    <a:pt x="46600" y="2703"/>
                  </a:lnTo>
                  <a:lnTo>
                    <a:pt x="46067" y="2502"/>
                  </a:lnTo>
                  <a:lnTo>
                    <a:pt x="45566" y="2803"/>
                  </a:lnTo>
                  <a:lnTo>
                    <a:pt x="45066" y="2703"/>
                  </a:lnTo>
                  <a:lnTo>
                    <a:pt x="44599" y="2736"/>
                  </a:lnTo>
                  <a:lnTo>
                    <a:pt x="44132" y="2969"/>
                  </a:lnTo>
                  <a:lnTo>
                    <a:pt x="43632" y="3136"/>
                  </a:lnTo>
                  <a:lnTo>
                    <a:pt x="43131" y="3003"/>
                  </a:lnTo>
                  <a:lnTo>
                    <a:pt x="42598" y="3036"/>
                  </a:lnTo>
                  <a:lnTo>
                    <a:pt x="42097" y="3003"/>
                  </a:lnTo>
                  <a:lnTo>
                    <a:pt x="41563" y="3036"/>
                  </a:lnTo>
                  <a:lnTo>
                    <a:pt x="41030" y="2869"/>
                  </a:lnTo>
                  <a:lnTo>
                    <a:pt x="40496" y="3069"/>
                  </a:lnTo>
                  <a:lnTo>
                    <a:pt x="39996" y="2769"/>
                  </a:lnTo>
                  <a:lnTo>
                    <a:pt x="39529" y="2636"/>
                  </a:lnTo>
                  <a:lnTo>
                    <a:pt x="39028" y="2636"/>
                  </a:lnTo>
                  <a:lnTo>
                    <a:pt x="38561" y="2903"/>
                  </a:lnTo>
                  <a:lnTo>
                    <a:pt x="38061" y="2903"/>
                  </a:lnTo>
                  <a:lnTo>
                    <a:pt x="37594" y="3003"/>
                  </a:lnTo>
                  <a:lnTo>
                    <a:pt x="37094" y="2903"/>
                  </a:lnTo>
                  <a:lnTo>
                    <a:pt x="36627" y="3003"/>
                  </a:lnTo>
                  <a:lnTo>
                    <a:pt x="36126" y="3136"/>
                  </a:lnTo>
                  <a:lnTo>
                    <a:pt x="35659" y="3236"/>
                  </a:lnTo>
                  <a:lnTo>
                    <a:pt x="35159" y="3136"/>
                  </a:lnTo>
                  <a:lnTo>
                    <a:pt x="34659" y="3203"/>
                  </a:lnTo>
                  <a:lnTo>
                    <a:pt x="34158" y="3403"/>
                  </a:lnTo>
                  <a:lnTo>
                    <a:pt x="33691" y="3436"/>
                  </a:lnTo>
                  <a:lnTo>
                    <a:pt x="33157" y="3403"/>
                  </a:lnTo>
                  <a:lnTo>
                    <a:pt x="32657" y="3370"/>
                  </a:lnTo>
                  <a:lnTo>
                    <a:pt x="32190" y="3370"/>
                  </a:lnTo>
                  <a:lnTo>
                    <a:pt x="31690" y="3503"/>
                  </a:lnTo>
                  <a:lnTo>
                    <a:pt x="31189" y="3403"/>
                  </a:lnTo>
                  <a:lnTo>
                    <a:pt x="30689" y="3403"/>
                  </a:lnTo>
                  <a:lnTo>
                    <a:pt x="30189" y="3536"/>
                  </a:lnTo>
                  <a:lnTo>
                    <a:pt x="29722" y="3737"/>
                  </a:lnTo>
                  <a:lnTo>
                    <a:pt x="29221" y="3770"/>
                  </a:lnTo>
                  <a:lnTo>
                    <a:pt x="28754" y="3903"/>
                  </a:lnTo>
                  <a:lnTo>
                    <a:pt x="28221" y="3603"/>
                  </a:lnTo>
                  <a:lnTo>
                    <a:pt x="27754" y="3903"/>
                  </a:lnTo>
                  <a:lnTo>
                    <a:pt x="27287" y="4003"/>
                  </a:lnTo>
                  <a:lnTo>
                    <a:pt x="26820" y="3937"/>
                  </a:lnTo>
                  <a:lnTo>
                    <a:pt x="26319" y="3703"/>
                  </a:lnTo>
                  <a:lnTo>
                    <a:pt x="25852" y="4070"/>
                  </a:lnTo>
                  <a:lnTo>
                    <a:pt x="25385" y="4104"/>
                  </a:lnTo>
                  <a:lnTo>
                    <a:pt x="24985" y="3803"/>
                  </a:lnTo>
                  <a:lnTo>
                    <a:pt x="24518" y="4003"/>
                  </a:lnTo>
                  <a:lnTo>
                    <a:pt x="24118" y="3870"/>
                  </a:lnTo>
                  <a:lnTo>
                    <a:pt x="23684" y="3603"/>
                  </a:lnTo>
                  <a:lnTo>
                    <a:pt x="23150" y="3603"/>
                  </a:lnTo>
                  <a:lnTo>
                    <a:pt x="22683" y="3436"/>
                  </a:lnTo>
                  <a:lnTo>
                    <a:pt x="22250" y="3170"/>
                  </a:lnTo>
                  <a:lnTo>
                    <a:pt x="21716" y="3336"/>
                  </a:lnTo>
                  <a:lnTo>
                    <a:pt x="21216" y="3270"/>
                  </a:lnTo>
                  <a:lnTo>
                    <a:pt x="20749" y="3069"/>
                  </a:lnTo>
                  <a:lnTo>
                    <a:pt x="20282" y="2869"/>
                  </a:lnTo>
                  <a:lnTo>
                    <a:pt x="19781" y="3036"/>
                  </a:lnTo>
                  <a:lnTo>
                    <a:pt x="19281" y="2869"/>
                  </a:lnTo>
                  <a:lnTo>
                    <a:pt x="18814" y="3103"/>
                  </a:lnTo>
                  <a:lnTo>
                    <a:pt x="18347" y="3170"/>
                  </a:lnTo>
                  <a:lnTo>
                    <a:pt x="17847" y="3069"/>
                  </a:lnTo>
                  <a:lnTo>
                    <a:pt x="17346" y="3036"/>
                  </a:lnTo>
                  <a:lnTo>
                    <a:pt x="16913" y="3336"/>
                  </a:lnTo>
                  <a:lnTo>
                    <a:pt x="16412" y="3403"/>
                  </a:lnTo>
                  <a:lnTo>
                    <a:pt x="15912" y="3370"/>
                  </a:lnTo>
                  <a:lnTo>
                    <a:pt x="15411" y="3303"/>
                  </a:lnTo>
                  <a:lnTo>
                    <a:pt x="14944" y="3470"/>
                  </a:lnTo>
                  <a:lnTo>
                    <a:pt x="14444" y="3403"/>
                  </a:lnTo>
                  <a:lnTo>
                    <a:pt x="13977" y="3503"/>
                  </a:lnTo>
                  <a:lnTo>
                    <a:pt x="13477" y="3336"/>
                  </a:lnTo>
                  <a:lnTo>
                    <a:pt x="12976" y="3436"/>
                  </a:lnTo>
                  <a:lnTo>
                    <a:pt x="12476" y="3370"/>
                  </a:lnTo>
                  <a:lnTo>
                    <a:pt x="12009" y="3603"/>
                  </a:lnTo>
                  <a:lnTo>
                    <a:pt x="11542" y="3570"/>
                  </a:lnTo>
                  <a:lnTo>
                    <a:pt x="11075" y="3903"/>
                  </a:lnTo>
                  <a:lnTo>
                    <a:pt x="10575" y="3903"/>
                  </a:lnTo>
                  <a:lnTo>
                    <a:pt x="10074" y="3703"/>
                  </a:lnTo>
                  <a:lnTo>
                    <a:pt x="9607" y="3903"/>
                  </a:lnTo>
                  <a:lnTo>
                    <a:pt x="9140" y="3903"/>
                  </a:lnTo>
                  <a:lnTo>
                    <a:pt x="8640" y="3703"/>
                  </a:lnTo>
                  <a:lnTo>
                    <a:pt x="8140" y="3970"/>
                  </a:lnTo>
                  <a:lnTo>
                    <a:pt x="7639" y="4003"/>
                  </a:lnTo>
                  <a:lnTo>
                    <a:pt x="7139" y="3870"/>
                  </a:lnTo>
                  <a:lnTo>
                    <a:pt x="6639" y="3870"/>
                  </a:lnTo>
                  <a:lnTo>
                    <a:pt x="6105" y="3737"/>
                  </a:lnTo>
                  <a:lnTo>
                    <a:pt x="5571" y="3870"/>
                  </a:lnTo>
                  <a:lnTo>
                    <a:pt x="5037" y="3903"/>
                  </a:lnTo>
                  <a:lnTo>
                    <a:pt x="4504" y="4037"/>
                  </a:lnTo>
                  <a:lnTo>
                    <a:pt x="3970" y="3937"/>
                  </a:lnTo>
                  <a:lnTo>
                    <a:pt x="3403" y="3937"/>
                  </a:lnTo>
                  <a:lnTo>
                    <a:pt x="2936" y="3970"/>
                  </a:lnTo>
                  <a:lnTo>
                    <a:pt x="2469" y="4270"/>
                  </a:lnTo>
                  <a:lnTo>
                    <a:pt x="2002" y="4337"/>
                  </a:lnTo>
                  <a:lnTo>
                    <a:pt x="1502" y="4170"/>
                  </a:lnTo>
                  <a:lnTo>
                    <a:pt x="1068" y="4404"/>
                  </a:lnTo>
                  <a:lnTo>
                    <a:pt x="601" y="4604"/>
                  </a:lnTo>
                  <a:lnTo>
                    <a:pt x="134" y="4871"/>
                  </a:lnTo>
                  <a:lnTo>
                    <a:pt x="0" y="4871"/>
                  </a:lnTo>
                  <a:lnTo>
                    <a:pt x="0" y="5404"/>
                  </a:lnTo>
                  <a:lnTo>
                    <a:pt x="201" y="5304"/>
                  </a:lnTo>
                  <a:lnTo>
                    <a:pt x="634" y="5071"/>
                  </a:lnTo>
                  <a:lnTo>
                    <a:pt x="1168" y="5271"/>
                  </a:lnTo>
                  <a:lnTo>
                    <a:pt x="1635" y="517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0">
                <a:solidFill>
                  <a:schemeClr val="accent6">
                    <a:lumMod val="95000"/>
                  </a:schemeClr>
                </a:solidFill>
                <a:latin typeface="Montserrat ExtraBold" panose="00000900000000000000" pitchFamily="2" charset="0"/>
              </a:endParaRPr>
            </a:p>
          </p:txBody>
        </p:sp>
        <p:sp>
          <p:nvSpPr>
            <p:cNvPr id="7" name="Google Shape;852;p32">
              <a:extLst>
                <a:ext uri="{FF2B5EF4-FFF2-40B4-BE49-F238E27FC236}">
                  <a16:creationId xmlns:a16="http://schemas.microsoft.com/office/drawing/2014/main" id="{F1261DFF-04EC-6CBD-0C77-5590584D7CA2}"/>
                </a:ext>
              </a:extLst>
            </p:cNvPr>
            <p:cNvSpPr/>
            <p:nvPr/>
          </p:nvSpPr>
          <p:spPr>
            <a:xfrm>
              <a:off x="6268229" y="1126723"/>
              <a:ext cx="2821246" cy="187679"/>
            </a:xfrm>
            <a:custGeom>
              <a:avLst/>
              <a:gdLst/>
              <a:ahLst/>
              <a:cxnLst/>
              <a:rect l="l" t="t" r="r" b="b"/>
              <a:pathLst>
                <a:path w="71719" h="4771" extrusionOk="0">
                  <a:moveTo>
                    <a:pt x="70918" y="934"/>
                  </a:moveTo>
                  <a:lnTo>
                    <a:pt x="70451" y="1168"/>
                  </a:lnTo>
                  <a:lnTo>
                    <a:pt x="69950" y="1168"/>
                  </a:lnTo>
                  <a:lnTo>
                    <a:pt x="69450" y="1035"/>
                  </a:lnTo>
                  <a:lnTo>
                    <a:pt x="68950" y="1301"/>
                  </a:lnTo>
                  <a:lnTo>
                    <a:pt x="68449" y="1068"/>
                  </a:lnTo>
                  <a:lnTo>
                    <a:pt x="67882" y="1201"/>
                  </a:lnTo>
                  <a:lnTo>
                    <a:pt x="67449" y="734"/>
                  </a:lnTo>
                  <a:lnTo>
                    <a:pt x="66882" y="901"/>
                  </a:lnTo>
                  <a:lnTo>
                    <a:pt x="66381" y="634"/>
                  </a:lnTo>
                  <a:lnTo>
                    <a:pt x="65814" y="734"/>
                  </a:lnTo>
                  <a:lnTo>
                    <a:pt x="65347" y="434"/>
                  </a:lnTo>
                  <a:lnTo>
                    <a:pt x="64847" y="234"/>
                  </a:lnTo>
                  <a:lnTo>
                    <a:pt x="64280" y="267"/>
                  </a:lnTo>
                  <a:lnTo>
                    <a:pt x="63779" y="67"/>
                  </a:lnTo>
                  <a:lnTo>
                    <a:pt x="63246" y="267"/>
                  </a:lnTo>
                  <a:lnTo>
                    <a:pt x="62745" y="134"/>
                  </a:lnTo>
                  <a:lnTo>
                    <a:pt x="62245" y="0"/>
                  </a:lnTo>
                  <a:lnTo>
                    <a:pt x="61745" y="201"/>
                  </a:lnTo>
                  <a:lnTo>
                    <a:pt x="61211" y="34"/>
                  </a:lnTo>
                  <a:lnTo>
                    <a:pt x="60677" y="101"/>
                  </a:lnTo>
                  <a:lnTo>
                    <a:pt x="60310" y="534"/>
                  </a:lnTo>
                  <a:lnTo>
                    <a:pt x="59776" y="467"/>
                  </a:lnTo>
                  <a:lnTo>
                    <a:pt x="59309" y="634"/>
                  </a:lnTo>
                  <a:lnTo>
                    <a:pt x="58809" y="601"/>
                  </a:lnTo>
                  <a:lnTo>
                    <a:pt x="58342" y="701"/>
                  </a:lnTo>
                  <a:lnTo>
                    <a:pt x="57908" y="901"/>
                  </a:lnTo>
                  <a:lnTo>
                    <a:pt x="57375" y="801"/>
                  </a:lnTo>
                  <a:lnTo>
                    <a:pt x="56974" y="1235"/>
                  </a:lnTo>
                  <a:lnTo>
                    <a:pt x="56474" y="1201"/>
                  </a:lnTo>
                  <a:lnTo>
                    <a:pt x="55974" y="1035"/>
                  </a:lnTo>
                  <a:lnTo>
                    <a:pt x="55507" y="1301"/>
                  </a:lnTo>
                  <a:lnTo>
                    <a:pt x="55006" y="1435"/>
                  </a:lnTo>
                  <a:lnTo>
                    <a:pt x="54539" y="1335"/>
                  </a:lnTo>
                  <a:lnTo>
                    <a:pt x="54039" y="1135"/>
                  </a:lnTo>
                  <a:lnTo>
                    <a:pt x="53572" y="1201"/>
                  </a:lnTo>
                  <a:lnTo>
                    <a:pt x="53072" y="1135"/>
                  </a:lnTo>
                  <a:lnTo>
                    <a:pt x="52571" y="1068"/>
                  </a:lnTo>
                  <a:lnTo>
                    <a:pt x="51971" y="1101"/>
                  </a:lnTo>
                  <a:lnTo>
                    <a:pt x="51437" y="1035"/>
                  </a:lnTo>
                  <a:lnTo>
                    <a:pt x="51004" y="801"/>
                  </a:lnTo>
                  <a:lnTo>
                    <a:pt x="50537" y="801"/>
                  </a:lnTo>
                  <a:lnTo>
                    <a:pt x="50103" y="734"/>
                  </a:lnTo>
                  <a:lnTo>
                    <a:pt x="49636" y="901"/>
                  </a:lnTo>
                  <a:lnTo>
                    <a:pt x="49202" y="1168"/>
                  </a:lnTo>
                  <a:lnTo>
                    <a:pt x="48735" y="1068"/>
                  </a:lnTo>
                  <a:lnTo>
                    <a:pt x="48302" y="1235"/>
                  </a:lnTo>
                  <a:lnTo>
                    <a:pt x="47768" y="1068"/>
                  </a:lnTo>
                  <a:lnTo>
                    <a:pt x="47268" y="1168"/>
                  </a:lnTo>
                  <a:lnTo>
                    <a:pt x="46901" y="1535"/>
                  </a:lnTo>
                  <a:lnTo>
                    <a:pt x="46400" y="1635"/>
                  </a:lnTo>
                  <a:lnTo>
                    <a:pt x="46000" y="1935"/>
                  </a:lnTo>
                  <a:lnTo>
                    <a:pt x="45500" y="1969"/>
                  </a:lnTo>
                  <a:lnTo>
                    <a:pt x="45133" y="2436"/>
                  </a:lnTo>
                  <a:lnTo>
                    <a:pt x="44632" y="2269"/>
                  </a:lnTo>
                  <a:lnTo>
                    <a:pt x="44165" y="2302"/>
                  </a:lnTo>
                  <a:lnTo>
                    <a:pt x="43698" y="2235"/>
                  </a:lnTo>
                  <a:lnTo>
                    <a:pt x="43231" y="2169"/>
                  </a:lnTo>
                  <a:lnTo>
                    <a:pt x="42764" y="2169"/>
                  </a:lnTo>
                  <a:lnTo>
                    <a:pt x="42264" y="2369"/>
                  </a:lnTo>
                  <a:lnTo>
                    <a:pt x="41730" y="2202"/>
                  </a:lnTo>
                  <a:lnTo>
                    <a:pt x="41230" y="2469"/>
                  </a:lnTo>
                  <a:lnTo>
                    <a:pt x="40730" y="2536"/>
                  </a:lnTo>
                  <a:lnTo>
                    <a:pt x="40229" y="2135"/>
                  </a:lnTo>
                  <a:lnTo>
                    <a:pt x="39729" y="2235"/>
                  </a:lnTo>
                  <a:lnTo>
                    <a:pt x="39228" y="2169"/>
                  </a:lnTo>
                  <a:lnTo>
                    <a:pt x="38695" y="2436"/>
                  </a:lnTo>
                  <a:lnTo>
                    <a:pt x="38194" y="2369"/>
                  </a:lnTo>
                  <a:lnTo>
                    <a:pt x="37694" y="2169"/>
                  </a:lnTo>
                  <a:lnTo>
                    <a:pt x="37194" y="2502"/>
                  </a:lnTo>
                  <a:lnTo>
                    <a:pt x="36693" y="2369"/>
                  </a:lnTo>
                  <a:lnTo>
                    <a:pt x="36160" y="2335"/>
                  </a:lnTo>
                  <a:lnTo>
                    <a:pt x="35659" y="2502"/>
                  </a:lnTo>
                  <a:lnTo>
                    <a:pt x="35159" y="2202"/>
                  </a:lnTo>
                  <a:lnTo>
                    <a:pt x="34625" y="2335"/>
                  </a:lnTo>
                  <a:lnTo>
                    <a:pt x="34125" y="2436"/>
                  </a:lnTo>
                  <a:lnTo>
                    <a:pt x="33591" y="2202"/>
                  </a:lnTo>
                  <a:lnTo>
                    <a:pt x="33091" y="2569"/>
                  </a:lnTo>
                  <a:lnTo>
                    <a:pt x="32590" y="2436"/>
                  </a:lnTo>
                  <a:lnTo>
                    <a:pt x="32057" y="2469"/>
                  </a:lnTo>
                  <a:lnTo>
                    <a:pt x="31556" y="2536"/>
                  </a:lnTo>
                  <a:lnTo>
                    <a:pt x="31056" y="2269"/>
                  </a:lnTo>
                  <a:lnTo>
                    <a:pt x="30522" y="2569"/>
                  </a:lnTo>
                  <a:lnTo>
                    <a:pt x="30022" y="2369"/>
                  </a:lnTo>
                  <a:lnTo>
                    <a:pt x="29522" y="2502"/>
                  </a:lnTo>
                  <a:lnTo>
                    <a:pt x="28988" y="2569"/>
                  </a:lnTo>
                  <a:lnTo>
                    <a:pt x="28487" y="2569"/>
                  </a:lnTo>
                  <a:lnTo>
                    <a:pt x="27987" y="2736"/>
                  </a:lnTo>
                  <a:lnTo>
                    <a:pt x="27487" y="2636"/>
                  </a:lnTo>
                  <a:lnTo>
                    <a:pt x="26986" y="2869"/>
                  </a:lnTo>
                  <a:lnTo>
                    <a:pt x="26453" y="2736"/>
                  </a:lnTo>
                  <a:lnTo>
                    <a:pt x="26019" y="3103"/>
                  </a:lnTo>
                  <a:lnTo>
                    <a:pt x="25452" y="3003"/>
                  </a:lnTo>
                  <a:lnTo>
                    <a:pt x="24952" y="3036"/>
                  </a:lnTo>
                  <a:lnTo>
                    <a:pt x="24418" y="3003"/>
                  </a:lnTo>
                  <a:lnTo>
                    <a:pt x="23984" y="3370"/>
                  </a:lnTo>
                  <a:lnTo>
                    <a:pt x="23417" y="3370"/>
                  </a:lnTo>
                  <a:lnTo>
                    <a:pt x="22850" y="3470"/>
                  </a:lnTo>
                  <a:lnTo>
                    <a:pt x="22350" y="3703"/>
                  </a:lnTo>
                  <a:lnTo>
                    <a:pt x="21849" y="3970"/>
                  </a:lnTo>
                  <a:lnTo>
                    <a:pt x="21349" y="3803"/>
                  </a:lnTo>
                  <a:lnTo>
                    <a:pt x="20882" y="4003"/>
                  </a:lnTo>
                  <a:lnTo>
                    <a:pt x="20415" y="3903"/>
                  </a:lnTo>
                  <a:lnTo>
                    <a:pt x="19948" y="3903"/>
                  </a:lnTo>
                  <a:lnTo>
                    <a:pt x="19414" y="3937"/>
                  </a:lnTo>
                  <a:lnTo>
                    <a:pt x="18914" y="3770"/>
                  </a:lnTo>
                  <a:lnTo>
                    <a:pt x="18414" y="3970"/>
                  </a:lnTo>
                  <a:lnTo>
                    <a:pt x="17913" y="3703"/>
                  </a:lnTo>
                  <a:lnTo>
                    <a:pt x="17413" y="3736"/>
                  </a:lnTo>
                  <a:lnTo>
                    <a:pt x="16879" y="3970"/>
                  </a:lnTo>
                  <a:lnTo>
                    <a:pt x="16412" y="3670"/>
                  </a:lnTo>
                  <a:lnTo>
                    <a:pt x="15878" y="3837"/>
                  </a:lnTo>
                  <a:lnTo>
                    <a:pt x="15411" y="3670"/>
                  </a:lnTo>
                  <a:lnTo>
                    <a:pt x="14878" y="3803"/>
                  </a:lnTo>
                  <a:lnTo>
                    <a:pt x="14411" y="3636"/>
                  </a:lnTo>
                  <a:lnTo>
                    <a:pt x="13910" y="3536"/>
                  </a:lnTo>
                  <a:lnTo>
                    <a:pt x="13510" y="3169"/>
                  </a:lnTo>
                  <a:lnTo>
                    <a:pt x="13010" y="3036"/>
                  </a:lnTo>
                  <a:lnTo>
                    <a:pt x="12476" y="3169"/>
                  </a:lnTo>
                  <a:lnTo>
                    <a:pt x="12009" y="2903"/>
                  </a:lnTo>
                  <a:lnTo>
                    <a:pt x="11475" y="2836"/>
                  </a:lnTo>
                  <a:lnTo>
                    <a:pt x="10908" y="3069"/>
                  </a:lnTo>
                  <a:lnTo>
                    <a:pt x="10441" y="2702"/>
                  </a:lnTo>
                  <a:lnTo>
                    <a:pt x="9941" y="2702"/>
                  </a:lnTo>
                  <a:lnTo>
                    <a:pt x="9374" y="2736"/>
                  </a:lnTo>
                  <a:lnTo>
                    <a:pt x="8840" y="2702"/>
                  </a:lnTo>
                  <a:lnTo>
                    <a:pt x="8273" y="2669"/>
                  </a:lnTo>
                  <a:lnTo>
                    <a:pt x="7773" y="2369"/>
                  </a:lnTo>
                  <a:lnTo>
                    <a:pt x="7239" y="2736"/>
                  </a:lnTo>
                  <a:lnTo>
                    <a:pt x="6739" y="2736"/>
                  </a:lnTo>
                  <a:lnTo>
                    <a:pt x="6205" y="2436"/>
                  </a:lnTo>
                  <a:lnTo>
                    <a:pt x="5738" y="2802"/>
                  </a:lnTo>
                  <a:lnTo>
                    <a:pt x="5137" y="2602"/>
                  </a:lnTo>
                  <a:lnTo>
                    <a:pt x="4804" y="3136"/>
                  </a:lnTo>
                  <a:lnTo>
                    <a:pt x="4270" y="3069"/>
                  </a:lnTo>
                  <a:lnTo>
                    <a:pt x="3870" y="3370"/>
                  </a:lnTo>
                  <a:lnTo>
                    <a:pt x="3403" y="3536"/>
                  </a:lnTo>
                  <a:lnTo>
                    <a:pt x="2936" y="3636"/>
                  </a:lnTo>
                  <a:lnTo>
                    <a:pt x="2469" y="3770"/>
                  </a:lnTo>
                  <a:lnTo>
                    <a:pt x="1935" y="3670"/>
                  </a:lnTo>
                  <a:lnTo>
                    <a:pt x="1535" y="4103"/>
                  </a:lnTo>
                  <a:lnTo>
                    <a:pt x="1001" y="3903"/>
                  </a:lnTo>
                  <a:lnTo>
                    <a:pt x="568" y="4137"/>
                  </a:lnTo>
                  <a:lnTo>
                    <a:pt x="67" y="4137"/>
                  </a:lnTo>
                  <a:lnTo>
                    <a:pt x="0" y="4170"/>
                  </a:lnTo>
                  <a:lnTo>
                    <a:pt x="0" y="4771"/>
                  </a:lnTo>
                  <a:lnTo>
                    <a:pt x="367" y="4537"/>
                  </a:lnTo>
                  <a:lnTo>
                    <a:pt x="868" y="4570"/>
                  </a:lnTo>
                  <a:lnTo>
                    <a:pt x="1301" y="4337"/>
                  </a:lnTo>
                  <a:lnTo>
                    <a:pt x="1835" y="4537"/>
                  </a:lnTo>
                  <a:lnTo>
                    <a:pt x="2235" y="4103"/>
                  </a:lnTo>
                  <a:lnTo>
                    <a:pt x="2769" y="4203"/>
                  </a:lnTo>
                  <a:lnTo>
                    <a:pt x="3236" y="4070"/>
                  </a:lnTo>
                  <a:lnTo>
                    <a:pt x="3736" y="4003"/>
                  </a:lnTo>
                  <a:lnTo>
                    <a:pt x="4170" y="3837"/>
                  </a:lnTo>
                  <a:lnTo>
                    <a:pt x="4604" y="3536"/>
                  </a:lnTo>
                  <a:lnTo>
                    <a:pt x="5137" y="3603"/>
                  </a:lnTo>
                  <a:lnTo>
                    <a:pt x="5471" y="3103"/>
                  </a:lnTo>
                  <a:lnTo>
                    <a:pt x="6071" y="3269"/>
                  </a:lnTo>
                  <a:lnTo>
                    <a:pt x="6538" y="2936"/>
                  </a:lnTo>
                  <a:lnTo>
                    <a:pt x="7072" y="3236"/>
                  </a:lnTo>
                  <a:lnTo>
                    <a:pt x="7573" y="3236"/>
                  </a:lnTo>
                  <a:lnTo>
                    <a:pt x="8106" y="2869"/>
                  </a:lnTo>
                  <a:lnTo>
                    <a:pt x="8607" y="3169"/>
                  </a:lnTo>
                  <a:lnTo>
                    <a:pt x="9174" y="3203"/>
                  </a:lnTo>
                  <a:lnTo>
                    <a:pt x="9707" y="3236"/>
                  </a:lnTo>
                  <a:lnTo>
                    <a:pt x="10241" y="3203"/>
                  </a:lnTo>
                  <a:lnTo>
                    <a:pt x="10775" y="3203"/>
                  </a:lnTo>
                  <a:lnTo>
                    <a:pt x="11242" y="3570"/>
                  </a:lnTo>
                  <a:lnTo>
                    <a:pt x="11809" y="3370"/>
                  </a:lnTo>
                  <a:lnTo>
                    <a:pt x="12309" y="3436"/>
                  </a:lnTo>
                  <a:lnTo>
                    <a:pt x="12810" y="3736"/>
                  </a:lnTo>
                  <a:lnTo>
                    <a:pt x="13343" y="3570"/>
                  </a:lnTo>
                  <a:lnTo>
                    <a:pt x="13810" y="3703"/>
                  </a:lnTo>
                  <a:lnTo>
                    <a:pt x="14244" y="4103"/>
                  </a:lnTo>
                  <a:lnTo>
                    <a:pt x="14711" y="4203"/>
                  </a:lnTo>
                  <a:lnTo>
                    <a:pt x="15211" y="4337"/>
                  </a:lnTo>
                  <a:lnTo>
                    <a:pt x="15712" y="4237"/>
                  </a:lnTo>
                  <a:lnTo>
                    <a:pt x="16212" y="4404"/>
                  </a:lnTo>
                  <a:lnTo>
                    <a:pt x="16712" y="4237"/>
                  </a:lnTo>
                  <a:lnTo>
                    <a:pt x="17213" y="4537"/>
                  </a:lnTo>
                  <a:lnTo>
                    <a:pt x="17713" y="4337"/>
                  </a:lnTo>
                  <a:lnTo>
                    <a:pt x="18247" y="4304"/>
                  </a:lnTo>
                  <a:lnTo>
                    <a:pt x="18714" y="4570"/>
                  </a:lnTo>
                  <a:lnTo>
                    <a:pt x="19248" y="4370"/>
                  </a:lnTo>
                  <a:lnTo>
                    <a:pt x="19748" y="4537"/>
                  </a:lnTo>
                  <a:lnTo>
                    <a:pt x="20248" y="4504"/>
                  </a:lnTo>
                  <a:lnTo>
                    <a:pt x="20715" y="4504"/>
                  </a:lnTo>
                  <a:lnTo>
                    <a:pt x="21182" y="4604"/>
                  </a:lnTo>
                  <a:lnTo>
                    <a:pt x="21683" y="4437"/>
                  </a:lnTo>
                  <a:lnTo>
                    <a:pt x="22150" y="4604"/>
                  </a:lnTo>
                  <a:lnTo>
                    <a:pt x="22650" y="4337"/>
                  </a:lnTo>
                  <a:lnTo>
                    <a:pt x="23184" y="4103"/>
                  </a:lnTo>
                  <a:lnTo>
                    <a:pt x="23717" y="4003"/>
                  </a:lnTo>
                  <a:lnTo>
                    <a:pt x="24284" y="4003"/>
                  </a:lnTo>
                  <a:lnTo>
                    <a:pt x="24751" y="3670"/>
                  </a:lnTo>
                  <a:lnTo>
                    <a:pt x="25285" y="3703"/>
                  </a:lnTo>
                  <a:lnTo>
                    <a:pt x="25786" y="3636"/>
                  </a:lnTo>
                  <a:lnTo>
                    <a:pt x="26319" y="3770"/>
                  </a:lnTo>
                  <a:lnTo>
                    <a:pt x="26786" y="3403"/>
                  </a:lnTo>
                  <a:lnTo>
                    <a:pt x="27320" y="3536"/>
                  </a:lnTo>
                  <a:lnTo>
                    <a:pt x="27787" y="3303"/>
                  </a:lnTo>
                  <a:lnTo>
                    <a:pt x="28321" y="3403"/>
                  </a:lnTo>
                  <a:lnTo>
                    <a:pt x="28821" y="3269"/>
                  </a:lnTo>
                  <a:lnTo>
                    <a:pt x="29321" y="3269"/>
                  </a:lnTo>
                  <a:lnTo>
                    <a:pt x="29822" y="3203"/>
                  </a:lnTo>
                  <a:lnTo>
                    <a:pt x="30355" y="3069"/>
                  </a:lnTo>
                  <a:lnTo>
                    <a:pt x="30856" y="3269"/>
                  </a:lnTo>
                  <a:lnTo>
                    <a:pt x="31356" y="2969"/>
                  </a:lnTo>
                  <a:lnTo>
                    <a:pt x="31890" y="3236"/>
                  </a:lnTo>
                  <a:lnTo>
                    <a:pt x="32390" y="3169"/>
                  </a:lnTo>
                  <a:lnTo>
                    <a:pt x="32924" y="3169"/>
                  </a:lnTo>
                  <a:lnTo>
                    <a:pt x="33424" y="3303"/>
                  </a:lnTo>
                  <a:lnTo>
                    <a:pt x="33925" y="2936"/>
                  </a:lnTo>
                  <a:lnTo>
                    <a:pt x="34458" y="3169"/>
                  </a:lnTo>
                  <a:lnTo>
                    <a:pt x="34959" y="3069"/>
                  </a:lnTo>
                  <a:lnTo>
                    <a:pt x="35459" y="2969"/>
                  </a:lnTo>
                  <a:lnTo>
                    <a:pt x="35993" y="3269"/>
                  </a:lnTo>
                  <a:lnTo>
                    <a:pt x="36493" y="3103"/>
                  </a:lnTo>
                  <a:lnTo>
                    <a:pt x="36994" y="3136"/>
                  </a:lnTo>
                  <a:lnTo>
                    <a:pt x="37527" y="3269"/>
                  </a:lnTo>
                  <a:lnTo>
                    <a:pt x="38028" y="2936"/>
                  </a:lnTo>
                  <a:lnTo>
                    <a:pt x="38528" y="3169"/>
                  </a:lnTo>
                  <a:lnTo>
                    <a:pt x="39028" y="3236"/>
                  </a:lnTo>
                  <a:lnTo>
                    <a:pt x="39562" y="2969"/>
                  </a:lnTo>
                  <a:lnTo>
                    <a:pt x="40062" y="3036"/>
                  </a:lnTo>
                  <a:lnTo>
                    <a:pt x="40563" y="2936"/>
                  </a:lnTo>
                  <a:lnTo>
                    <a:pt x="41063" y="3370"/>
                  </a:lnTo>
                  <a:lnTo>
                    <a:pt x="41563" y="3269"/>
                  </a:lnTo>
                  <a:lnTo>
                    <a:pt x="42064" y="3003"/>
                  </a:lnTo>
                  <a:lnTo>
                    <a:pt x="42564" y="3203"/>
                  </a:lnTo>
                  <a:lnTo>
                    <a:pt x="43065" y="2969"/>
                  </a:lnTo>
                  <a:lnTo>
                    <a:pt x="43565" y="2969"/>
                  </a:lnTo>
                  <a:lnTo>
                    <a:pt x="43999" y="3069"/>
                  </a:lnTo>
                  <a:lnTo>
                    <a:pt x="44466" y="3136"/>
                  </a:lnTo>
                  <a:lnTo>
                    <a:pt x="44933" y="3103"/>
                  </a:lnTo>
                  <a:lnTo>
                    <a:pt x="45433" y="3269"/>
                  </a:lnTo>
                  <a:lnTo>
                    <a:pt x="45833" y="2836"/>
                  </a:lnTo>
                  <a:lnTo>
                    <a:pt x="46334" y="2802"/>
                  </a:lnTo>
                  <a:lnTo>
                    <a:pt x="46734" y="2502"/>
                  </a:lnTo>
                  <a:lnTo>
                    <a:pt x="47234" y="2402"/>
                  </a:lnTo>
                  <a:lnTo>
                    <a:pt x="47601" y="2035"/>
                  </a:lnTo>
                  <a:lnTo>
                    <a:pt x="48101" y="1935"/>
                  </a:lnTo>
                  <a:lnTo>
                    <a:pt x="48635" y="2102"/>
                  </a:lnTo>
                  <a:lnTo>
                    <a:pt x="49069" y="1969"/>
                  </a:lnTo>
                  <a:lnTo>
                    <a:pt x="49536" y="2035"/>
                  </a:lnTo>
                  <a:lnTo>
                    <a:pt x="49969" y="1802"/>
                  </a:lnTo>
                  <a:lnTo>
                    <a:pt x="50436" y="1635"/>
                  </a:lnTo>
                  <a:lnTo>
                    <a:pt x="50870" y="1702"/>
                  </a:lnTo>
                  <a:lnTo>
                    <a:pt x="51337" y="1702"/>
                  </a:lnTo>
                  <a:lnTo>
                    <a:pt x="51771" y="1935"/>
                  </a:lnTo>
                  <a:lnTo>
                    <a:pt x="52304" y="2002"/>
                  </a:lnTo>
                  <a:lnTo>
                    <a:pt x="52905" y="1969"/>
                  </a:lnTo>
                  <a:lnTo>
                    <a:pt x="53405" y="2069"/>
                  </a:lnTo>
                  <a:lnTo>
                    <a:pt x="53872" y="2135"/>
                  </a:lnTo>
                  <a:lnTo>
                    <a:pt x="54373" y="2069"/>
                  </a:lnTo>
                  <a:lnTo>
                    <a:pt x="54840" y="2269"/>
                  </a:lnTo>
                  <a:lnTo>
                    <a:pt x="55340" y="2369"/>
                  </a:lnTo>
                  <a:lnTo>
                    <a:pt x="55840" y="2269"/>
                  </a:lnTo>
                  <a:lnTo>
                    <a:pt x="56307" y="2002"/>
                  </a:lnTo>
                  <a:lnTo>
                    <a:pt x="56808" y="2169"/>
                  </a:lnTo>
                  <a:lnTo>
                    <a:pt x="57308" y="2202"/>
                  </a:lnTo>
                  <a:lnTo>
                    <a:pt x="57708" y="1768"/>
                  </a:lnTo>
                  <a:lnTo>
                    <a:pt x="58242" y="1868"/>
                  </a:lnTo>
                  <a:lnTo>
                    <a:pt x="58676" y="1702"/>
                  </a:lnTo>
                  <a:lnTo>
                    <a:pt x="59176" y="1602"/>
                  </a:lnTo>
                  <a:lnTo>
                    <a:pt x="59676" y="1635"/>
                  </a:lnTo>
                  <a:lnTo>
                    <a:pt x="60110" y="1468"/>
                  </a:lnTo>
                  <a:lnTo>
                    <a:pt x="60644" y="1502"/>
                  </a:lnTo>
                  <a:lnTo>
                    <a:pt x="61044" y="1101"/>
                  </a:lnTo>
                  <a:lnTo>
                    <a:pt x="61544" y="1035"/>
                  </a:lnTo>
                  <a:lnTo>
                    <a:pt x="62078" y="1201"/>
                  </a:lnTo>
                  <a:lnTo>
                    <a:pt x="62578" y="1001"/>
                  </a:lnTo>
                  <a:lnTo>
                    <a:pt x="63079" y="1135"/>
                  </a:lnTo>
                  <a:lnTo>
                    <a:pt x="63579" y="1268"/>
                  </a:lnTo>
                  <a:lnTo>
                    <a:pt x="64146" y="1101"/>
                  </a:lnTo>
                  <a:lnTo>
                    <a:pt x="64613" y="1301"/>
                  </a:lnTo>
                  <a:lnTo>
                    <a:pt x="65180" y="1268"/>
                  </a:lnTo>
                  <a:lnTo>
                    <a:pt x="65681" y="1468"/>
                  </a:lnTo>
                  <a:lnTo>
                    <a:pt x="66148" y="1802"/>
                  </a:lnTo>
                  <a:lnTo>
                    <a:pt x="66748" y="1668"/>
                  </a:lnTo>
                  <a:lnTo>
                    <a:pt x="67215" y="1969"/>
                  </a:lnTo>
                  <a:lnTo>
                    <a:pt x="67816" y="1802"/>
                  </a:lnTo>
                  <a:lnTo>
                    <a:pt x="68216" y="2269"/>
                  </a:lnTo>
                  <a:lnTo>
                    <a:pt x="68783" y="2135"/>
                  </a:lnTo>
                  <a:lnTo>
                    <a:pt x="69283" y="2402"/>
                  </a:lnTo>
                  <a:lnTo>
                    <a:pt x="69784" y="2102"/>
                  </a:lnTo>
                  <a:lnTo>
                    <a:pt x="70284" y="2235"/>
                  </a:lnTo>
                  <a:lnTo>
                    <a:pt x="70784" y="2269"/>
                  </a:lnTo>
                  <a:lnTo>
                    <a:pt x="71251" y="2035"/>
                  </a:lnTo>
                  <a:lnTo>
                    <a:pt x="71718" y="1935"/>
                  </a:lnTo>
                  <a:lnTo>
                    <a:pt x="71718" y="934"/>
                  </a:lnTo>
                  <a:lnTo>
                    <a:pt x="71418" y="834"/>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0">
                <a:solidFill>
                  <a:schemeClr val="accent6">
                    <a:lumMod val="95000"/>
                  </a:schemeClr>
                </a:solidFill>
                <a:latin typeface="Montserrat ExtraBold" panose="00000900000000000000" pitchFamily="2" charset="0"/>
              </a:endParaRPr>
            </a:p>
          </p:txBody>
        </p:sp>
      </p:grpSp>
      <p:sp>
        <p:nvSpPr>
          <p:cNvPr id="8" name="Google Shape;862;p32">
            <a:extLst>
              <a:ext uri="{FF2B5EF4-FFF2-40B4-BE49-F238E27FC236}">
                <a16:creationId xmlns:a16="http://schemas.microsoft.com/office/drawing/2014/main" id="{09FCC0D3-9CE5-1557-AC76-41FFBA61504A}"/>
              </a:ext>
            </a:extLst>
          </p:cNvPr>
          <p:cNvSpPr txBox="1">
            <a:spLocks/>
          </p:cNvSpPr>
          <p:nvPr/>
        </p:nvSpPr>
        <p:spPr>
          <a:xfrm>
            <a:off x="177887" y="924662"/>
            <a:ext cx="783900" cy="5046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 sz="3200" i="1" dirty="0">
                <a:solidFill>
                  <a:schemeClr val="bg1"/>
                </a:solidFill>
                <a:latin typeface="Montserrat ExtraBold" panose="00000900000000000000" pitchFamily="2" charset="0"/>
              </a:rPr>
              <a:t>04</a:t>
            </a:r>
          </a:p>
        </p:txBody>
      </p:sp>
      <p:sp>
        <p:nvSpPr>
          <p:cNvPr id="9" name="Title 12">
            <a:extLst>
              <a:ext uri="{FF2B5EF4-FFF2-40B4-BE49-F238E27FC236}">
                <a16:creationId xmlns:a16="http://schemas.microsoft.com/office/drawing/2014/main" id="{75AE0286-7BDD-227D-A7C3-11CE985BA600}"/>
              </a:ext>
            </a:extLst>
          </p:cNvPr>
          <p:cNvSpPr txBox="1">
            <a:spLocks/>
          </p:cNvSpPr>
          <p:nvPr/>
        </p:nvSpPr>
        <p:spPr>
          <a:xfrm>
            <a:off x="1241172" y="801512"/>
            <a:ext cx="3740165" cy="7509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2000" i="1" dirty="0">
                <a:solidFill>
                  <a:schemeClr val="accent6">
                    <a:lumMod val="95000"/>
                  </a:schemeClr>
                </a:solidFill>
                <a:latin typeface="Montserrat ExtraBold" panose="00000900000000000000" pitchFamily="2" charset="0"/>
              </a:rPr>
              <a:t>Make booking football courts easier and make</a:t>
            </a:r>
          </a:p>
          <a:p>
            <a:r>
              <a:rPr lang="en-US" sz="2000" i="1" dirty="0">
                <a:solidFill>
                  <a:schemeClr val="accent6">
                    <a:lumMod val="95000"/>
                  </a:schemeClr>
                </a:solidFill>
                <a:latin typeface="Montserrat ExtraBold" panose="00000900000000000000" pitchFamily="2" charset="0"/>
              </a:rPr>
              <a:t> a tournaments</a:t>
            </a:r>
          </a:p>
        </p:txBody>
      </p:sp>
      <p:sp>
        <p:nvSpPr>
          <p:cNvPr id="10" name="TextBox 9">
            <a:extLst>
              <a:ext uri="{FF2B5EF4-FFF2-40B4-BE49-F238E27FC236}">
                <a16:creationId xmlns:a16="http://schemas.microsoft.com/office/drawing/2014/main" id="{C2E663B6-B9D5-D55A-DA26-6D564DD84F6B}"/>
              </a:ext>
            </a:extLst>
          </p:cNvPr>
          <p:cNvSpPr txBox="1"/>
          <p:nvPr/>
        </p:nvSpPr>
        <p:spPr>
          <a:xfrm>
            <a:off x="7595911" y="4459202"/>
            <a:ext cx="1566760" cy="307777"/>
          </a:xfrm>
          <a:prstGeom prst="rect">
            <a:avLst/>
          </a:prstGeom>
          <a:noFill/>
        </p:spPr>
        <p:txBody>
          <a:bodyPr wrap="square" rtlCol="0">
            <a:spAutoFit/>
          </a:bodyPr>
          <a:lstStyle/>
          <a:p>
            <a:pPr algn="ctr"/>
            <a:r>
              <a:rPr lang="en-US" i="1" dirty="0">
                <a:latin typeface="Montserrat ExtraBold" panose="00000900000000000000" pitchFamily="2" charset="0"/>
              </a:rPr>
              <a:t>REMONTADA</a:t>
            </a:r>
          </a:p>
        </p:txBody>
      </p:sp>
      <p:pic>
        <p:nvPicPr>
          <p:cNvPr id="1026" name="Picture 2" descr="Welcome to Emirates Stadium, Home of Arsenal">
            <a:extLst>
              <a:ext uri="{FF2B5EF4-FFF2-40B4-BE49-F238E27FC236}">
                <a16:creationId xmlns:a16="http://schemas.microsoft.com/office/drawing/2014/main" id="{0556EE89-6BA0-7246-D0B5-822DC78C80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38914" y="1552412"/>
            <a:ext cx="4100285" cy="2304987"/>
          </a:xfrm>
          <a:prstGeom prst="rect">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grpSp>
        <p:nvGrpSpPr>
          <p:cNvPr id="11" name="Google Shape;2190;p53">
            <a:extLst>
              <a:ext uri="{FF2B5EF4-FFF2-40B4-BE49-F238E27FC236}">
                <a16:creationId xmlns:a16="http://schemas.microsoft.com/office/drawing/2014/main" id="{BD853BD8-387C-26E9-2543-6965A4681699}"/>
              </a:ext>
            </a:extLst>
          </p:cNvPr>
          <p:cNvGrpSpPr/>
          <p:nvPr/>
        </p:nvGrpSpPr>
        <p:grpSpPr>
          <a:xfrm>
            <a:off x="6172078" y="4383240"/>
            <a:ext cx="459700" cy="459700"/>
            <a:chOff x="7425263" y="3848750"/>
            <a:chExt cx="459700" cy="459700"/>
          </a:xfrm>
        </p:grpSpPr>
        <p:sp>
          <p:nvSpPr>
            <p:cNvPr id="12" name="Google Shape;2191;p53">
              <a:extLst>
                <a:ext uri="{FF2B5EF4-FFF2-40B4-BE49-F238E27FC236}">
                  <a16:creationId xmlns:a16="http://schemas.microsoft.com/office/drawing/2014/main" id="{E62F36C9-D20C-7DB7-3A71-07E8C3C10D18}"/>
                </a:ext>
              </a:extLst>
            </p:cNvPr>
            <p:cNvSpPr/>
            <p:nvPr/>
          </p:nvSpPr>
          <p:spPr>
            <a:xfrm>
              <a:off x="7425263" y="4161075"/>
              <a:ext cx="459700" cy="147375"/>
            </a:xfrm>
            <a:custGeom>
              <a:avLst/>
              <a:gdLst/>
              <a:ahLst/>
              <a:cxnLst/>
              <a:rect l="l" t="t" r="r" b="b"/>
              <a:pathLst>
                <a:path w="18388" h="5895" extrusionOk="0">
                  <a:moveTo>
                    <a:pt x="2862" y="1"/>
                  </a:moveTo>
                  <a:lnTo>
                    <a:pt x="1" y="931"/>
                  </a:lnTo>
                  <a:lnTo>
                    <a:pt x="1" y="3223"/>
                  </a:lnTo>
                  <a:lnTo>
                    <a:pt x="9203" y="5894"/>
                  </a:lnTo>
                  <a:lnTo>
                    <a:pt x="18388" y="3223"/>
                  </a:lnTo>
                  <a:lnTo>
                    <a:pt x="18388" y="931"/>
                  </a:lnTo>
                  <a:lnTo>
                    <a:pt x="15527" y="1"/>
                  </a:lnTo>
                  <a:lnTo>
                    <a:pt x="16199" y="2034"/>
                  </a:lnTo>
                  <a:lnTo>
                    <a:pt x="9203" y="4067"/>
                  </a:lnTo>
                  <a:lnTo>
                    <a:pt x="2207" y="2034"/>
                  </a:lnTo>
                  <a:lnTo>
                    <a:pt x="286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 name="Google Shape;2192;p53">
              <a:extLst>
                <a:ext uri="{FF2B5EF4-FFF2-40B4-BE49-F238E27FC236}">
                  <a16:creationId xmlns:a16="http://schemas.microsoft.com/office/drawing/2014/main" id="{999FB352-F9D6-C7E4-E9C1-B51F2F0D26F5}"/>
                </a:ext>
              </a:extLst>
            </p:cNvPr>
            <p:cNvSpPr/>
            <p:nvPr/>
          </p:nvSpPr>
          <p:spPr>
            <a:xfrm>
              <a:off x="7612238" y="3848750"/>
              <a:ext cx="85775" cy="44400"/>
            </a:xfrm>
            <a:custGeom>
              <a:avLst/>
              <a:gdLst/>
              <a:ahLst/>
              <a:cxnLst/>
              <a:rect l="l" t="t" r="r" b="b"/>
              <a:pathLst>
                <a:path w="3431" h="1776" extrusionOk="0">
                  <a:moveTo>
                    <a:pt x="587" y="0"/>
                  </a:moveTo>
                  <a:lnTo>
                    <a:pt x="1" y="1775"/>
                  </a:lnTo>
                  <a:lnTo>
                    <a:pt x="3430" y="1775"/>
                  </a:lnTo>
                  <a:lnTo>
                    <a:pt x="286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 name="Google Shape;2193;p53">
              <a:extLst>
                <a:ext uri="{FF2B5EF4-FFF2-40B4-BE49-F238E27FC236}">
                  <a16:creationId xmlns:a16="http://schemas.microsoft.com/office/drawing/2014/main" id="{195F17C9-2E06-A3EF-0BD4-3EAFAC3BA9A8}"/>
                </a:ext>
              </a:extLst>
            </p:cNvPr>
            <p:cNvSpPr/>
            <p:nvPr/>
          </p:nvSpPr>
          <p:spPr>
            <a:xfrm>
              <a:off x="7514463" y="3920250"/>
              <a:ext cx="281325" cy="314525"/>
            </a:xfrm>
            <a:custGeom>
              <a:avLst/>
              <a:gdLst/>
              <a:ahLst/>
              <a:cxnLst/>
              <a:rect l="l" t="t" r="r" b="b"/>
              <a:pathLst>
                <a:path w="11253" h="12581" extrusionOk="0">
                  <a:moveTo>
                    <a:pt x="3567" y="1"/>
                  </a:moveTo>
                  <a:lnTo>
                    <a:pt x="0" y="10943"/>
                  </a:lnTo>
                  <a:lnTo>
                    <a:pt x="5635" y="12580"/>
                  </a:lnTo>
                  <a:lnTo>
                    <a:pt x="11253" y="10943"/>
                  </a:lnTo>
                  <a:lnTo>
                    <a:pt x="768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15" name="TextBox 14">
            <a:extLst>
              <a:ext uri="{FF2B5EF4-FFF2-40B4-BE49-F238E27FC236}">
                <a16:creationId xmlns:a16="http://schemas.microsoft.com/office/drawing/2014/main" id="{04775828-C039-503A-42E2-48FD2A52B789}"/>
              </a:ext>
            </a:extLst>
          </p:cNvPr>
          <p:cNvSpPr txBox="1"/>
          <p:nvPr/>
        </p:nvSpPr>
        <p:spPr>
          <a:xfrm>
            <a:off x="177887" y="2140584"/>
            <a:ext cx="4464441" cy="1323439"/>
          </a:xfrm>
          <a:prstGeom prst="rect">
            <a:avLst/>
          </a:prstGeom>
          <a:noFill/>
        </p:spPr>
        <p:txBody>
          <a:bodyPr wrap="square" rtlCol="0">
            <a:spAutoFit/>
          </a:bodyPr>
          <a:lstStyle/>
          <a:p>
            <a:r>
              <a:rPr lang="en-GB" sz="2000" i="1" dirty="0">
                <a:solidFill>
                  <a:schemeClr val="accent6"/>
                </a:solidFill>
                <a:latin typeface="Montserrat ExtraBold" panose="00000900000000000000" pitchFamily="2" charset="0"/>
              </a:rPr>
              <a:t>Before booking, you can access detailed information such as prices, available times, field locations, and more.</a:t>
            </a:r>
            <a:endParaRPr lang="en-US" sz="2000" i="1" dirty="0">
              <a:solidFill>
                <a:schemeClr val="accent6"/>
              </a:solidFill>
              <a:latin typeface="Montserrat ExtraBold" panose="00000900000000000000" pitchFamily="2" charset="0"/>
            </a:endParaRPr>
          </a:p>
        </p:txBody>
      </p:sp>
    </p:spTree>
    <p:extLst>
      <p:ext uri="{BB962C8B-B14F-4D97-AF65-F5344CB8AC3E}">
        <p14:creationId xmlns:p14="http://schemas.microsoft.com/office/powerpoint/2010/main" val="101396484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oogle Shape;849;p32">
            <a:extLst>
              <a:ext uri="{FF2B5EF4-FFF2-40B4-BE49-F238E27FC236}">
                <a16:creationId xmlns:a16="http://schemas.microsoft.com/office/drawing/2014/main" id="{EA1291F1-F84E-F7B3-D0D7-48E843765699}"/>
              </a:ext>
            </a:extLst>
          </p:cNvPr>
          <p:cNvGrpSpPr/>
          <p:nvPr/>
        </p:nvGrpSpPr>
        <p:grpSpPr>
          <a:xfrm>
            <a:off x="496734" y="484202"/>
            <a:ext cx="984333" cy="750875"/>
            <a:chOff x="6268229" y="1126723"/>
            <a:chExt cx="2821246" cy="1847625"/>
          </a:xfrm>
        </p:grpSpPr>
        <p:sp>
          <p:nvSpPr>
            <p:cNvPr id="5" name="Google Shape;850;p32">
              <a:extLst>
                <a:ext uri="{FF2B5EF4-FFF2-40B4-BE49-F238E27FC236}">
                  <a16:creationId xmlns:a16="http://schemas.microsoft.com/office/drawing/2014/main" id="{28FFF053-28AF-1014-708B-D84D4E502D41}"/>
                </a:ext>
              </a:extLst>
            </p:cNvPr>
            <p:cNvSpPr/>
            <p:nvPr/>
          </p:nvSpPr>
          <p:spPr>
            <a:xfrm>
              <a:off x="6268229" y="1126723"/>
              <a:ext cx="2821246" cy="1847604"/>
            </a:xfrm>
            <a:custGeom>
              <a:avLst/>
              <a:gdLst/>
              <a:ahLst/>
              <a:cxnLst/>
              <a:rect l="l" t="t" r="r" b="b"/>
              <a:pathLst>
                <a:path w="71719" h="46968" extrusionOk="0">
                  <a:moveTo>
                    <a:pt x="634" y="46634"/>
                  </a:moveTo>
                  <a:lnTo>
                    <a:pt x="1168" y="46834"/>
                  </a:lnTo>
                  <a:lnTo>
                    <a:pt x="1635" y="46734"/>
                  </a:lnTo>
                  <a:lnTo>
                    <a:pt x="2102" y="46434"/>
                  </a:lnTo>
                  <a:lnTo>
                    <a:pt x="2569" y="46434"/>
                  </a:lnTo>
                  <a:lnTo>
                    <a:pt x="3103" y="46400"/>
                  </a:lnTo>
                  <a:lnTo>
                    <a:pt x="3670" y="46534"/>
                  </a:lnTo>
                  <a:lnTo>
                    <a:pt x="4170" y="46400"/>
                  </a:lnTo>
                  <a:lnTo>
                    <a:pt x="4704" y="46334"/>
                  </a:lnTo>
                  <a:lnTo>
                    <a:pt x="5238" y="46234"/>
                  </a:lnTo>
                  <a:lnTo>
                    <a:pt x="5771" y="46367"/>
                  </a:lnTo>
                  <a:lnTo>
                    <a:pt x="6272" y="46367"/>
                  </a:lnTo>
                  <a:lnTo>
                    <a:pt x="6805" y="46500"/>
                  </a:lnTo>
                  <a:lnTo>
                    <a:pt x="7306" y="46467"/>
                  </a:lnTo>
                  <a:lnTo>
                    <a:pt x="7773" y="46234"/>
                  </a:lnTo>
                  <a:lnTo>
                    <a:pt x="8273" y="46434"/>
                  </a:lnTo>
                  <a:lnTo>
                    <a:pt x="8773" y="46434"/>
                  </a:lnTo>
                  <a:lnTo>
                    <a:pt x="9240" y="46200"/>
                  </a:lnTo>
                  <a:lnTo>
                    <a:pt x="9741" y="46434"/>
                  </a:lnTo>
                  <a:lnTo>
                    <a:pt x="10241" y="46400"/>
                  </a:lnTo>
                  <a:lnTo>
                    <a:pt x="10675" y="46100"/>
                  </a:lnTo>
                  <a:lnTo>
                    <a:pt x="11175" y="46134"/>
                  </a:lnTo>
                  <a:lnTo>
                    <a:pt x="11642" y="45900"/>
                  </a:lnTo>
                  <a:lnTo>
                    <a:pt x="12142" y="45967"/>
                  </a:lnTo>
                  <a:lnTo>
                    <a:pt x="12609" y="45867"/>
                  </a:lnTo>
                  <a:lnTo>
                    <a:pt x="13110" y="46033"/>
                  </a:lnTo>
                  <a:lnTo>
                    <a:pt x="13610" y="45933"/>
                  </a:lnTo>
                  <a:lnTo>
                    <a:pt x="14111" y="46000"/>
                  </a:lnTo>
                  <a:lnTo>
                    <a:pt x="14578" y="45833"/>
                  </a:lnTo>
                  <a:lnTo>
                    <a:pt x="15078" y="45900"/>
                  </a:lnTo>
                  <a:lnTo>
                    <a:pt x="15578" y="45933"/>
                  </a:lnTo>
                  <a:lnTo>
                    <a:pt x="16045" y="45867"/>
                  </a:lnTo>
                  <a:lnTo>
                    <a:pt x="16512" y="45566"/>
                  </a:lnTo>
                  <a:lnTo>
                    <a:pt x="17013" y="45633"/>
                  </a:lnTo>
                  <a:lnTo>
                    <a:pt x="17480" y="45700"/>
                  </a:lnTo>
                  <a:lnTo>
                    <a:pt x="17980" y="45633"/>
                  </a:lnTo>
                  <a:lnTo>
                    <a:pt x="18447" y="45433"/>
                  </a:lnTo>
                  <a:lnTo>
                    <a:pt x="18914" y="45600"/>
                  </a:lnTo>
                  <a:lnTo>
                    <a:pt x="19448" y="45400"/>
                  </a:lnTo>
                  <a:lnTo>
                    <a:pt x="19881" y="45633"/>
                  </a:lnTo>
                  <a:lnTo>
                    <a:pt x="20382" y="45833"/>
                  </a:lnTo>
                  <a:lnTo>
                    <a:pt x="20849" y="45900"/>
                  </a:lnTo>
                  <a:lnTo>
                    <a:pt x="21382" y="45733"/>
                  </a:lnTo>
                  <a:lnTo>
                    <a:pt x="21849" y="46000"/>
                  </a:lnTo>
                  <a:lnTo>
                    <a:pt x="22316" y="46167"/>
                  </a:lnTo>
                  <a:lnTo>
                    <a:pt x="22817" y="46167"/>
                  </a:lnTo>
                  <a:lnTo>
                    <a:pt x="23284" y="46434"/>
                  </a:lnTo>
                  <a:lnTo>
                    <a:pt x="23684" y="46567"/>
                  </a:lnTo>
                  <a:lnTo>
                    <a:pt x="24118" y="46367"/>
                  </a:lnTo>
                  <a:lnTo>
                    <a:pt x="24551" y="46667"/>
                  </a:lnTo>
                  <a:lnTo>
                    <a:pt x="25018" y="46634"/>
                  </a:lnTo>
                  <a:lnTo>
                    <a:pt x="25452" y="46267"/>
                  </a:lnTo>
                  <a:lnTo>
                    <a:pt x="25952" y="46500"/>
                  </a:lnTo>
                  <a:lnTo>
                    <a:pt x="26453" y="46601"/>
                  </a:lnTo>
                  <a:lnTo>
                    <a:pt x="26920" y="46500"/>
                  </a:lnTo>
                  <a:lnTo>
                    <a:pt x="27353" y="46167"/>
                  </a:lnTo>
                  <a:lnTo>
                    <a:pt x="27887" y="46467"/>
                  </a:lnTo>
                  <a:lnTo>
                    <a:pt x="28387" y="46334"/>
                  </a:lnTo>
                  <a:lnTo>
                    <a:pt x="28888" y="46334"/>
                  </a:lnTo>
                  <a:lnTo>
                    <a:pt x="29355" y="46134"/>
                  </a:lnTo>
                  <a:lnTo>
                    <a:pt x="29855" y="46000"/>
                  </a:lnTo>
                  <a:lnTo>
                    <a:pt x="30322" y="46000"/>
                  </a:lnTo>
                  <a:lnTo>
                    <a:pt x="30856" y="46100"/>
                  </a:lnTo>
                  <a:lnTo>
                    <a:pt x="31323" y="45967"/>
                  </a:lnTo>
                  <a:lnTo>
                    <a:pt x="31823" y="45967"/>
                  </a:lnTo>
                  <a:lnTo>
                    <a:pt x="32324" y="46000"/>
                  </a:lnTo>
                  <a:lnTo>
                    <a:pt x="32824" y="46067"/>
                  </a:lnTo>
                  <a:lnTo>
                    <a:pt x="33324" y="46000"/>
                  </a:lnTo>
                  <a:lnTo>
                    <a:pt x="33791" y="45833"/>
                  </a:lnTo>
                  <a:lnTo>
                    <a:pt x="34292" y="45767"/>
                  </a:lnTo>
                  <a:lnTo>
                    <a:pt x="34792" y="45867"/>
                  </a:lnTo>
                  <a:lnTo>
                    <a:pt x="35292" y="45733"/>
                  </a:lnTo>
                  <a:lnTo>
                    <a:pt x="35793" y="45600"/>
                  </a:lnTo>
                  <a:lnTo>
                    <a:pt x="36260" y="45500"/>
                  </a:lnTo>
                  <a:lnTo>
                    <a:pt x="36760" y="45633"/>
                  </a:lnTo>
                  <a:lnTo>
                    <a:pt x="37227" y="45500"/>
                  </a:lnTo>
                  <a:lnTo>
                    <a:pt x="37727" y="45533"/>
                  </a:lnTo>
                  <a:lnTo>
                    <a:pt x="38194" y="45266"/>
                  </a:lnTo>
                  <a:lnTo>
                    <a:pt x="38661" y="45266"/>
                  </a:lnTo>
                  <a:lnTo>
                    <a:pt x="39162" y="45400"/>
                  </a:lnTo>
                  <a:lnTo>
                    <a:pt x="39662" y="45700"/>
                  </a:lnTo>
                  <a:lnTo>
                    <a:pt x="40196" y="45500"/>
                  </a:lnTo>
                  <a:lnTo>
                    <a:pt x="40730" y="45700"/>
                  </a:lnTo>
                  <a:lnTo>
                    <a:pt x="41230" y="45633"/>
                  </a:lnTo>
                  <a:lnTo>
                    <a:pt x="41764" y="45667"/>
                  </a:lnTo>
                  <a:lnTo>
                    <a:pt x="42297" y="45633"/>
                  </a:lnTo>
                  <a:lnTo>
                    <a:pt x="42798" y="45767"/>
                  </a:lnTo>
                  <a:lnTo>
                    <a:pt x="43265" y="45633"/>
                  </a:lnTo>
                  <a:lnTo>
                    <a:pt x="43732" y="45366"/>
                  </a:lnTo>
                  <a:lnTo>
                    <a:pt x="44232" y="45366"/>
                  </a:lnTo>
                  <a:lnTo>
                    <a:pt x="44732" y="45466"/>
                  </a:lnTo>
                  <a:lnTo>
                    <a:pt x="45199" y="45166"/>
                  </a:lnTo>
                  <a:lnTo>
                    <a:pt x="45733" y="45366"/>
                  </a:lnTo>
                  <a:lnTo>
                    <a:pt x="46300" y="45200"/>
                  </a:lnTo>
                  <a:lnTo>
                    <a:pt x="46734" y="45667"/>
                  </a:lnTo>
                  <a:lnTo>
                    <a:pt x="47301" y="45433"/>
                  </a:lnTo>
                  <a:lnTo>
                    <a:pt x="47801" y="45700"/>
                  </a:lnTo>
                  <a:lnTo>
                    <a:pt x="48368" y="45566"/>
                  </a:lnTo>
                  <a:lnTo>
                    <a:pt x="48869" y="45833"/>
                  </a:lnTo>
                  <a:lnTo>
                    <a:pt x="49402" y="46000"/>
                  </a:lnTo>
                  <a:lnTo>
                    <a:pt x="49969" y="45933"/>
                  </a:lnTo>
                  <a:lnTo>
                    <a:pt x="50436" y="46100"/>
                  </a:lnTo>
                  <a:lnTo>
                    <a:pt x="50970" y="45900"/>
                  </a:lnTo>
                  <a:lnTo>
                    <a:pt x="51471" y="46000"/>
                  </a:lnTo>
                  <a:lnTo>
                    <a:pt x="52004" y="46100"/>
                  </a:lnTo>
                  <a:lnTo>
                    <a:pt x="52471" y="45900"/>
                  </a:lnTo>
                  <a:lnTo>
                    <a:pt x="53038" y="46000"/>
                  </a:lnTo>
                  <a:lnTo>
                    <a:pt x="53539" y="45900"/>
                  </a:lnTo>
                  <a:lnTo>
                    <a:pt x="53906" y="45466"/>
                  </a:lnTo>
                  <a:lnTo>
                    <a:pt x="54439" y="45500"/>
                  </a:lnTo>
                  <a:lnTo>
                    <a:pt x="54873" y="45300"/>
                  </a:lnTo>
                  <a:lnTo>
                    <a:pt x="55373" y="45300"/>
                  </a:lnTo>
                  <a:lnTo>
                    <a:pt x="55840" y="45166"/>
                  </a:lnTo>
                  <a:lnTo>
                    <a:pt x="56274" y="44966"/>
                  </a:lnTo>
                  <a:lnTo>
                    <a:pt x="56808" y="45033"/>
                  </a:lnTo>
                  <a:lnTo>
                    <a:pt x="57208" y="44566"/>
                  </a:lnTo>
                  <a:lnTo>
                    <a:pt x="57708" y="44599"/>
                  </a:lnTo>
                  <a:lnTo>
                    <a:pt x="58209" y="44733"/>
                  </a:lnTo>
                  <a:lnTo>
                    <a:pt x="58642" y="44432"/>
                  </a:lnTo>
                  <a:lnTo>
                    <a:pt x="59143" y="44266"/>
                  </a:lnTo>
                  <a:lnTo>
                    <a:pt x="59643" y="44366"/>
                  </a:lnTo>
                  <a:lnTo>
                    <a:pt x="60143" y="44532"/>
                  </a:lnTo>
                  <a:lnTo>
                    <a:pt x="60610" y="44432"/>
                  </a:lnTo>
                  <a:lnTo>
                    <a:pt x="61077" y="44466"/>
                  </a:lnTo>
                  <a:lnTo>
                    <a:pt x="61611" y="44532"/>
                  </a:lnTo>
                  <a:lnTo>
                    <a:pt x="62178" y="44432"/>
                  </a:lnTo>
                  <a:lnTo>
                    <a:pt x="62745" y="44499"/>
                  </a:lnTo>
                  <a:lnTo>
                    <a:pt x="63179" y="44699"/>
                  </a:lnTo>
                  <a:lnTo>
                    <a:pt x="63646" y="44666"/>
                  </a:lnTo>
                  <a:lnTo>
                    <a:pt x="64080" y="44699"/>
                  </a:lnTo>
                  <a:lnTo>
                    <a:pt x="64547" y="44499"/>
                  </a:lnTo>
                  <a:lnTo>
                    <a:pt x="64980" y="44232"/>
                  </a:lnTo>
                  <a:lnTo>
                    <a:pt x="65447" y="44299"/>
                  </a:lnTo>
                  <a:lnTo>
                    <a:pt x="65847" y="44132"/>
                  </a:lnTo>
                  <a:lnTo>
                    <a:pt x="66381" y="44232"/>
                  </a:lnTo>
                  <a:lnTo>
                    <a:pt x="66882" y="44099"/>
                  </a:lnTo>
                  <a:lnTo>
                    <a:pt x="67215" y="43732"/>
                  </a:lnTo>
                  <a:lnTo>
                    <a:pt x="67715" y="43598"/>
                  </a:lnTo>
                  <a:lnTo>
                    <a:pt x="68116" y="43265"/>
                  </a:lnTo>
                  <a:lnTo>
                    <a:pt x="68616" y="43198"/>
                  </a:lnTo>
                  <a:lnTo>
                    <a:pt x="68950" y="42764"/>
                  </a:lnTo>
                  <a:lnTo>
                    <a:pt x="69483" y="42898"/>
                  </a:lnTo>
                  <a:lnTo>
                    <a:pt x="69917" y="42798"/>
                  </a:lnTo>
                  <a:lnTo>
                    <a:pt x="70384" y="42864"/>
                  </a:lnTo>
                  <a:lnTo>
                    <a:pt x="70884" y="42931"/>
                  </a:lnTo>
                  <a:lnTo>
                    <a:pt x="71351" y="42898"/>
                  </a:lnTo>
                  <a:lnTo>
                    <a:pt x="71718" y="42698"/>
                  </a:lnTo>
                  <a:lnTo>
                    <a:pt x="71718" y="934"/>
                  </a:lnTo>
                  <a:lnTo>
                    <a:pt x="71418" y="834"/>
                  </a:lnTo>
                  <a:lnTo>
                    <a:pt x="70918" y="934"/>
                  </a:lnTo>
                  <a:lnTo>
                    <a:pt x="70451" y="1168"/>
                  </a:lnTo>
                  <a:lnTo>
                    <a:pt x="69950" y="1168"/>
                  </a:lnTo>
                  <a:lnTo>
                    <a:pt x="69450" y="1035"/>
                  </a:lnTo>
                  <a:lnTo>
                    <a:pt x="68950" y="1301"/>
                  </a:lnTo>
                  <a:lnTo>
                    <a:pt x="68449" y="1068"/>
                  </a:lnTo>
                  <a:lnTo>
                    <a:pt x="67882" y="1201"/>
                  </a:lnTo>
                  <a:lnTo>
                    <a:pt x="67449" y="734"/>
                  </a:lnTo>
                  <a:lnTo>
                    <a:pt x="66882" y="901"/>
                  </a:lnTo>
                  <a:lnTo>
                    <a:pt x="66381" y="634"/>
                  </a:lnTo>
                  <a:lnTo>
                    <a:pt x="65814" y="734"/>
                  </a:lnTo>
                  <a:lnTo>
                    <a:pt x="65347" y="434"/>
                  </a:lnTo>
                  <a:lnTo>
                    <a:pt x="64847" y="234"/>
                  </a:lnTo>
                  <a:lnTo>
                    <a:pt x="64280" y="267"/>
                  </a:lnTo>
                  <a:lnTo>
                    <a:pt x="63779" y="67"/>
                  </a:lnTo>
                  <a:lnTo>
                    <a:pt x="63246" y="267"/>
                  </a:lnTo>
                  <a:lnTo>
                    <a:pt x="62745" y="134"/>
                  </a:lnTo>
                  <a:lnTo>
                    <a:pt x="62245" y="0"/>
                  </a:lnTo>
                  <a:lnTo>
                    <a:pt x="61745" y="201"/>
                  </a:lnTo>
                  <a:lnTo>
                    <a:pt x="61211" y="34"/>
                  </a:lnTo>
                  <a:lnTo>
                    <a:pt x="60677" y="101"/>
                  </a:lnTo>
                  <a:lnTo>
                    <a:pt x="60310" y="534"/>
                  </a:lnTo>
                  <a:lnTo>
                    <a:pt x="59776" y="467"/>
                  </a:lnTo>
                  <a:lnTo>
                    <a:pt x="59309" y="634"/>
                  </a:lnTo>
                  <a:lnTo>
                    <a:pt x="58809" y="601"/>
                  </a:lnTo>
                  <a:lnTo>
                    <a:pt x="58342" y="701"/>
                  </a:lnTo>
                  <a:lnTo>
                    <a:pt x="57908" y="901"/>
                  </a:lnTo>
                  <a:lnTo>
                    <a:pt x="57375" y="801"/>
                  </a:lnTo>
                  <a:lnTo>
                    <a:pt x="56974" y="1235"/>
                  </a:lnTo>
                  <a:lnTo>
                    <a:pt x="56474" y="1201"/>
                  </a:lnTo>
                  <a:lnTo>
                    <a:pt x="55974" y="1035"/>
                  </a:lnTo>
                  <a:lnTo>
                    <a:pt x="55507" y="1301"/>
                  </a:lnTo>
                  <a:lnTo>
                    <a:pt x="55006" y="1435"/>
                  </a:lnTo>
                  <a:lnTo>
                    <a:pt x="54539" y="1335"/>
                  </a:lnTo>
                  <a:lnTo>
                    <a:pt x="54039" y="1135"/>
                  </a:lnTo>
                  <a:lnTo>
                    <a:pt x="53572" y="1201"/>
                  </a:lnTo>
                  <a:lnTo>
                    <a:pt x="53072" y="1135"/>
                  </a:lnTo>
                  <a:lnTo>
                    <a:pt x="52571" y="1068"/>
                  </a:lnTo>
                  <a:lnTo>
                    <a:pt x="51971" y="1101"/>
                  </a:lnTo>
                  <a:lnTo>
                    <a:pt x="51437" y="1035"/>
                  </a:lnTo>
                  <a:lnTo>
                    <a:pt x="51004" y="801"/>
                  </a:lnTo>
                  <a:lnTo>
                    <a:pt x="50537" y="801"/>
                  </a:lnTo>
                  <a:lnTo>
                    <a:pt x="50103" y="734"/>
                  </a:lnTo>
                  <a:lnTo>
                    <a:pt x="49636" y="901"/>
                  </a:lnTo>
                  <a:lnTo>
                    <a:pt x="49202" y="1168"/>
                  </a:lnTo>
                  <a:lnTo>
                    <a:pt x="48735" y="1068"/>
                  </a:lnTo>
                  <a:lnTo>
                    <a:pt x="48302" y="1235"/>
                  </a:lnTo>
                  <a:lnTo>
                    <a:pt x="47768" y="1068"/>
                  </a:lnTo>
                  <a:lnTo>
                    <a:pt x="47268" y="1168"/>
                  </a:lnTo>
                  <a:lnTo>
                    <a:pt x="46901" y="1535"/>
                  </a:lnTo>
                  <a:lnTo>
                    <a:pt x="46400" y="1635"/>
                  </a:lnTo>
                  <a:lnTo>
                    <a:pt x="46000" y="1935"/>
                  </a:lnTo>
                  <a:lnTo>
                    <a:pt x="45500" y="1969"/>
                  </a:lnTo>
                  <a:lnTo>
                    <a:pt x="45133" y="2436"/>
                  </a:lnTo>
                  <a:lnTo>
                    <a:pt x="44632" y="2269"/>
                  </a:lnTo>
                  <a:lnTo>
                    <a:pt x="44165" y="2302"/>
                  </a:lnTo>
                  <a:lnTo>
                    <a:pt x="43698" y="2235"/>
                  </a:lnTo>
                  <a:lnTo>
                    <a:pt x="43231" y="2169"/>
                  </a:lnTo>
                  <a:lnTo>
                    <a:pt x="42764" y="2169"/>
                  </a:lnTo>
                  <a:lnTo>
                    <a:pt x="42264" y="2369"/>
                  </a:lnTo>
                  <a:lnTo>
                    <a:pt x="41730" y="2202"/>
                  </a:lnTo>
                  <a:lnTo>
                    <a:pt x="41230" y="2469"/>
                  </a:lnTo>
                  <a:lnTo>
                    <a:pt x="40730" y="2536"/>
                  </a:lnTo>
                  <a:lnTo>
                    <a:pt x="40229" y="2135"/>
                  </a:lnTo>
                  <a:lnTo>
                    <a:pt x="39729" y="2235"/>
                  </a:lnTo>
                  <a:lnTo>
                    <a:pt x="39228" y="2169"/>
                  </a:lnTo>
                  <a:lnTo>
                    <a:pt x="38695" y="2436"/>
                  </a:lnTo>
                  <a:lnTo>
                    <a:pt x="38194" y="2369"/>
                  </a:lnTo>
                  <a:lnTo>
                    <a:pt x="37694" y="2169"/>
                  </a:lnTo>
                  <a:lnTo>
                    <a:pt x="37194" y="2502"/>
                  </a:lnTo>
                  <a:lnTo>
                    <a:pt x="36693" y="2369"/>
                  </a:lnTo>
                  <a:lnTo>
                    <a:pt x="36160" y="2335"/>
                  </a:lnTo>
                  <a:lnTo>
                    <a:pt x="35659" y="2502"/>
                  </a:lnTo>
                  <a:lnTo>
                    <a:pt x="35159" y="2202"/>
                  </a:lnTo>
                  <a:lnTo>
                    <a:pt x="34625" y="2335"/>
                  </a:lnTo>
                  <a:lnTo>
                    <a:pt x="34125" y="2436"/>
                  </a:lnTo>
                  <a:lnTo>
                    <a:pt x="33591" y="2202"/>
                  </a:lnTo>
                  <a:lnTo>
                    <a:pt x="33091" y="2569"/>
                  </a:lnTo>
                  <a:lnTo>
                    <a:pt x="32590" y="2436"/>
                  </a:lnTo>
                  <a:lnTo>
                    <a:pt x="32057" y="2469"/>
                  </a:lnTo>
                  <a:lnTo>
                    <a:pt x="31556" y="2536"/>
                  </a:lnTo>
                  <a:lnTo>
                    <a:pt x="31056" y="2269"/>
                  </a:lnTo>
                  <a:lnTo>
                    <a:pt x="30522" y="2569"/>
                  </a:lnTo>
                  <a:lnTo>
                    <a:pt x="30022" y="2369"/>
                  </a:lnTo>
                  <a:lnTo>
                    <a:pt x="29522" y="2502"/>
                  </a:lnTo>
                  <a:lnTo>
                    <a:pt x="28988" y="2569"/>
                  </a:lnTo>
                  <a:lnTo>
                    <a:pt x="28487" y="2569"/>
                  </a:lnTo>
                  <a:lnTo>
                    <a:pt x="27987" y="2736"/>
                  </a:lnTo>
                  <a:lnTo>
                    <a:pt x="27487" y="2636"/>
                  </a:lnTo>
                  <a:lnTo>
                    <a:pt x="26986" y="2869"/>
                  </a:lnTo>
                  <a:lnTo>
                    <a:pt x="26453" y="2736"/>
                  </a:lnTo>
                  <a:lnTo>
                    <a:pt x="26019" y="3103"/>
                  </a:lnTo>
                  <a:lnTo>
                    <a:pt x="25452" y="3003"/>
                  </a:lnTo>
                  <a:lnTo>
                    <a:pt x="24952" y="3036"/>
                  </a:lnTo>
                  <a:lnTo>
                    <a:pt x="24418" y="3003"/>
                  </a:lnTo>
                  <a:lnTo>
                    <a:pt x="23984" y="3370"/>
                  </a:lnTo>
                  <a:lnTo>
                    <a:pt x="23417" y="3370"/>
                  </a:lnTo>
                  <a:lnTo>
                    <a:pt x="22850" y="3470"/>
                  </a:lnTo>
                  <a:lnTo>
                    <a:pt x="22350" y="3703"/>
                  </a:lnTo>
                  <a:lnTo>
                    <a:pt x="21849" y="3970"/>
                  </a:lnTo>
                  <a:lnTo>
                    <a:pt x="21349" y="3803"/>
                  </a:lnTo>
                  <a:lnTo>
                    <a:pt x="20882" y="4003"/>
                  </a:lnTo>
                  <a:lnTo>
                    <a:pt x="20415" y="3903"/>
                  </a:lnTo>
                  <a:lnTo>
                    <a:pt x="19948" y="3903"/>
                  </a:lnTo>
                  <a:lnTo>
                    <a:pt x="19414" y="3937"/>
                  </a:lnTo>
                  <a:lnTo>
                    <a:pt x="18914" y="3770"/>
                  </a:lnTo>
                  <a:lnTo>
                    <a:pt x="18414" y="3970"/>
                  </a:lnTo>
                  <a:lnTo>
                    <a:pt x="17913" y="3703"/>
                  </a:lnTo>
                  <a:lnTo>
                    <a:pt x="17413" y="3736"/>
                  </a:lnTo>
                  <a:lnTo>
                    <a:pt x="16879" y="3970"/>
                  </a:lnTo>
                  <a:lnTo>
                    <a:pt x="16412" y="3670"/>
                  </a:lnTo>
                  <a:lnTo>
                    <a:pt x="15878" y="3837"/>
                  </a:lnTo>
                  <a:lnTo>
                    <a:pt x="15411" y="3670"/>
                  </a:lnTo>
                  <a:lnTo>
                    <a:pt x="14878" y="3803"/>
                  </a:lnTo>
                  <a:lnTo>
                    <a:pt x="14411" y="3636"/>
                  </a:lnTo>
                  <a:lnTo>
                    <a:pt x="13910" y="3536"/>
                  </a:lnTo>
                  <a:lnTo>
                    <a:pt x="13510" y="3169"/>
                  </a:lnTo>
                  <a:lnTo>
                    <a:pt x="13010" y="3036"/>
                  </a:lnTo>
                  <a:lnTo>
                    <a:pt x="12476" y="3169"/>
                  </a:lnTo>
                  <a:lnTo>
                    <a:pt x="12009" y="2903"/>
                  </a:lnTo>
                  <a:lnTo>
                    <a:pt x="11475" y="2836"/>
                  </a:lnTo>
                  <a:lnTo>
                    <a:pt x="10908" y="3069"/>
                  </a:lnTo>
                  <a:lnTo>
                    <a:pt x="10441" y="2702"/>
                  </a:lnTo>
                  <a:lnTo>
                    <a:pt x="9941" y="2702"/>
                  </a:lnTo>
                  <a:lnTo>
                    <a:pt x="9374" y="2736"/>
                  </a:lnTo>
                  <a:lnTo>
                    <a:pt x="8840" y="2702"/>
                  </a:lnTo>
                  <a:lnTo>
                    <a:pt x="8273" y="2669"/>
                  </a:lnTo>
                  <a:lnTo>
                    <a:pt x="7773" y="2369"/>
                  </a:lnTo>
                  <a:lnTo>
                    <a:pt x="7239" y="2736"/>
                  </a:lnTo>
                  <a:lnTo>
                    <a:pt x="6739" y="2736"/>
                  </a:lnTo>
                  <a:lnTo>
                    <a:pt x="6205" y="2436"/>
                  </a:lnTo>
                  <a:lnTo>
                    <a:pt x="5738" y="2802"/>
                  </a:lnTo>
                  <a:lnTo>
                    <a:pt x="5137" y="2602"/>
                  </a:lnTo>
                  <a:lnTo>
                    <a:pt x="4804" y="3136"/>
                  </a:lnTo>
                  <a:lnTo>
                    <a:pt x="4270" y="3069"/>
                  </a:lnTo>
                  <a:lnTo>
                    <a:pt x="3870" y="3370"/>
                  </a:lnTo>
                  <a:lnTo>
                    <a:pt x="3403" y="3536"/>
                  </a:lnTo>
                  <a:lnTo>
                    <a:pt x="2936" y="3636"/>
                  </a:lnTo>
                  <a:lnTo>
                    <a:pt x="2469" y="3770"/>
                  </a:lnTo>
                  <a:lnTo>
                    <a:pt x="1935" y="3670"/>
                  </a:lnTo>
                  <a:lnTo>
                    <a:pt x="1535" y="4103"/>
                  </a:lnTo>
                  <a:lnTo>
                    <a:pt x="1001" y="3903"/>
                  </a:lnTo>
                  <a:lnTo>
                    <a:pt x="568" y="4137"/>
                  </a:lnTo>
                  <a:lnTo>
                    <a:pt x="67" y="4137"/>
                  </a:lnTo>
                  <a:lnTo>
                    <a:pt x="0" y="4170"/>
                  </a:lnTo>
                  <a:lnTo>
                    <a:pt x="0" y="46967"/>
                  </a:lnTo>
                  <a:lnTo>
                    <a:pt x="201" y="46867"/>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851;p32">
              <a:extLst>
                <a:ext uri="{FF2B5EF4-FFF2-40B4-BE49-F238E27FC236}">
                  <a16:creationId xmlns:a16="http://schemas.microsoft.com/office/drawing/2014/main" id="{DF873218-6C09-C1F0-1623-DB67120B7B05}"/>
                </a:ext>
              </a:extLst>
            </p:cNvPr>
            <p:cNvSpPr/>
            <p:nvPr/>
          </p:nvSpPr>
          <p:spPr>
            <a:xfrm>
              <a:off x="6268229" y="2761728"/>
              <a:ext cx="2821246" cy="212619"/>
            </a:xfrm>
            <a:custGeom>
              <a:avLst/>
              <a:gdLst/>
              <a:ahLst/>
              <a:cxnLst/>
              <a:rect l="l" t="t" r="r" b="b"/>
              <a:pathLst>
                <a:path w="71719" h="5405" extrusionOk="0">
                  <a:moveTo>
                    <a:pt x="2102" y="4871"/>
                  </a:moveTo>
                  <a:lnTo>
                    <a:pt x="2569" y="4871"/>
                  </a:lnTo>
                  <a:lnTo>
                    <a:pt x="3103" y="4837"/>
                  </a:lnTo>
                  <a:lnTo>
                    <a:pt x="3670" y="4971"/>
                  </a:lnTo>
                  <a:lnTo>
                    <a:pt x="4170" y="4837"/>
                  </a:lnTo>
                  <a:lnTo>
                    <a:pt x="4704" y="4771"/>
                  </a:lnTo>
                  <a:lnTo>
                    <a:pt x="5238" y="4671"/>
                  </a:lnTo>
                  <a:lnTo>
                    <a:pt x="5771" y="4804"/>
                  </a:lnTo>
                  <a:lnTo>
                    <a:pt x="6272" y="4804"/>
                  </a:lnTo>
                  <a:lnTo>
                    <a:pt x="6805" y="4937"/>
                  </a:lnTo>
                  <a:lnTo>
                    <a:pt x="7306" y="4904"/>
                  </a:lnTo>
                  <a:lnTo>
                    <a:pt x="7773" y="4671"/>
                  </a:lnTo>
                  <a:lnTo>
                    <a:pt x="8273" y="4871"/>
                  </a:lnTo>
                  <a:lnTo>
                    <a:pt x="8773" y="4871"/>
                  </a:lnTo>
                  <a:lnTo>
                    <a:pt x="9240" y="4637"/>
                  </a:lnTo>
                  <a:lnTo>
                    <a:pt x="9741" y="4871"/>
                  </a:lnTo>
                  <a:lnTo>
                    <a:pt x="10241" y="4837"/>
                  </a:lnTo>
                  <a:lnTo>
                    <a:pt x="10675" y="4537"/>
                  </a:lnTo>
                  <a:lnTo>
                    <a:pt x="11175" y="4571"/>
                  </a:lnTo>
                  <a:lnTo>
                    <a:pt x="11642" y="4337"/>
                  </a:lnTo>
                  <a:lnTo>
                    <a:pt x="12142" y="4404"/>
                  </a:lnTo>
                  <a:lnTo>
                    <a:pt x="12609" y="4304"/>
                  </a:lnTo>
                  <a:lnTo>
                    <a:pt x="13110" y="4470"/>
                  </a:lnTo>
                  <a:lnTo>
                    <a:pt x="13610" y="4370"/>
                  </a:lnTo>
                  <a:lnTo>
                    <a:pt x="14111" y="4437"/>
                  </a:lnTo>
                  <a:lnTo>
                    <a:pt x="14578" y="4270"/>
                  </a:lnTo>
                  <a:lnTo>
                    <a:pt x="15078" y="4337"/>
                  </a:lnTo>
                  <a:lnTo>
                    <a:pt x="15578" y="4370"/>
                  </a:lnTo>
                  <a:lnTo>
                    <a:pt x="16045" y="4304"/>
                  </a:lnTo>
                  <a:lnTo>
                    <a:pt x="16512" y="4003"/>
                  </a:lnTo>
                  <a:lnTo>
                    <a:pt x="17013" y="4070"/>
                  </a:lnTo>
                  <a:lnTo>
                    <a:pt x="17480" y="4137"/>
                  </a:lnTo>
                  <a:lnTo>
                    <a:pt x="17980" y="4070"/>
                  </a:lnTo>
                  <a:lnTo>
                    <a:pt x="18447" y="3870"/>
                  </a:lnTo>
                  <a:lnTo>
                    <a:pt x="18914" y="4037"/>
                  </a:lnTo>
                  <a:lnTo>
                    <a:pt x="19448" y="3837"/>
                  </a:lnTo>
                  <a:lnTo>
                    <a:pt x="19881" y="4070"/>
                  </a:lnTo>
                  <a:lnTo>
                    <a:pt x="20382" y="4270"/>
                  </a:lnTo>
                  <a:lnTo>
                    <a:pt x="20849" y="4337"/>
                  </a:lnTo>
                  <a:lnTo>
                    <a:pt x="21382" y="4170"/>
                  </a:lnTo>
                  <a:lnTo>
                    <a:pt x="21849" y="4437"/>
                  </a:lnTo>
                  <a:lnTo>
                    <a:pt x="22316" y="4604"/>
                  </a:lnTo>
                  <a:lnTo>
                    <a:pt x="22817" y="4604"/>
                  </a:lnTo>
                  <a:lnTo>
                    <a:pt x="23284" y="4871"/>
                  </a:lnTo>
                  <a:lnTo>
                    <a:pt x="23684" y="5004"/>
                  </a:lnTo>
                  <a:lnTo>
                    <a:pt x="24118" y="4804"/>
                  </a:lnTo>
                  <a:lnTo>
                    <a:pt x="24551" y="5104"/>
                  </a:lnTo>
                  <a:lnTo>
                    <a:pt x="25018" y="5071"/>
                  </a:lnTo>
                  <a:lnTo>
                    <a:pt x="25452" y="4704"/>
                  </a:lnTo>
                  <a:lnTo>
                    <a:pt x="25952" y="4937"/>
                  </a:lnTo>
                  <a:lnTo>
                    <a:pt x="26453" y="5038"/>
                  </a:lnTo>
                  <a:lnTo>
                    <a:pt x="26920" y="4937"/>
                  </a:lnTo>
                  <a:lnTo>
                    <a:pt x="27353" y="4604"/>
                  </a:lnTo>
                  <a:lnTo>
                    <a:pt x="27887" y="4904"/>
                  </a:lnTo>
                  <a:lnTo>
                    <a:pt x="28387" y="4771"/>
                  </a:lnTo>
                  <a:lnTo>
                    <a:pt x="28888" y="4771"/>
                  </a:lnTo>
                  <a:lnTo>
                    <a:pt x="29355" y="4571"/>
                  </a:lnTo>
                  <a:lnTo>
                    <a:pt x="29855" y="4437"/>
                  </a:lnTo>
                  <a:lnTo>
                    <a:pt x="30322" y="4437"/>
                  </a:lnTo>
                  <a:lnTo>
                    <a:pt x="30856" y="4537"/>
                  </a:lnTo>
                  <a:lnTo>
                    <a:pt x="31323" y="4404"/>
                  </a:lnTo>
                  <a:lnTo>
                    <a:pt x="31823" y="4404"/>
                  </a:lnTo>
                  <a:lnTo>
                    <a:pt x="32324" y="4437"/>
                  </a:lnTo>
                  <a:lnTo>
                    <a:pt x="32824" y="4504"/>
                  </a:lnTo>
                  <a:lnTo>
                    <a:pt x="33324" y="4437"/>
                  </a:lnTo>
                  <a:lnTo>
                    <a:pt x="33791" y="4270"/>
                  </a:lnTo>
                  <a:lnTo>
                    <a:pt x="34292" y="4204"/>
                  </a:lnTo>
                  <a:lnTo>
                    <a:pt x="34792" y="4304"/>
                  </a:lnTo>
                  <a:lnTo>
                    <a:pt x="35292" y="4170"/>
                  </a:lnTo>
                  <a:lnTo>
                    <a:pt x="35793" y="4037"/>
                  </a:lnTo>
                  <a:lnTo>
                    <a:pt x="36260" y="3937"/>
                  </a:lnTo>
                  <a:lnTo>
                    <a:pt x="36760" y="4070"/>
                  </a:lnTo>
                  <a:lnTo>
                    <a:pt x="37227" y="3937"/>
                  </a:lnTo>
                  <a:lnTo>
                    <a:pt x="37727" y="3970"/>
                  </a:lnTo>
                  <a:lnTo>
                    <a:pt x="38194" y="3703"/>
                  </a:lnTo>
                  <a:lnTo>
                    <a:pt x="38661" y="3703"/>
                  </a:lnTo>
                  <a:lnTo>
                    <a:pt x="39162" y="3837"/>
                  </a:lnTo>
                  <a:lnTo>
                    <a:pt x="39662" y="4137"/>
                  </a:lnTo>
                  <a:lnTo>
                    <a:pt x="40196" y="3937"/>
                  </a:lnTo>
                  <a:lnTo>
                    <a:pt x="40730" y="4137"/>
                  </a:lnTo>
                  <a:lnTo>
                    <a:pt x="41230" y="4070"/>
                  </a:lnTo>
                  <a:lnTo>
                    <a:pt x="41764" y="4104"/>
                  </a:lnTo>
                  <a:lnTo>
                    <a:pt x="42297" y="4070"/>
                  </a:lnTo>
                  <a:lnTo>
                    <a:pt x="42798" y="4204"/>
                  </a:lnTo>
                  <a:lnTo>
                    <a:pt x="43265" y="4070"/>
                  </a:lnTo>
                  <a:lnTo>
                    <a:pt x="43732" y="3803"/>
                  </a:lnTo>
                  <a:lnTo>
                    <a:pt x="44232" y="3803"/>
                  </a:lnTo>
                  <a:lnTo>
                    <a:pt x="44732" y="3903"/>
                  </a:lnTo>
                  <a:lnTo>
                    <a:pt x="45199" y="3603"/>
                  </a:lnTo>
                  <a:lnTo>
                    <a:pt x="45733" y="3803"/>
                  </a:lnTo>
                  <a:lnTo>
                    <a:pt x="46300" y="3637"/>
                  </a:lnTo>
                  <a:lnTo>
                    <a:pt x="46734" y="4104"/>
                  </a:lnTo>
                  <a:lnTo>
                    <a:pt x="47301" y="3870"/>
                  </a:lnTo>
                  <a:lnTo>
                    <a:pt x="47801" y="4137"/>
                  </a:lnTo>
                  <a:lnTo>
                    <a:pt x="48368" y="4003"/>
                  </a:lnTo>
                  <a:lnTo>
                    <a:pt x="48869" y="4270"/>
                  </a:lnTo>
                  <a:lnTo>
                    <a:pt x="49402" y="4437"/>
                  </a:lnTo>
                  <a:lnTo>
                    <a:pt x="49969" y="4370"/>
                  </a:lnTo>
                  <a:lnTo>
                    <a:pt x="50436" y="4537"/>
                  </a:lnTo>
                  <a:lnTo>
                    <a:pt x="50970" y="4337"/>
                  </a:lnTo>
                  <a:lnTo>
                    <a:pt x="51471" y="4437"/>
                  </a:lnTo>
                  <a:lnTo>
                    <a:pt x="52004" y="4537"/>
                  </a:lnTo>
                  <a:lnTo>
                    <a:pt x="52471" y="4337"/>
                  </a:lnTo>
                  <a:lnTo>
                    <a:pt x="53038" y="4437"/>
                  </a:lnTo>
                  <a:lnTo>
                    <a:pt x="53539" y="4337"/>
                  </a:lnTo>
                  <a:lnTo>
                    <a:pt x="53906" y="3903"/>
                  </a:lnTo>
                  <a:lnTo>
                    <a:pt x="54439" y="3937"/>
                  </a:lnTo>
                  <a:lnTo>
                    <a:pt x="54873" y="3737"/>
                  </a:lnTo>
                  <a:lnTo>
                    <a:pt x="55373" y="3737"/>
                  </a:lnTo>
                  <a:lnTo>
                    <a:pt x="55840" y="3603"/>
                  </a:lnTo>
                  <a:lnTo>
                    <a:pt x="56274" y="3403"/>
                  </a:lnTo>
                  <a:lnTo>
                    <a:pt x="56808" y="3470"/>
                  </a:lnTo>
                  <a:lnTo>
                    <a:pt x="57208" y="3003"/>
                  </a:lnTo>
                  <a:lnTo>
                    <a:pt x="57708" y="3036"/>
                  </a:lnTo>
                  <a:lnTo>
                    <a:pt x="58209" y="3170"/>
                  </a:lnTo>
                  <a:lnTo>
                    <a:pt x="58642" y="2869"/>
                  </a:lnTo>
                  <a:lnTo>
                    <a:pt x="59143" y="2703"/>
                  </a:lnTo>
                  <a:lnTo>
                    <a:pt x="59643" y="2803"/>
                  </a:lnTo>
                  <a:lnTo>
                    <a:pt x="60143" y="2969"/>
                  </a:lnTo>
                  <a:lnTo>
                    <a:pt x="60610" y="2869"/>
                  </a:lnTo>
                  <a:lnTo>
                    <a:pt x="61077" y="2903"/>
                  </a:lnTo>
                  <a:lnTo>
                    <a:pt x="61611" y="2969"/>
                  </a:lnTo>
                  <a:lnTo>
                    <a:pt x="62178" y="2869"/>
                  </a:lnTo>
                  <a:lnTo>
                    <a:pt x="62745" y="2936"/>
                  </a:lnTo>
                  <a:lnTo>
                    <a:pt x="63179" y="3136"/>
                  </a:lnTo>
                  <a:lnTo>
                    <a:pt x="63646" y="3103"/>
                  </a:lnTo>
                  <a:lnTo>
                    <a:pt x="64080" y="3136"/>
                  </a:lnTo>
                  <a:lnTo>
                    <a:pt x="64547" y="2936"/>
                  </a:lnTo>
                  <a:lnTo>
                    <a:pt x="64980" y="2669"/>
                  </a:lnTo>
                  <a:lnTo>
                    <a:pt x="65447" y="2736"/>
                  </a:lnTo>
                  <a:lnTo>
                    <a:pt x="65847" y="2569"/>
                  </a:lnTo>
                  <a:lnTo>
                    <a:pt x="66381" y="2669"/>
                  </a:lnTo>
                  <a:lnTo>
                    <a:pt x="66882" y="2536"/>
                  </a:lnTo>
                  <a:lnTo>
                    <a:pt x="67215" y="2169"/>
                  </a:lnTo>
                  <a:lnTo>
                    <a:pt x="67715" y="2035"/>
                  </a:lnTo>
                  <a:lnTo>
                    <a:pt x="68116" y="1702"/>
                  </a:lnTo>
                  <a:lnTo>
                    <a:pt x="68616" y="1635"/>
                  </a:lnTo>
                  <a:lnTo>
                    <a:pt x="68950" y="1201"/>
                  </a:lnTo>
                  <a:lnTo>
                    <a:pt x="69483" y="1335"/>
                  </a:lnTo>
                  <a:lnTo>
                    <a:pt x="69917" y="1235"/>
                  </a:lnTo>
                  <a:lnTo>
                    <a:pt x="70384" y="1301"/>
                  </a:lnTo>
                  <a:lnTo>
                    <a:pt x="70884" y="1368"/>
                  </a:lnTo>
                  <a:lnTo>
                    <a:pt x="71351" y="1335"/>
                  </a:lnTo>
                  <a:lnTo>
                    <a:pt x="71718" y="1135"/>
                  </a:lnTo>
                  <a:lnTo>
                    <a:pt x="71718" y="167"/>
                  </a:lnTo>
                  <a:lnTo>
                    <a:pt x="71718" y="167"/>
                  </a:lnTo>
                  <a:lnTo>
                    <a:pt x="71218" y="101"/>
                  </a:lnTo>
                  <a:lnTo>
                    <a:pt x="70751" y="67"/>
                  </a:lnTo>
                  <a:lnTo>
                    <a:pt x="70317" y="134"/>
                  </a:lnTo>
                  <a:lnTo>
                    <a:pt x="69784" y="1"/>
                  </a:lnTo>
                  <a:lnTo>
                    <a:pt x="69450" y="468"/>
                  </a:lnTo>
                  <a:lnTo>
                    <a:pt x="68950" y="534"/>
                  </a:lnTo>
                  <a:lnTo>
                    <a:pt x="68549" y="834"/>
                  </a:lnTo>
                  <a:lnTo>
                    <a:pt x="68049" y="968"/>
                  </a:lnTo>
                  <a:lnTo>
                    <a:pt x="67715" y="1368"/>
                  </a:lnTo>
                  <a:lnTo>
                    <a:pt x="67215" y="1502"/>
                  </a:lnTo>
                  <a:lnTo>
                    <a:pt x="66681" y="1368"/>
                  </a:lnTo>
                  <a:lnTo>
                    <a:pt x="66281" y="1535"/>
                  </a:lnTo>
                  <a:lnTo>
                    <a:pt x="65814" y="1502"/>
                  </a:lnTo>
                  <a:lnTo>
                    <a:pt x="65380" y="1768"/>
                  </a:lnTo>
                  <a:lnTo>
                    <a:pt x="64913" y="1969"/>
                  </a:lnTo>
                  <a:lnTo>
                    <a:pt x="64480" y="1935"/>
                  </a:lnTo>
                  <a:lnTo>
                    <a:pt x="64013" y="1969"/>
                  </a:lnTo>
                  <a:lnTo>
                    <a:pt x="63579" y="1768"/>
                  </a:lnTo>
                  <a:lnTo>
                    <a:pt x="63012" y="1735"/>
                  </a:lnTo>
                  <a:lnTo>
                    <a:pt x="62445" y="1802"/>
                  </a:lnTo>
                  <a:lnTo>
                    <a:pt x="61945" y="1735"/>
                  </a:lnTo>
                  <a:lnTo>
                    <a:pt x="61444" y="1702"/>
                  </a:lnTo>
                  <a:lnTo>
                    <a:pt x="60977" y="1802"/>
                  </a:lnTo>
                  <a:lnTo>
                    <a:pt x="60477" y="1635"/>
                  </a:lnTo>
                  <a:lnTo>
                    <a:pt x="59977" y="1568"/>
                  </a:lnTo>
                  <a:lnTo>
                    <a:pt x="59510" y="1702"/>
                  </a:lnTo>
                  <a:lnTo>
                    <a:pt x="59043" y="2002"/>
                  </a:lnTo>
                  <a:lnTo>
                    <a:pt x="58542" y="1869"/>
                  </a:lnTo>
                  <a:lnTo>
                    <a:pt x="58042" y="1869"/>
                  </a:lnTo>
                  <a:lnTo>
                    <a:pt x="57642" y="2336"/>
                  </a:lnTo>
                  <a:lnTo>
                    <a:pt x="57141" y="2269"/>
                  </a:lnTo>
                  <a:lnTo>
                    <a:pt x="56674" y="2469"/>
                  </a:lnTo>
                  <a:lnTo>
                    <a:pt x="56241" y="2602"/>
                  </a:lnTo>
                  <a:lnTo>
                    <a:pt x="55707" y="2602"/>
                  </a:lnTo>
                  <a:lnTo>
                    <a:pt x="55273" y="2803"/>
                  </a:lnTo>
                  <a:lnTo>
                    <a:pt x="54740" y="2803"/>
                  </a:lnTo>
                  <a:lnTo>
                    <a:pt x="54406" y="3203"/>
                  </a:lnTo>
                  <a:lnTo>
                    <a:pt x="53872" y="3303"/>
                  </a:lnTo>
                  <a:lnTo>
                    <a:pt x="53339" y="3203"/>
                  </a:lnTo>
                  <a:lnTo>
                    <a:pt x="52838" y="3436"/>
                  </a:lnTo>
                  <a:lnTo>
                    <a:pt x="52338" y="3303"/>
                  </a:lnTo>
                  <a:lnTo>
                    <a:pt x="51837" y="3236"/>
                  </a:lnTo>
                  <a:lnTo>
                    <a:pt x="51304" y="3436"/>
                  </a:lnTo>
                  <a:lnTo>
                    <a:pt x="50803" y="3270"/>
                  </a:lnTo>
                  <a:lnTo>
                    <a:pt x="50236" y="3336"/>
                  </a:lnTo>
                  <a:lnTo>
                    <a:pt x="49736" y="3170"/>
                  </a:lnTo>
                  <a:lnTo>
                    <a:pt x="49236" y="2869"/>
                  </a:lnTo>
                  <a:lnTo>
                    <a:pt x="48669" y="3036"/>
                  </a:lnTo>
                  <a:lnTo>
                    <a:pt x="48135" y="2769"/>
                  </a:lnTo>
                  <a:lnTo>
                    <a:pt x="47601" y="3003"/>
                  </a:lnTo>
                  <a:lnTo>
                    <a:pt x="47134" y="2569"/>
                  </a:lnTo>
                  <a:lnTo>
                    <a:pt x="46600" y="2703"/>
                  </a:lnTo>
                  <a:lnTo>
                    <a:pt x="46067" y="2502"/>
                  </a:lnTo>
                  <a:lnTo>
                    <a:pt x="45566" y="2803"/>
                  </a:lnTo>
                  <a:lnTo>
                    <a:pt x="45066" y="2703"/>
                  </a:lnTo>
                  <a:lnTo>
                    <a:pt x="44599" y="2736"/>
                  </a:lnTo>
                  <a:lnTo>
                    <a:pt x="44132" y="2969"/>
                  </a:lnTo>
                  <a:lnTo>
                    <a:pt x="43632" y="3136"/>
                  </a:lnTo>
                  <a:lnTo>
                    <a:pt x="43131" y="3003"/>
                  </a:lnTo>
                  <a:lnTo>
                    <a:pt x="42598" y="3036"/>
                  </a:lnTo>
                  <a:lnTo>
                    <a:pt x="42097" y="3003"/>
                  </a:lnTo>
                  <a:lnTo>
                    <a:pt x="41563" y="3036"/>
                  </a:lnTo>
                  <a:lnTo>
                    <a:pt x="41030" y="2869"/>
                  </a:lnTo>
                  <a:lnTo>
                    <a:pt x="40496" y="3069"/>
                  </a:lnTo>
                  <a:lnTo>
                    <a:pt x="39996" y="2769"/>
                  </a:lnTo>
                  <a:lnTo>
                    <a:pt x="39529" y="2636"/>
                  </a:lnTo>
                  <a:lnTo>
                    <a:pt x="39028" y="2636"/>
                  </a:lnTo>
                  <a:lnTo>
                    <a:pt x="38561" y="2903"/>
                  </a:lnTo>
                  <a:lnTo>
                    <a:pt x="38061" y="2903"/>
                  </a:lnTo>
                  <a:lnTo>
                    <a:pt x="37594" y="3003"/>
                  </a:lnTo>
                  <a:lnTo>
                    <a:pt x="37094" y="2903"/>
                  </a:lnTo>
                  <a:lnTo>
                    <a:pt x="36627" y="3003"/>
                  </a:lnTo>
                  <a:lnTo>
                    <a:pt x="36126" y="3136"/>
                  </a:lnTo>
                  <a:lnTo>
                    <a:pt x="35659" y="3236"/>
                  </a:lnTo>
                  <a:lnTo>
                    <a:pt x="35159" y="3136"/>
                  </a:lnTo>
                  <a:lnTo>
                    <a:pt x="34659" y="3203"/>
                  </a:lnTo>
                  <a:lnTo>
                    <a:pt x="34158" y="3403"/>
                  </a:lnTo>
                  <a:lnTo>
                    <a:pt x="33691" y="3436"/>
                  </a:lnTo>
                  <a:lnTo>
                    <a:pt x="33157" y="3403"/>
                  </a:lnTo>
                  <a:lnTo>
                    <a:pt x="32657" y="3370"/>
                  </a:lnTo>
                  <a:lnTo>
                    <a:pt x="32190" y="3370"/>
                  </a:lnTo>
                  <a:lnTo>
                    <a:pt x="31690" y="3503"/>
                  </a:lnTo>
                  <a:lnTo>
                    <a:pt x="31189" y="3403"/>
                  </a:lnTo>
                  <a:lnTo>
                    <a:pt x="30689" y="3403"/>
                  </a:lnTo>
                  <a:lnTo>
                    <a:pt x="30189" y="3536"/>
                  </a:lnTo>
                  <a:lnTo>
                    <a:pt x="29722" y="3737"/>
                  </a:lnTo>
                  <a:lnTo>
                    <a:pt x="29221" y="3770"/>
                  </a:lnTo>
                  <a:lnTo>
                    <a:pt x="28754" y="3903"/>
                  </a:lnTo>
                  <a:lnTo>
                    <a:pt x="28221" y="3603"/>
                  </a:lnTo>
                  <a:lnTo>
                    <a:pt x="27754" y="3903"/>
                  </a:lnTo>
                  <a:lnTo>
                    <a:pt x="27287" y="4003"/>
                  </a:lnTo>
                  <a:lnTo>
                    <a:pt x="26820" y="3937"/>
                  </a:lnTo>
                  <a:lnTo>
                    <a:pt x="26319" y="3703"/>
                  </a:lnTo>
                  <a:lnTo>
                    <a:pt x="25852" y="4070"/>
                  </a:lnTo>
                  <a:lnTo>
                    <a:pt x="25385" y="4104"/>
                  </a:lnTo>
                  <a:lnTo>
                    <a:pt x="24985" y="3803"/>
                  </a:lnTo>
                  <a:lnTo>
                    <a:pt x="24518" y="4003"/>
                  </a:lnTo>
                  <a:lnTo>
                    <a:pt x="24118" y="3870"/>
                  </a:lnTo>
                  <a:lnTo>
                    <a:pt x="23684" y="3603"/>
                  </a:lnTo>
                  <a:lnTo>
                    <a:pt x="23150" y="3603"/>
                  </a:lnTo>
                  <a:lnTo>
                    <a:pt x="22683" y="3436"/>
                  </a:lnTo>
                  <a:lnTo>
                    <a:pt x="22250" y="3170"/>
                  </a:lnTo>
                  <a:lnTo>
                    <a:pt x="21716" y="3336"/>
                  </a:lnTo>
                  <a:lnTo>
                    <a:pt x="21216" y="3270"/>
                  </a:lnTo>
                  <a:lnTo>
                    <a:pt x="20749" y="3069"/>
                  </a:lnTo>
                  <a:lnTo>
                    <a:pt x="20282" y="2869"/>
                  </a:lnTo>
                  <a:lnTo>
                    <a:pt x="19781" y="3036"/>
                  </a:lnTo>
                  <a:lnTo>
                    <a:pt x="19281" y="2869"/>
                  </a:lnTo>
                  <a:lnTo>
                    <a:pt x="18814" y="3103"/>
                  </a:lnTo>
                  <a:lnTo>
                    <a:pt x="18347" y="3170"/>
                  </a:lnTo>
                  <a:lnTo>
                    <a:pt x="17847" y="3069"/>
                  </a:lnTo>
                  <a:lnTo>
                    <a:pt x="17346" y="3036"/>
                  </a:lnTo>
                  <a:lnTo>
                    <a:pt x="16913" y="3336"/>
                  </a:lnTo>
                  <a:lnTo>
                    <a:pt x="16412" y="3403"/>
                  </a:lnTo>
                  <a:lnTo>
                    <a:pt x="15912" y="3370"/>
                  </a:lnTo>
                  <a:lnTo>
                    <a:pt x="15411" y="3303"/>
                  </a:lnTo>
                  <a:lnTo>
                    <a:pt x="14944" y="3470"/>
                  </a:lnTo>
                  <a:lnTo>
                    <a:pt x="14444" y="3403"/>
                  </a:lnTo>
                  <a:lnTo>
                    <a:pt x="13977" y="3503"/>
                  </a:lnTo>
                  <a:lnTo>
                    <a:pt x="13477" y="3336"/>
                  </a:lnTo>
                  <a:lnTo>
                    <a:pt x="12976" y="3436"/>
                  </a:lnTo>
                  <a:lnTo>
                    <a:pt x="12476" y="3370"/>
                  </a:lnTo>
                  <a:lnTo>
                    <a:pt x="12009" y="3603"/>
                  </a:lnTo>
                  <a:lnTo>
                    <a:pt x="11542" y="3570"/>
                  </a:lnTo>
                  <a:lnTo>
                    <a:pt x="11075" y="3903"/>
                  </a:lnTo>
                  <a:lnTo>
                    <a:pt x="10575" y="3903"/>
                  </a:lnTo>
                  <a:lnTo>
                    <a:pt x="10074" y="3703"/>
                  </a:lnTo>
                  <a:lnTo>
                    <a:pt x="9607" y="3903"/>
                  </a:lnTo>
                  <a:lnTo>
                    <a:pt x="9140" y="3903"/>
                  </a:lnTo>
                  <a:lnTo>
                    <a:pt x="8640" y="3703"/>
                  </a:lnTo>
                  <a:lnTo>
                    <a:pt x="8140" y="3970"/>
                  </a:lnTo>
                  <a:lnTo>
                    <a:pt x="7639" y="4003"/>
                  </a:lnTo>
                  <a:lnTo>
                    <a:pt x="7139" y="3870"/>
                  </a:lnTo>
                  <a:lnTo>
                    <a:pt x="6639" y="3870"/>
                  </a:lnTo>
                  <a:lnTo>
                    <a:pt x="6105" y="3737"/>
                  </a:lnTo>
                  <a:lnTo>
                    <a:pt x="5571" y="3870"/>
                  </a:lnTo>
                  <a:lnTo>
                    <a:pt x="5037" y="3903"/>
                  </a:lnTo>
                  <a:lnTo>
                    <a:pt x="4504" y="4037"/>
                  </a:lnTo>
                  <a:lnTo>
                    <a:pt x="3970" y="3937"/>
                  </a:lnTo>
                  <a:lnTo>
                    <a:pt x="3403" y="3937"/>
                  </a:lnTo>
                  <a:lnTo>
                    <a:pt x="2936" y="3970"/>
                  </a:lnTo>
                  <a:lnTo>
                    <a:pt x="2469" y="4270"/>
                  </a:lnTo>
                  <a:lnTo>
                    <a:pt x="2002" y="4337"/>
                  </a:lnTo>
                  <a:lnTo>
                    <a:pt x="1502" y="4170"/>
                  </a:lnTo>
                  <a:lnTo>
                    <a:pt x="1068" y="4404"/>
                  </a:lnTo>
                  <a:lnTo>
                    <a:pt x="601" y="4604"/>
                  </a:lnTo>
                  <a:lnTo>
                    <a:pt x="134" y="4871"/>
                  </a:lnTo>
                  <a:lnTo>
                    <a:pt x="0" y="4871"/>
                  </a:lnTo>
                  <a:lnTo>
                    <a:pt x="0" y="5404"/>
                  </a:lnTo>
                  <a:lnTo>
                    <a:pt x="201" y="5304"/>
                  </a:lnTo>
                  <a:lnTo>
                    <a:pt x="634" y="5071"/>
                  </a:lnTo>
                  <a:lnTo>
                    <a:pt x="1168" y="5271"/>
                  </a:lnTo>
                  <a:lnTo>
                    <a:pt x="1635" y="517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852;p32">
              <a:extLst>
                <a:ext uri="{FF2B5EF4-FFF2-40B4-BE49-F238E27FC236}">
                  <a16:creationId xmlns:a16="http://schemas.microsoft.com/office/drawing/2014/main" id="{6E585BBF-D2A3-602E-4568-9EDCD1EDC9D7}"/>
                </a:ext>
              </a:extLst>
            </p:cNvPr>
            <p:cNvSpPr/>
            <p:nvPr/>
          </p:nvSpPr>
          <p:spPr>
            <a:xfrm>
              <a:off x="6268229" y="1126723"/>
              <a:ext cx="2821246" cy="187679"/>
            </a:xfrm>
            <a:custGeom>
              <a:avLst/>
              <a:gdLst/>
              <a:ahLst/>
              <a:cxnLst/>
              <a:rect l="l" t="t" r="r" b="b"/>
              <a:pathLst>
                <a:path w="71719" h="4771" extrusionOk="0">
                  <a:moveTo>
                    <a:pt x="70918" y="934"/>
                  </a:moveTo>
                  <a:lnTo>
                    <a:pt x="70451" y="1168"/>
                  </a:lnTo>
                  <a:lnTo>
                    <a:pt x="69950" y="1168"/>
                  </a:lnTo>
                  <a:lnTo>
                    <a:pt x="69450" y="1035"/>
                  </a:lnTo>
                  <a:lnTo>
                    <a:pt x="68950" y="1301"/>
                  </a:lnTo>
                  <a:lnTo>
                    <a:pt x="68449" y="1068"/>
                  </a:lnTo>
                  <a:lnTo>
                    <a:pt x="67882" y="1201"/>
                  </a:lnTo>
                  <a:lnTo>
                    <a:pt x="67449" y="734"/>
                  </a:lnTo>
                  <a:lnTo>
                    <a:pt x="66882" y="901"/>
                  </a:lnTo>
                  <a:lnTo>
                    <a:pt x="66381" y="634"/>
                  </a:lnTo>
                  <a:lnTo>
                    <a:pt x="65814" y="734"/>
                  </a:lnTo>
                  <a:lnTo>
                    <a:pt x="65347" y="434"/>
                  </a:lnTo>
                  <a:lnTo>
                    <a:pt x="64847" y="234"/>
                  </a:lnTo>
                  <a:lnTo>
                    <a:pt x="64280" y="267"/>
                  </a:lnTo>
                  <a:lnTo>
                    <a:pt x="63779" y="67"/>
                  </a:lnTo>
                  <a:lnTo>
                    <a:pt x="63246" y="267"/>
                  </a:lnTo>
                  <a:lnTo>
                    <a:pt x="62745" y="134"/>
                  </a:lnTo>
                  <a:lnTo>
                    <a:pt x="62245" y="0"/>
                  </a:lnTo>
                  <a:lnTo>
                    <a:pt x="61745" y="201"/>
                  </a:lnTo>
                  <a:lnTo>
                    <a:pt x="61211" y="34"/>
                  </a:lnTo>
                  <a:lnTo>
                    <a:pt x="60677" y="101"/>
                  </a:lnTo>
                  <a:lnTo>
                    <a:pt x="60310" y="534"/>
                  </a:lnTo>
                  <a:lnTo>
                    <a:pt x="59776" y="467"/>
                  </a:lnTo>
                  <a:lnTo>
                    <a:pt x="59309" y="634"/>
                  </a:lnTo>
                  <a:lnTo>
                    <a:pt x="58809" y="601"/>
                  </a:lnTo>
                  <a:lnTo>
                    <a:pt x="58342" y="701"/>
                  </a:lnTo>
                  <a:lnTo>
                    <a:pt x="57908" y="901"/>
                  </a:lnTo>
                  <a:lnTo>
                    <a:pt x="57375" y="801"/>
                  </a:lnTo>
                  <a:lnTo>
                    <a:pt x="56974" y="1235"/>
                  </a:lnTo>
                  <a:lnTo>
                    <a:pt x="56474" y="1201"/>
                  </a:lnTo>
                  <a:lnTo>
                    <a:pt x="55974" y="1035"/>
                  </a:lnTo>
                  <a:lnTo>
                    <a:pt x="55507" y="1301"/>
                  </a:lnTo>
                  <a:lnTo>
                    <a:pt x="55006" y="1435"/>
                  </a:lnTo>
                  <a:lnTo>
                    <a:pt x="54539" y="1335"/>
                  </a:lnTo>
                  <a:lnTo>
                    <a:pt x="54039" y="1135"/>
                  </a:lnTo>
                  <a:lnTo>
                    <a:pt x="53572" y="1201"/>
                  </a:lnTo>
                  <a:lnTo>
                    <a:pt x="53072" y="1135"/>
                  </a:lnTo>
                  <a:lnTo>
                    <a:pt x="52571" y="1068"/>
                  </a:lnTo>
                  <a:lnTo>
                    <a:pt x="51971" y="1101"/>
                  </a:lnTo>
                  <a:lnTo>
                    <a:pt x="51437" y="1035"/>
                  </a:lnTo>
                  <a:lnTo>
                    <a:pt x="51004" y="801"/>
                  </a:lnTo>
                  <a:lnTo>
                    <a:pt x="50537" y="801"/>
                  </a:lnTo>
                  <a:lnTo>
                    <a:pt x="50103" y="734"/>
                  </a:lnTo>
                  <a:lnTo>
                    <a:pt x="49636" y="901"/>
                  </a:lnTo>
                  <a:lnTo>
                    <a:pt x="49202" y="1168"/>
                  </a:lnTo>
                  <a:lnTo>
                    <a:pt x="48735" y="1068"/>
                  </a:lnTo>
                  <a:lnTo>
                    <a:pt x="48302" y="1235"/>
                  </a:lnTo>
                  <a:lnTo>
                    <a:pt x="47768" y="1068"/>
                  </a:lnTo>
                  <a:lnTo>
                    <a:pt x="47268" y="1168"/>
                  </a:lnTo>
                  <a:lnTo>
                    <a:pt x="46901" y="1535"/>
                  </a:lnTo>
                  <a:lnTo>
                    <a:pt x="46400" y="1635"/>
                  </a:lnTo>
                  <a:lnTo>
                    <a:pt x="46000" y="1935"/>
                  </a:lnTo>
                  <a:lnTo>
                    <a:pt x="45500" y="1969"/>
                  </a:lnTo>
                  <a:lnTo>
                    <a:pt x="45133" y="2436"/>
                  </a:lnTo>
                  <a:lnTo>
                    <a:pt x="44632" y="2269"/>
                  </a:lnTo>
                  <a:lnTo>
                    <a:pt x="44165" y="2302"/>
                  </a:lnTo>
                  <a:lnTo>
                    <a:pt x="43698" y="2235"/>
                  </a:lnTo>
                  <a:lnTo>
                    <a:pt x="43231" y="2169"/>
                  </a:lnTo>
                  <a:lnTo>
                    <a:pt x="42764" y="2169"/>
                  </a:lnTo>
                  <a:lnTo>
                    <a:pt x="42264" y="2369"/>
                  </a:lnTo>
                  <a:lnTo>
                    <a:pt x="41730" y="2202"/>
                  </a:lnTo>
                  <a:lnTo>
                    <a:pt x="41230" y="2469"/>
                  </a:lnTo>
                  <a:lnTo>
                    <a:pt x="40730" y="2536"/>
                  </a:lnTo>
                  <a:lnTo>
                    <a:pt x="40229" y="2135"/>
                  </a:lnTo>
                  <a:lnTo>
                    <a:pt x="39729" y="2235"/>
                  </a:lnTo>
                  <a:lnTo>
                    <a:pt x="39228" y="2169"/>
                  </a:lnTo>
                  <a:lnTo>
                    <a:pt x="38695" y="2436"/>
                  </a:lnTo>
                  <a:lnTo>
                    <a:pt x="38194" y="2369"/>
                  </a:lnTo>
                  <a:lnTo>
                    <a:pt x="37694" y="2169"/>
                  </a:lnTo>
                  <a:lnTo>
                    <a:pt x="37194" y="2502"/>
                  </a:lnTo>
                  <a:lnTo>
                    <a:pt x="36693" y="2369"/>
                  </a:lnTo>
                  <a:lnTo>
                    <a:pt x="36160" y="2335"/>
                  </a:lnTo>
                  <a:lnTo>
                    <a:pt x="35659" y="2502"/>
                  </a:lnTo>
                  <a:lnTo>
                    <a:pt x="35159" y="2202"/>
                  </a:lnTo>
                  <a:lnTo>
                    <a:pt x="34625" y="2335"/>
                  </a:lnTo>
                  <a:lnTo>
                    <a:pt x="34125" y="2436"/>
                  </a:lnTo>
                  <a:lnTo>
                    <a:pt x="33591" y="2202"/>
                  </a:lnTo>
                  <a:lnTo>
                    <a:pt x="33091" y="2569"/>
                  </a:lnTo>
                  <a:lnTo>
                    <a:pt x="32590" y="2436"/>
                  </a:lnTo>
                  <a:lnTo>
                    <a:pt x="32057" y="2469"/>
                  </a:lnTo>
                  <a:lnTo>
                    <a:pt x="31556" y="2536"/>
                  </a:lnTo>
                  <a:lnTo>
                    <a:pt x="31056" y="2269"/>
                  </a:lnTo>
                  <a:lnTo>
                    <a:pt x="30522" y="2569"/>
                  </a:lnTo>
                  <a:lnTo>
                    <a:pt x="30022" y="2369"/>
                  </a:lnTo>
                  <a:lnTo>
                    <a:pt x="29522" y="2502"/>
                  </a:lnTo>
                  <a:lnTo>
                    <a:pt x="28988" y="2569"/>
                  </a:lnTo>
                  <a:lnTo>
                    <a:pt x="28487" y="2569"/>
                  </a:lnTo>
                  <a:lnTo>
                    <a:pt x="27987" y="2736"/>
                  </a:lnTo>
                  <a:lnTo>
                    <a:pt x="27487" y="2636"/>
                  </a:lnTo>
                  <a:lnTo>
                    <a:pt x="26986" y="2869"/>
                  </a:lnTo>
                  <a:lnTo>
                    <a:pt x="26453" y="2736"/>
                  </a:lnTo>
                  <a:lnTo>
                    <a:pt x="26019" y="3103"/>
                  </a:lnTo>
                  <a:lnTo>
                    <a:pt x="25452" y="3003"/>
                  </a:lnTo>
                  <a:lnTo>
                    <a:pt x="24952" y="3036"/>
                  </a:lnTo>
                  <a:lnTo>
                    <a:pt x="24418" y="3003"/>
                  </a:lnTo>
                  <a:lnTo>
                    <a:pt x="23984" y="3370"/>
                  </a:lnTo>
                  <a:lnTo>
                    <a:pt x="23417" y="3370"/>
                  </a:lnTo>
                  <a:lnTo>
                    <a:pt x="22850" y="3470"/>
                  </a:lnTo>
                  <a:lnTo>
                    <a:pt x="22350" y="3703"/>
                  </a:lnTo>
                  <a:lnTo>
                    <a:pt x="21849" y="3970"/>
                  </a:lnTo>
                  <a:lnTo>
                    <a:pt x="21349" y="3803"/>
                  </a:lnTo>
                  <a:lnTo>
                    <a:pt x="20882" y="4003"/>
                  </a:lnTo>
                  <a:lnTo>
                    <a:pt x="20415" y="3903"/>
                  </a:lnTo>
                  <a:lnTo>
                    <a:pt x="19948" y="3903"/>
                  </a:lnTo>
                  <a:lnTo>
                    <a:pt x="19414" y="3937"/>
                  </a:lnTo>
                  <a:lnTo>
                    <a:pt x="18914" y="3770"/>
                  </a:lnTo>
                  <a:lnTo>
                    <a:pt x="18414" y="3970"/>
                  </a:lnTo>
                  <a:lnTo>
                    <a:pt x="17913" y="3703"/>
                  </a:lnTo>
                  <a:lnTo>
                    <a:pt x="17413" y="3736"/>
                  </a:lnTo>
                  <a:lnTo>
                    <a:pt x="16879" y="3970"/>
                  </a:lnTo>
                  <a:lnTo>
                    <a:pt x="16412" y="3670"/>
                  </a:lnTo>
                  <a:lnTo>
                    <a:pt x="15878" y="3837"/>
                  </a:lnTo>
                  <a:lnTo>
                    <a:pt x="15411" y="3670"/>
                  </a:lnTo>
                  <a:lnTo>
                    <a:pt x="14878" y="3803"/>
                  </a:lnTo>
                  <a:lnTo>
                    <a:pt x="14411" y="3636"/>
                  </a:lnTo>
                  <a:lnTo>
                    <a:pt x="13910" y="3536"/>
                  </a:lnTo>
                  <a:lnTo>
                    <a:pt x="13510" y="3169"/>
                  </a:lnTo>
                  <a:lnTo>
                    <a:pt x="13010" y="3036"/>
                  </a:lnTo>
                  <a:lnTo>
                    <a:pt x="12476" y="3169"/>
                  </a:lnTo>
                  <a:lnTo>
                    <a:pt x="12009" y="2903"/>
                  </a:lnTo>
                  <a:lnTo>
                    <a:pt x="11475" y="2836"/>
                  </a:lnTo>
                  <a:lnTo>
                    <a:pt x="10908" y="3069"/>
                  </a:lnTo>
                  <a:lnTo>
                    <a:pt x="10441" y="2702"/>
                  </a:lnTo>
                  <a:lnTo>
                    <a:pt x="9941" y="2702"/>
                  </a:lnTo>
                  <a:lnTo>
                    <a:pt x="9374" y="2736"/>
                  </a:lnTo>
                  <a:lnTo>
                    <a:pt x="8840" y="2702"/>
                  </a:lnTo>
                  <a:lnTo>
                    <a:pt x="8273" y="2669"/>
                  </a:lnTo>
                  <a:lnTo>
                    <a:pt x="7773" y="2369"/>
                  </a:lnTo>
                  <a:lnTo>
                    <a:pt x="7239" y="2736"/>
                  </a:lnTo>
                  <a:lnTo>
                    <a:pt x="6739" y="2736"/>
                  </a:lnTo>
                  <a:lnTo>
                    <a:pt x="6205" y="2436"/>
                  </a:lnTo>
                  <a:lnTo>
                    <a:pt x="5738" y="2802"/>
                  </a:lnTo>
                  <a:lnTo>
                    <a:pt x="5137" y="2602"/>
                  </a:lnTo>
                  <a:lnTo>
                    <a:pt x="4804" y="3136"/>
                  </a:lnTo>
                  <a:lnTo>
                    <a:pt x="4270" y="3069"/>
                  </a:lnTo>
                  <a:lnTo>
                    <a:pt x="3870" y="3370"/>
                  </a:lnTo>
                  <a:lnTo>
                    <a:pt x="3403" y="3536"/>
                  </a:lnTo>
                  <a:lnTo>
                    <a:pt x="2936" y="3636"/>
                  </a:lnTo>
                  <a:lnTo>
                    <a:pt x="2469" y="3770"/>
                  </a:lnTo>
                  <a:lnTo>
                    <a:pt x="1935" y="3670"/>
                  </a:lnTo>
                  <a:lnTo>
                    <a:pt x="1535" y="4103"/>
                  </a:lnTo>
                  <a:lnTo>
                    <a:pt x="1001" y="3903"/>
                  </a:lnTo>
                  <a:lnTo>
                    <a:pt x="568" y="4137"/>
                  </a:lnTo>
                  <a:lnTo>
                    <a:pt x="67" y="4137"/>
                  </a:lnTo>
                  <a:lnTo>
                    <a:pt x="0" y="4170"/>
                  </a:lnTo>
                  <a:lnTo>
                    <a:pt x="0" y="4771"/>
                  </a:lnTo>
                  <a:lnTo>
                    <a:pt x="367" y="4537"/>
                  </a:lnTo>
                  <a:lnTo>
                    <a:pt x="868" y="4570"/>
                  </a:lnTo>
                  <a:lnTo>
                    <a:pt x="1301" y="4337"/>
                  </a:lnTo>
                  <a:lnTo>
                    <a:pt x="1835" y="4537"/>
                  </a:lnTo>
                  <a:lnTo>
                    <a:pt x="2235" y="4103"/>
                  </a:lnTo>
                  <a:lnTo>
                    <a:pt x="2769" y="4203"/>
                  </a:lnTo>
                  <a:lnTo>
                    <a:pt x="3236" y="4070"/>
                  </a:lnTo>
                  <a:lnTo>
                    <a:pt x="3736" y="4003"/>
                  </a:lnTo>
                  <a:lnTo>
                    <a:pt x="4170" y="3837"/>
                  </a:lnTo>
                  <a:lnTo>
                    <a:pt x="4604" y="3536"/>
                  </a:lnTo>
                  <a:lnTo>
                    <a:pt x="5137" y="3603"/>
                  </a:lnTo>
                  <a:lnTo>
                    <a:pt x="5471" y="3103"/>
                  </a:lnTo>
                  <a:lnTo>
                    <a:pt x="6071" y="3269"/>
                  </a:lnTo>
                  <a:lnTo>
                    <a:pt x="6538" y="2936"/>
                  </a:lnTo>
                  <a:lnTo>
                    <a:pt x="7072" y="3236"/>
                  </a:lnTo>
                  <a:lnTo>
                    <a:pt x="7573" y="3236"/>
                  </a:lnTo>
                  <a:lnTo>
                    <a:pt x="8106" y="2869"/>
                  </a:lnTo>
                  <a:lnTo>
                    <a:pt x="8607" y="3169"/>
                  </a:lnTo>
                  <a:lnTo>
                    <a:pt x="9174" y="3203"/>
                  </a:lnTo>
                  <a:lnTo>
                    <a:pt x="9707" y="3236"/>
                  </a:lnTo>
                  <a:lnTo>
                    <a:pt x="10241" y="3203"/>
                  </a:lnTo>
                  <a:lnTo>
                    <a:pt x="10775" y="3203"/>
                  </a:lnTo>
                  <a:lnTo>
                    <a:pt x="11242" y="3570"/>
                  </a:lnTo>
                  <a:lnTo>
                    <a:pt x="11809" y="3370"/>
                  </a:lnTo>
                  <a:lnTo>
                    <a:pt x="12309" y="3436"/>
                  </a:lnTo>
                  <a:lnTo>
                    <a:pt x="12810" y="3736"/>
                  </a:lnTo>
                  <a:lnTo>
                    <a:pt x="13343" y="3570"/>
                  </a:lnTo>
                  <a:lnTo>
                    <a:pt x="13810" y="3703"/>
                  </a:lnTo>
                  <a:lnTo>
                    <a:pt x="14244" y="4103"/>
                  </a:lnTo>
                  <a:lnTo>
                    <a:pt x="14711" y="4203"/>
                  </a:lnTo>
                  <a:lnTo>
                    <a:pt x="15211" y="4337"/>
                  </a:lnTo>
                  <a:lnTo>
                    <a:pt x="15712" y="4237"/>
                  </a:lnTo>
                  <a:lnTo>
                    <a:pt x="16212" y="4404"/>
                  </a:lnTo>
                  <a:lnTo>
                    <a:pt x="16712" y="4237"/>
                  </a:lnTo>
                  <a:lnTo>
                    <a:pt x="17213" y="4537"/>
                  </a:lnTo>
                  <a:lnTo>
                    <a:pt x="17713" y="4337"/>
                  </a:lnTo>
                  <a:lnTo>
                    <a:pt x="18247" y="4304"/>
                  </a:lnTo>
                  <a:lnTo>
                    <a:pt x="18714" y="4570"/>
                  </a:lnTo>
                  <a:lnTo>
                    <a:pt x="19248" y="4370"/>
                  </a:lnTo>
                  <a:lnTo>
                    <a:pt x="19748" y="4537"/>
                  </a:lnTo>
                  <a:lnTo>
                    <a:pt x="20248" y="4504"/>
                  </a:lnTo>
                  <a:lnTo>
                    <a:pt x="20715" y="4504"/>
                  </a:lnTo>
                  <a:lnTo>
                    <a:pt x="21182" y="4604"/>
                  </a:lnTo>
                  <a:lnTo>
                    <a:pt x="21683" y="4437"/>
                  </a:lnTo>
                  <a:lnTo>
                    <a:pt x="22150" y="4604"/>
                  </a:lnTo>
                  <a:lnTo>
                    <a:pt x="22650" y="4337"/>
                  </a:lnTo>
                  <a:lnTo>
                    <a:pt x="23184" y="4103"/>
                  </a:lnTo>
                  <a:lnTo>
                    <a:pt x="23717" y="4003"/>
                  </a:lnTo>
                  <a:lnTo>
                    <a:pt x="24284" y="4003"/>
                  </a:lnTo>
                  <a:lnTo>
                    <a:pt x="24751" y="3670"/>
                  </a:lnTo>
                  <a:lnTo>
                    <a:pt x="25285" y="3703"/>
                  </a:lnTo>
                  <a:lnTo>
                    <a:pt x="25786" y="3636"/>
                  </a:lnTo>
                  <a:lnTo>
                    <a:pt x="26319" y="3770"/>
                  </a:lnTo>
                  <a:lnTo>
                    <a:pt x="26786" y="3403"/>
                  </a:lnTo>
                  <a:lnTo>
                    <a:pt x="27320" y="3536"/>
                  </a:lnTo>
                  <a:lnTo>
                    <a:pt x="27787" y="3303"/>
                  </a:lnTo>
                  <a:lnTo>
                    <a:pt x="28321" y="3403"/>
                  </a:lnTo>
                  <a:lnTo>
                    <a:pt x="28821" y="3269"/>
                  </a:lnTo>
                  <a:lnTo>
                    <a:pt x="29321" y="3269"/>
                  </a:lnTo>
                  <a:lnTo>
                    <a:pt x="29822" y="3203"/>
                  </a:lnTo>
                  <a:lnTo>
                    <a:pt x="30355" y="3069"/>
                  </a:lnTo>
                  <a:lnTo>
                    <a:pt x="30856" y="3269"/>
                  </a:lnTo>
                  <a:lnTo>
                    <a:pt x="31356" y="2969"/>
                  </a:lnTo>
                  <a:lnTo>
                    <a:pt x="31890" y="3236"/>
                  </a:lnTo>
                  <a:lnTo>
                    <a:pt x="32390" y="3169"/>
                  </a:lnTo>
                  <a:lnTo>
                    <a:pt x="32924" y="3169"/>
                  </a:lnTo>
                  <a:lnTo>
                    <a:pt x="33424" y="3303"/>
                  </a:lnTo>
                  <a:lnTo>
                    <a:pt x="33925" y="2936"/>
                  </a:lnTo>
                  <a:lnTo>
                    <a:pt x="34458" y="3169"/>
                  </a:lnTo>
                  <a:lnTo>
                    <a:pt x="34959" y="3069"/>
                  </a:lnTo>
                  <a:lnTo>
                    <a:pt x="35459" y="2969"/>
                  </a:lnTo>
                  <a:lnTo>
                    <a:pt x="35993" y="3269"/>
                  </a:lnTo>
                  <a:lnTo>
                    <a:pt x="36493" y="3103"/>
                  </a:lnTo>
                  <a:lnTo>
                    <a:pt x="36994" y="3136"/>
                  </a:lnTo>
                  <a:lnTo>
                    <a:pt x="37527" y="3269"/>
                  </a:lnTo>
                  <a:lnTo>
                    <a:pt x="38028" y="2936"/>
                  </a:lnTo>
                  <a:lnTo>
                    <a:pt x="38528" y="3169"/>
                  </a:lnTo>
                  <a:lnTo>
                    <a:pt x="39028" y="3236"/>
                  </a:lnTo>
                  <a:lnTo>
                    <a:pt x="39562" y="2969"/>
                  </a:lnTo>
                  <a:lnTo>
                    <a:pt x="40062" y="3036"/>
                  </a:lnTo>
                  <a:lnTo>
                    <a:pt x="40563" y="2936"/>
                  </a:lnTo>
                  <a:lnTo>
                    <a:pt x="41063" y="3370"/>
                  </a:lnTo>
                  <a:lnTo>
                    <a:pt x="41563" y="3269"/>
                  </a:lnTo>
                  <a:lnTo>
                    <a:pt x="42064" y="3003"/>
                  </a:lnTo>
                  <a:lnTo>
                    <a:pt x="42564" y="3203"/>
                  </a:lnTo>
                  <a:lnTo>
                    <a:pt x="43065" y="2969"/>
                  </a:lnTo>
                  <a:lnTo>
                    <a:pt x="43565" y="2969"/>
                  </a:lnTo>
                  <a:lnTo>
                    <a:pt x="43999" y="3069"/>
                  </a:lnTo>
                  <a:lnTo>
                    <a:pt x="44466" y="3136"/>
                  </a:lnTo>
                  <a:lnTo>
                    <a:pt x="44933" y="3103"/>
                  </a:lnTo>
                  <a:lnTo>
                    <a:pt x="45433" y="3269"/>
                  </a:lnTo>
                  <a:lnTo>
                    <a:pt x="45833" y="2836"/>
                  </a:lnTo>
                  <a:lnTo>
                    <a:pt x="46334" y="2802"/>
                  </a:lnTo>
                  <a:lnTo>
                    <a:pt x="46734" y="2502"/>
                  </a:lnTo>
                  <a:lnTo>
                    <a:pt x="47234" y="2402"/>
                  </a:lnTo>
                  <a:lnTo>
                    <a:pt x="47601" y="2035"/>
                  </a:lnTo>
                  <a:lnTo>
                    <a:pt x="48101" y="1935"/>
                  </a:lnTo>
                  <a:lnTo>
                    <a:pt x="48635" y="2102"/>
                  </a:lnTo>
                  <a:lnTo>
                    <a:pt x="49069" y="1969"/>
                  </a:lnTo>
                  <a:lnTo>
                    <a:pt x="49536" y="2035"/>
                  </a:lnTo>
                  <a:lnTo>
                    <a:pt x="49969" y="1802"/>
                  </a:lnTo>
                  <a:lnTo>
                    <a:pt x="50436" y="1635"/>
                  </a:lnTo>
                  <a:lnTo>
                    <a:pt x="50870" y="1702"/>
                  </a:lnTo>
                  <a:lnTo>
                    <a:pt x="51337" y="1702"/>
                  </a:lnTo>
                  <a:lnTo>
                    <a:pt x="51771" y="1935"/>
                  </a:lnTo>
                  <a:lnTo>
                    <a:pt x="52304" y="2002"/>
                  </a:lnTo>
                  <a:lnTo>
                    <a:pt x="52905" y="1969"/>
                  </a:lnTo>
                  <a:lnTo>
                    <a:pt x="53405" y="2069"/>
                  </a:lnTo>
                  <a:lnTo>
                    <a:pt x="53872" y="2135"/>
                  </a:lnTo>
                  <a:lnTo>
                    <a:pt x="54373" y="2069"/>
                  </a:lnTo>
                  <a:lnTo>
                    <a:pt x="54840" y="2269"/>
                  </a:lnTo>
                  <a:lnTo>
                    <a:pt x="55340" y="2369"/>
                  </a:lnTo>
                  <a:lnTo>
                    <a:pt x="55840" y="2269"/>
                  </a:lnTo>
                  <a:lnTo>
                    <a:pt x="56307" y="2002"/>
                  </a:lnTo>
                  <a:lnTo>
                    <a:pt x="56808" y="2169"/>
                  </a:lnTo>
                  <a:lnTo>
                    <a:pt x="57308" y="2202"/>
                  </a:lnTo>
                  <a:lnTo>
                    <a:pt x="57708" y="1768"/>
                  </a:lnTo>
                  <a:lnTo>
                    <a:pt x="58242" y="1868"/>
                  </a:lnTo>
                  <a:lnTo>
                    <a:pt x="58676" y="1702"/>
                  </a:lnTo>
                  <a:lnTo>
                    <a:pt x="59176" y="1602"/>
                  </a:lnTo>
                  <a:lnTo>
                    <a:pt x="59676" y="1635"/>
                  </a:lnTo>
                  <a:lnTo>
                    <a:pt x="60110" y="1468"/>
                  </a:lnTo>
                  <a:lnTo>
                    <a:pt x="60644" y="1502"/>
                  </a:lnTo>
                  <a:lnTo>
                    <a:pt x="61044" y="1101"/>
                  </a:lnTo>
                  <a:lnTo>
                    <a:pt x="61544" y="1035"/>
                  </a:lnTo>
                  <a:lnTo>
                    <a:pt x="62078" y="1201"/>
                  </a:lnTo>
                  <a:lnTo>
                    <a:pt x="62578" y="1001"/>
                  </a:lnTo>
                  <a:lnTo>
                    <a:pt x="63079" y="1135"/>
                  </a:lnTo>
                  <a:lnTo>
                    <a:pt x="63579" y="1268"/>
                  </a:lnTo>
                  <a:lnTo>
                    <a:pt x="64146" y="1101"/>
                  </a:lnTo>
                  <a:lnTo>
                    <a:pt x="64613" y="1301"/>
                  </a:lnTo>
                  <a:lnTo>
                    <a:pt x="65180" y="1268"/>
                  </a:lnTo>
                  <a:lnTo>
                    <a:pt x="65681" y="1468"/>
                  </a:lnTo>
                  <a:lnTo>
                    <a:pt x="66148" y="1802"/>
                  </a:lnTo>
                  <a:lnTo>
                    <a:pt x="66748" y="1668"/>
                  </a:lnTo>
                  <a:lnTo>
                    <a:pt x="67215" y="1969"/>
                  </a:lnTo>
                  <a:lnTo>
                    <a:pt x="67816" y="1802"/>
                  </a:lnTo>
                  <a:lnTo>
                    <a:pt x="68216" y="2269"/>
                  </a:lnTo>
                  <a:lnTo>
                    <a:pt x="68783" y="2135"/>
                  </a:lnTo>
                  <a:lnTo>
                    <a:pt x="69283" y="2402"/>
                  </a:lnTo>
                  <a:lnTo>
                    <a:pt x="69784" y="2102"/>
                  </a:lnTo>
                  <a:lnTo>
                    <a:pt x="70284" y="2235"/>
                  </a:lnTo>
                  <a:lnTo>
                    <a:pt x="70784" y="2269"/>
                  </a:lnTo>
                  <a:lnTo>
                    <a:pt x="71251" y="2035"/>
                  </a:lnTo>
                  <a:lnTo>
                    <a:pt x="71718" y="1935"/>
                  </a:lnTo>
                  <a:lnTo>
                    <a:pt x="71718" y="934"/>
                  </a:lnTo>
                  <a:lnTo>
                    <a:pt x="71418" y="834"/>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 name="Google Shape;862;p32">
            <a:extLst>
              <a:ext uri="{FF2B5EF4-FFF2-40B4-BE49-F238E27FC236}">
                <a16:creationId xmlns:a16="http://schemas.microsoft.com/office/drawing/2014/main" id="{2286DD0E-AFC3-C55C-DADB-F6B17BBB333D}"/>
              </a:ext>
            </a:extLst>
          </p:cNvPr>
          <p:cNvSpPr txBox="1">
            <a:spLocks/>
          </p:cNvSpPr>
          <p:nvPr/>
        </p:nvSpPr>
        <p:spPr>
          <a:xfrm>
            <a:off x="596951" y="607339"/>
            <a:ext cx="783900" cy="5046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400"/>
              <a:buFont typeface="Montserrat ExtraBold"/>
              <a:buNone/>
              <a:defRPr sz="3400" b="0" i="1" u="none" strike="noStrike" cap="none">
                <a:solidFill>
                  <a:schemeClr val="dk1"/>
                </a:solidFill>
                <a:latin typeface="Montserrat ExtraBold"/>
                <a:ea typeface="Montserrat ExtraBold"/>
                <a:cs typeface="Montserrat ExtraBold"/>
                <a:sym typeface="Montserrat ExtraBold"/>
              </a:defRPr>
            </a:lvl1pPr>
            <a:lvl2pPr marR="0" lvl="1" algn="ctr" rtl="0">
              <a:lnSpc>
                <a:spcPct val="100000"/>
              </a:lnSpc>
              <a:spcBef>
                <a:spcPts val="0"/>
              </a:spcBef>
              <a:spcAft>
                <a:spcPts val="0"/>
              </a:spcAft>
              <a:buClr>
                <a:schemeClr val="dk1"/>
              </a:buClr>
              <a:buSzPts val="2400"/>
              <a:buFont typeface="Montserrat ExtraBold"/>
              <a:buNone/>
              <a:defRPr sz="2400" b="0" i="1" u="none" strike="noStrike" cap="none">
                <a:solidFill>
                  <a:schemeClr val="dk1"/>
                </a:solidFill>
                <a:latin typeface="Montserrat ExtraBold"/>
                <a:ea typeface="Montserrat ExtraBold"/>
                <a:cs typeface="Montserrat ExtraBold"/>
                <a:sym typeface="Montserrat ExtraBold"/>
              </a:defRPr>
            </a:lvl2pPr>
            <a:lvl3pPr marR="0" lvl="2" algn="ctr" rtl="0">
              <a:lnSpc>
                <a:spcPct val="100000"/>
              </a:lnSpc>
              <a:spcBef>
                <a:spcPts val="0"/>
              </a:spcBef>
              <a:spcAft>
                <a:spcPts val="0"/>
              </a:spcAft>
              <a:buClr>
                <a:schemeClr val="dk1"/>
              </a:buClr>
              <a:buSzPts val="2400"/>
              <a:buFont typeface="Montserrat ExtraBold"/>
              <a:buNone/>
              <a:defRPr sz="2400" b="0" i="1" u="none" strike="noStrike" cap="none">
                <a:solidFill>
                  <a:schemeClr val="dk1"/>
                </a:solidFill>
                <a:latin typeface="Montserrat ExtraBold"/>
                <a:ea typeface="Montserrat ExtraBold"/>
                <a:cs typeface="Montserrat ExtraBold"/>
                <a:sym typeface="Montserrat ExtraBold"/>
              </a:defRPr>
            </a:lvl3pPr>
            <a:lvl4pPr marR="0" lvl="3" algn="ctr" rtl="0">
              <a:lnSpc>
                <a:spcPct val="100000"/>
              </a:lnSpc>
              <a:spcBef>
                <a:spcPts val="0"/>
              </a:spcBef>
              <a:spcAft>
                <a:spcPts val="0"/>
              </a:spcAft>
              <a:buClr>
                <a:schemeClr val="dk1"/>
              </a:buClr>
              <a:buSzPts val="2400"/>
              <a:buFont typeface="Montserrat ExtraBold"/>
              <a:buNone/>
              <a:defRPr sz="2400" b="0" i="1" u="none" strike="noStrike" cap="none">
                <a:solidFill>
                  <a:schemeClr val="dk1"/>
                </a:solidFill>
                <a:latin typeface="Montserrat ExtraBold"/>
                <a:ea typeface="Montserrat ExtraBold"/>
                <a:cs typeface="Montserrat ExtraBold"/>
                <a:sym typeface="Montserrat ExtraBold"/>
              </a:defRPr>
            </a:lvl4pPr>
            <a:lvl5pPr marR="0" lvl="4" algn="ctr" rtl="0">
              <a:lnSpc>
                <a:spcPct val="100000"/>
              </a:lnSpc>
              <a:spcBef>
                <a:spcPts val="0"/>
              </a:spcBef>
              <a:spcAft>
                <a:spcPts val="0"/>
              </a:spcAft>
              <a:buClr>
                <a:schemeClr val="dk1"/>
              </a:buClr>
              <a:buSzPts val="2400"/>
              <a:buFont typeface="Montserrat ExtraBold"/>
              <a:buNone/>
              <a:defRPr sz="2400" b="0" i="1" u="none" strike="noStrike" cap="none">
                <a:solidFill>
                  <a:schemeClr val="dk1"/>
                </a:solidFill>
                <a:latin typeface="Montserrat ExtraBold"/>
                <a:ea typeface="Montserrat ExtraBold"/>
                <a:cs typeface="Montserrat ExtraBold"/>
                <a:sym typeface="Montserrat ExtraBold"/>
              </a:defRPr>
            </a:lvl5pPr>
            <a:lvl6pPr marR="0" lvl="5" algn="ctr" rtl="0">
              <a:lnSpc>
                <a:spcPct val="100000"/>
              </a:lnSpc>
              <a:spcBef>
                <a:spcPts val="0"/>
              </a:spcBef>
              <a:spcAft>
                <a:spcPts val="0"/>
              </a:spcAft>
              <a:buClr>
                <a:schemeClr val="dk1"/>
              </a:buClr>
              <a:buSzPts val="2400"/>
              <a:buFont typeface="Montserrat ExtraBold"/>
              <a:buNone/>
              <a:defRPr sz="2400" b="0" i="1" u="none" strike="noStrike" cap="none">
                <a:solidFill>
                  <a:schemeClr val="dk1"/>
                </a:solidFill>
                <a:latin typeface="Montserrat ExtraBold"/>
                <a:ea typeface="Montserrat ExtraBold"/>
                <a:cs typeface="Montserrat ExtraBold"/>
                <a:sym typeface="Montserrat ExtraBold"/>
              </a:defRPr>
            </a:lvl6pPr>
            <a:lvl7pPr marR="0" lvl="6" algn="ctr" rtl="0">
              <a:lnSpc>
                <a:spcPct val="100000"/>
              </a:lnSpc>
              <a:spcBef>
                <a:spcPts val="0"/>
              </a:spcBef>
              <a:spcAft>
                <a:spcPts val="0"/>
              </a:spcAft>
              <a:buClr>
                <a:schemeClr val="dk1"/>
              </a:buClr>
              <a:buSzPts val="2400"/>
              <a:buFont typeface="Montserrat ExtraBold"/>
              <a:buNone/>
              <a:defRPr sz="2400" b="0" i="1" u="none" strike="noStrike" cap="none">
                <a:solidFill>
                  <a:schemeClr val="dk1"/>
                </a:solidFill>
                <a:latin typeface="Montserrat ExtraBold"/>
                <a:ea typeface="Montserrat ExtraBold"/>
                <a:cs typeface="Montserrat ExtraBold"/>
                <a:sym typeface="Montserrat ExtraBold"/>
              </a:defRPr>
            </a:lvl7pPr>
            <a:lvl8pPr marR="0" lvl="7" algn="ctr" rtl="0">
              <a:lnSpc>
                <a:spcPct val="100000"/>
              </a:lnSpc>
              <a:spcBef>
                <a:spcPts val="0"/>
              </a:spcBef>
              <a:spcAft>
                <a:spcPts val="0"/>
              </a:spcAft>
              <a:buClr>
                <a:schemeClr val="dk1"/>
              </a:buClr>
              <a:buSzPts val="2400"/>
              <a:buFont typeface="Montserrat ExtraBold"/>
              <a:buNone/>
              <a:defRPr sz="2400" b="0" i="1" u="none" strike="noStrike" cap="none">
                <a:solidFill>
                  <a:schemeClr val="dk1"/>
                </a:solidFill>
                <a:latin typeface="Montserrat ExtraBold"/>
                <a:ea typeface="Montserrat ExtraBold"/>
                <a:cs typeface="Montserrat ExtraBold"/>
                <a:sym typeface="Montserrat ExtraBold"/>
              </a:defRPr>
            </a:lvl8pPr>
            <a:lvl9pPr marR="0" lvl="8" algn="ctr" rtl="0">
              <a:lnSpc>
                <a:spcPct val="100000"/>
              </a:lnSpc>
              <a:spcBef>
                <a:spcPts val="0"/>
              </a:spcBef>
              <a:spcAft>
                <a:spcPts val="0"/>
              </a:spcAft>
              <a:buClr>
                <a:schemeClr val="dk1"/>
              </a:buClr>
              <a:buSzPts val="2400"/>
              <a:buFont typeface="Montserrat ExtraBold"/>
              <a:buNone/>
              <a:defRPr sz="2400" b="0" i="1" u="none" strike="noStrike" cap="none">
                <a:solidFill>
                  <a:schemeClr val="dk1"/>
                </a:solidFill>
                <a:latin typeface="Montserrat ExtraBold"/>
                <a:ea typeface="Montserrat ExtraBold"/>
                <a:cs typeface="Montserrat ExtraBold"/>
                <a:sym typeface="Montserrat ExtraBold"/>
              </a:defRPr>
            </a:lvl9pPr>
          </a:lstStyle>
          <a:p>
            <a:r>
              <a:rPr lang="en" dirty="0">
                <a:solidFill>
                  <a:schemeClr val="lt1"/>
                </a:solidFill>
              </a:rPr>
              <a:t>0</a:t>
            </a:r>
            <a:r>
              <a:rPr lang="en-US" dirty="0">
                <a:solidFill>
                  <a:schemeClr val="lt1"/>
                </a:solidFill>
              </a:rPr>
              <a:t>5</a:t>
            </a:r>
            <a:endParaRPr lang="en" dirty="0">
              <a:solidFill>
                <a:schemeClr val="lt1"/>
              </a:solidFill>
            </a:endParaRPr>
          </a:p>
        </p:txBody>
      </p:sp>
      <p:sp>
        <p:nvSpPr>
          <p:cNvPr id="9" name="Title 12">
            <a:extLst>
              <a:ext uri="{FF2B5EF4-FFF2-40B4-BE49-F238E27FC236}">
                <a16:creationId xmlns:a16="http://schemas.microsoft.com/office/drawing/2014/main" id="{C8189EC7-B75A-AB7E-C8E1-91B7089B0CF9}"/>
              </a:ext>
            </a:extLst>
          </p:cNvPr>
          <p:cNvSpPr txBox="1">
            <a:spLocks/>
          </p:cNvSpPr>
          <p:nvPr/>
        </p:nvSpPr>
        <p:spPr>
          <a:xfrm>
            <a:off x="1660236" y="484189"/>
            <a:ext cx="2911764" cy="7509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300"/>
              <a:buFont typeface="Montserrat ExtraBold"/>
              <a:buNone/>
              <a:defRPr sz="2000" b="0" i="1" u="none" strike="noStrike" cap="none">
                <a:solidFill>
                  <a:schemeClr val="dk1"/>
                </a:solidFill>
                <a:latin typeface="Montserrat ExtraBold"/>
                <a:ea typeface="Montserrat ExtraBold"/>
                <a:cs typeface="Montserrat ExtraBold"/>
                <a:sym typeface="Montserrat ExtraBold"/>
              </a:defRPr>
            </a:lvl1pPr>
            <a:lvl2pPr marR="0" lvl="1" algn="l" rtl="0">
              <a:lnSpc>
                <a:spcPct val="100000"/>
              </a:lnSpc>
              <a:spcBef>
                <a:spcPts val="0"/>
              </a:spcBef>
              <a:spcAft>
                <a:spcPts val="0"/>
              </a:spcAft>
              <a:buClr>
                <a:schemeClr val="dk1"/>
              </a:buClr>
              <a:buSzPts val="2800"/>
              <a:buFont typeface="Montserrat ExtraBold"/>
              <a:buNone/>
              <a:defRPr sz="2800" b="0" i="1" u="none" strike="noStrike" cap="none">
                <a:solidFill>
                  <a:schemeClr val="dk1"/>
                </a:solidFill>
                <a:latin typeface="Montserrat ExtraBold"/>
                <a:ea typeface="Montserrat ExtraBold"/>
                <a:cs typeface="Montserrat ExtraBold"/>
                <a:sym typeface="Montserrat ExtraBold"/>
              </a:defRPr>
            </a:lvl2pPr>
            <a:lvl3pPr marR="0" lvl="2" algn="l" rtl="0">
              <a:lnSpc>
                <a:spcPct val="100000"/>
              </a:lnSpc>
              <a:spcBef>
                <a:spcPts val="0"/>
              </a:spcBef>
              <a:spcAft>
                <a:spcPts val="0"/>
              </a:spcAft>
              <a:buClr>
                <a:schemeClr val="dk1"/>
              </a:buClr>
              <a:buSzPts val="2800"/>
              <a:buFont typeface="Montserrat ExtraBold"/>
              <a:buNone/>
              <a:defRPr sz="2800" b="0" i="1" u="none" strike="noStrike" cap="none">
                <a:solidFill>
                  <a:schemeClr val="dk1"/>
                </a:solidFill>
                <a:latin typeface="Montserrat ExtraBold"/>
                <a:ea typeface="Montserrat ExtraBold"/>
                <a:cs typeface="Montserrat ExtraBold"/>
                <a:sym typeface="Montserrat ExtraBold"/>
              </a:defRPr>
            </a:lvl3pPr>
            <a:lvl4pPr marR="0" lvl="3" algn="l" rtl="0">
              <a:lnSpc>
                <a:spcPct val="100000"/>
              </a:lnSpc>
              <a:spcBef>
                <a:spcPts val="0"/>
              </a:spcBef>
              <a:spcAft>
                <a:spcPts val="0"/>
              </a:spcAft>
              <a:buClr>
                <a:schemeClr val="dk1"/>
              </a:buClr>
              <a:buSzPts val="2800"/>
              <a:buFont typeface="Montserrat ExtraBold"/>
              <a:buNone/>
              <a:defRPr sz="2800" b="0" i="1" u="none" strike="noStrike" cap="none">
                <a:solidFill>
                  <a:schemeClr val="dk1"/>
                </a:solidFill>
                <a:latin typeface="Montserrat ExtraBold"/>
                <a:ea typeface="Montserrat ExtraBold"/>
                <a:cs typeface="Montserrat ExtraBold"/>
                <a:sym typeface="Montserrat ExtraBold"/>
              </a:defRPr>
            </a:lvl4pPr>
            <a:lvl5pPr marR="0" lvl="4" algn="l" rtl="0">
              <a:lnSpc>
                <a:spcPct val="100000"/>
              </a:lnSpc>
              <a:spcBef>
                <a:spcPts val="0"/>
              </a:spcBef>
              <a:spcAft>
                <a:spcPts val="0"/>
              </a:spcAft>
              <a:buClr>
                <a:schemeClr val="dk1"/>
              </a:buClr>
              <a:buSzPts val="2800"/>
              <a:buFont typeface="Montserrat ExtraBold"/>
              <a:buNone/>
              <a:defRPr sz="2800" b="0" i="1" u="none" strike="noStrike" cap="none">
                <a:solidFill>
                  <a:schemeClr val="dk1"/>
                </a:solidFill>
                <a:latin typeface="Montserrat ExtraBold"/>
                <a:ea typeface="Montserrat ExtraBold"/>
                <a:cs typeface="Montserrat ExtraBold"/>
                <a:sym typeface="Montserrat ExtraBold"/>
              </a:defRPr>
            </a:lvl5pPr>
            <a:lvl6pPr marR="0" lvl="5" algn="l" rtl="0">
              <a:lnSpc>
                <a:spcPct val="100000"/>
              </a:lnSpc>
              <a:spcBef>
                <a:spcPts val="0"/>
              </a:spcBef>
              <a:spcAft>
                <a:spcPts val="0"/>
              </a:spcAft>
              <a:buClr>
                <a:schemeClr val="dk1"/>
              </a:buClr>
              <a:buSzPts val="2800"/>
              <a:buFont typeface="Montserrat ExtraBold"/>
              <a:buNone/>
              <a:defRPr sz="2800" b="0" i="1" u="none" strike="noStrike" cap="none">
                <a:solidFill>
                  <a:schemeClr val="dk1"/>
                </a:solidFill>
                <a:latin typeface="Montserrat ExtraBold"/>
                <a:ea typeface="Montserrat ExtraBold"/>
                <a:cs typeface="Montserrat ExtraBold"/>
                <a:sym typeface="Montserrat ExtraBold"/>
              </a:defRPr>
            </a:lvl6pPr>
            <a:lvl7pPr marR="0" lvl="6" algn="l" rtl="0">
              <a:lnSpc>
                <a:spcPct val="100000"/>
              </a:lnSpc>
              <a:spcBef>
                <a:spcPts val="0"/>
              </a:spcBef>
              <a:spcAft>
                <a:spcPts val="0"/>
              </a:spcAft>
              <a:buClr>
                <a:schemeClr val="dk1"/>
              </a:buClr>
              <a:buSzPts val="2800"/>
              <a:buFont typeface="Montserrat ExtraBold"/>
              <a:buNone/>
              <a:defRPr sz="2800" b="0" i="1" u="none" strike="noStrike" cap="none">
                <a:solidFill>
                  <a:schemeClr val="dk1"/>
                </a:solidFill>
                <a:latin typeface="Montserrat ExtraBold"/>
                <a:ea typeface="Montserrat ExtraBold"/>
                <a:cs typeface="Montserrat ExtraBold"/>
                <a:sym typeface="Montserrat ExtraBold"/>
              </a:defRPr>
            </a:lvl7pPr>
            <a:lvl8pPr marR="0" lvl="7" algn="l" rtl="0">
              <a:lnSpc>
                <a:spcPct val="100000"/>
              </a:lnSpc>
              <a:spcBef>
                <a:spcPts val="0"/>
              </a:spcBef>
              <a:spcAft>
                <a:spcPts val="0"/>
              </a:spcAft>
              <a:buClr>
                <a:schemeClr val="dk1"/>
              </a:buClr>
              <a:buSzPts val="2800"/>
              <a:buFont typeface="Montserrat ExtraBold"/>
              <a:buNone/>
              <a:defRPr sz="2800" b="0" i="1" u="none" strike="noStrike" cap="none">
                <a:solidFill>
                  <a:schemeClr val="dk1"/>
                </a:solidFill>
                <a:latin typeface="Montserrat ExtraBold"/>
                <a:ea typeface="Montserrat ExtraBold"/>
                <a:cs typeface="Montserrat ExtraBold"/>
                <a:sym typeface="Montserrat ExtraBold"/>
              </a:defRPr>
            </a:lvl8pPr>
            <a:lvl9pPr marR="0" lvl="8" algn="l" rtl="0">
              <a:lnSpc>
                <a:spcPct val="100000"/>
              </a:lnSpc>
              <a:spcBef>
                <a:spcPts val="0"/>
              </a:spcBef>
              <a:spcAft>
                <a:spcPts val="0"/>
              </a:spcAft>
              <a:buClr>
                <a:schemeClr val="dk1"/>
              </a:buClr>
              <a:buSzPts val="2800"/>
              <a:buFont typeface="Montserrat ExtraBold"/>
              <a:buNone/>
              <a:defRPr sz="2800" b="0" i="1" u="none" strike="noStrike" cap="none">
                <a:solidFill>
                  <a:schemeClr val="dk1"/>
                </a:solidFill>
                <a:latin typeface="Montserrat ExtraBold"/>
                <a:ea typeface="Montserrat ExtraBold"/>
                <a:cs typeface="Montserrat ExtraBold"/>
                <a:sym typeface="Montserrat ExtraBold"/>
              </a:defRPr>
            </a:lvl9pPr>
          </a:lstStyle>
          <a:p>
            <a:r>
              <a:rPr lang="en-US" dirty="0" err="1">
                <a:effectLst/>
                <a:latin typeface="Montserrat ExtraBold" panose="00000900000000000000" pitchFamily="2" charset="0"/>
                <a:ea typeface="Calibri" panose="020F0502020204030204" pitchFamily="34" charset="0"/>
                <a:cs typeface="Arial" panose="020B0604020202020204" pitchFamily="34" charset="0"/>
              </a:rPr>
              <a:t>Removids</a:t>
            </a:r>
            <a:endParaRPr lang="en-US" dirty="0">
              <a:effectLst/>
              <a:latin typeface="Montserrat ExtraBold" panose="00000900000000000000" pitchFamily="2" charset="0"/>
              <a:ea typeface="Calibri" panose="020F0502020204030204" pitchFamily="34" charset="0"/>
              <a:cs typeface="Arial" panose="020B0604020202020204" pitchFamily="34" charset="0"/>
            </a:endParaRPr>
          </a:p>
          <a:p>
            <a:r>
              <a:rPr lang="en-US" dirty="0">
                <a:effectLst/>
                <a:latin typeface="Montserrat ExtraBold" panose="00000900000000000000" pitchFamily="2" charset="0"/>
                <a:ea typeface="Calibri" panose="020F0502020204030204" pitchFamily="34" charset="0"/>
                <a:cs typeface="Arial" panose="020B0604020202020204" pitchFamily="34" charset="0"/>
              </a:rPr>
              <a:t> platform</a:t>
            </a:r>
            <a:endParaRPr lang="en-US" dirty="0">
              <a:latin typeface="Montserrat ExtraBold" panose="00000900000000000000" pitchFamily="2" charset="0"/>
            </a:endParaRPr>
          </a:p>
        </p:txBody>
      </p:sp>
      <p:pic>
        <p:nvPicPr>
          <p:cNvPr id="10" name="Picture 9">
            <a:extLst>
              <a:ext uri="{FF2B5EF4-FFF2-40B4-BE49-F238E27FC236}">
                <a16:creationId xmlns:a16="http://schemas.microsoft.com/office/drawing/2014/main" id="{77DDB90D-051F-43BB-8A9C-97211AB22CC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36267" y="541146"/>
            <a:ext cx="4779565" cy="3735174"/>
          </a:xfrm>
          <a:prstGeom prst="rect">
            <a:avLst/>
          </a:prstGeom>
          <a:effectLst>
            <a:outerShdw blurRad="63500" sx="102000" sy="102000" algn="ctr" rotWithShape="0">
              <a:prstClr val="black">
                <a:alpha val="40000"/>
              </a:prstClr>
            </a:outerShdw>
          </a:effectLst>
        </p:spPr>
      </p:pic>
      <p:sp>
        <p:nvSpPr>
          <p:cNvPr id="11" name="Flowchart: Connector 10">
            <a:extLst>
              <a:ext uri="{FF2B5EF4-FFF2-40B4-BE49-F238E27FC236}">
                <a16:creationId xmlns:a16="http://schemas.microsoft.com/office/drawing/2014/main" id="{4EE030BE-59E1-62D4-9BFD-C348015045BF}"/>
              </a:ext>
            </a:extLst>
          </p:cNvPr>
          <p:cNvSpPr/>
          <p:nvPr/>
        </p:nvSpPr>
        <p:spPr>
          <a:xfrm>
            <a:off x="5574666" y="1235089"/>
            <a:ext cx="3013839" cy="2933439"/>
          </a:xfrm>
          <a:prstGeom prst="flowChartConnector">
            <a:avLst/>
          </a:prstGeom>
          <a:noFill/>
          <a:ln w="1619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extBox 13">
            <a:extLst>
              <a:ext uri="{FF2B5EF4-FFF2-40B4-BE49-F238E27FC236}">
                <a16:creationId xmlns:a16="http://schemas.microsoft.com/office/drawing/2014/main" id="{A4D36035-0DB7-00A0-56ED-35E2DE01C5D5}"/>
              </a:ext>
            </a:extLst>
          </p:cNvPr>
          <p:cNvSpPr txBox="1"/>
          <p:nvPr/>
        </p:nvSpPr>
        <p:spPr>
          <a:xfrm>
            <a:off x="7595911" y="4459202"/>
            <a:ext cx="1566760" cy="307777"/>
          </a:xfrm>
          <a:prstGeom prst="rect">
            <a:avLst/>
          </a:prstGeom>
          <a:noFill/>
        </p:spPr>
        <p:txBody>
          <a:bodyPr wrap="square" rtlCol="0">
            <a:spAutoFit/>
          </a:bodyPr>
          <a:lstStyle/>
          <a:p>
            <a:pPr algn="ctr"/>
            <a:r>
              <a:rPr lang="en-US" i="1" dirty="0">
                <a:latin typeface="Montserrat ExtraBold" panose="00000900000000000000" pitchFamily="2" charset="0"/>
              </a:rPr>
              <a:t>REMONTADA</a:t>
            </a:r>
          </a:p>
        </p:txBody>
      </p:sp>
      <p:sp>
        <p:nvSpPr>
          <p:cNvPr id="16" name="TextBox 15">
            <a:extLst>
              <a:ext uri="{FF2B5EF4-FFF2-40B4-BE49-F238E27FC236}">
                <a16:creationId xmlns:a16="http://schemas.microsoft.com/office/drawing/2014/main" id="{D094C950-F9A9-1108-0132-4536F1FADE0F}"/>
              </a:ext>
            </a:extLst>
          </p:cNvPr>
          <p:cNvSpPr txBox="1"/>
          <p:nvPr/>
        </p:nvSpPr>
        <p:spPr>
          <a:xfrm>
            <a:off x="341153" y="1289104"/>
            <a:ext cx="4764314" cy="3477875"/>
          </a:xfrm>
          <a:prstGeom prst="rect">
            <a:avLst/>
          </a:prstGeom>
          <a:noFill/>
        </p:spPr>
        <p:txBody>
          <a:bodyPr wrap="square">
            <a:spAutoFit/>
          </a:bodyPr>
          <a:lstStyle/>
          <a:p>
            <a:r>
              <a:rPr lang="en-GB" sz="2000" i="1" dirty="0">
                <a:solidFill>
                  <a:schemeClr val="accent6"/>
                </a:solidFill>
                <a:latin typeface="Montserrat ExtraBold" panose="00000900000000000000" pitchFamily="2" charset="0"/>
              </a:rPr>
              <a:t>Our website features an integrated platform for users to enhance their fitness and skills through interactive video sessions.</a:t>
            </a:r>
          </a:p>
          <a:p>
            <a:r>
              <a:rPr lang="en-GB" sz="2000" i="1" dirty="0">
                <a:solidFill>
                  <a:schemeClr val="accent6"/>
                </a:solidFill>
                <a:latin typeface="Montserrat ExtraBold" panose="00000900000000000000" pitchFamily="2" charset="0"/>
              </a:rPr>
              <a:t> </a:t>
            </a:r>
          </a:p>
          <a:p>
            <a:r>
              <a:rPr lang="en-GB" sz="2000" i="1" dirty="0">
                <a:solidFill>
                  <a:schemeClr val="accent6"/>
                </a:solidFill>
                <a:latin typeface="Montserrat ExtraBold" panose="00000900000000000000" pitchFamily="2" charset="0"/>
              </a:rPr>
              <a:t>Engage with other players, perform workouts, and improve your skills. The more you interact, the more points you earn!</a:t>
            </a:r>
            <a:endParaRPr lang="en-US" sz="2000" i="1" dirty="0">
              <a:solidFill>
                <a:schemeClr val="accent6"/>
              </a:solidFill>
              <a:latin typeface="Montserrat ExtraBold" panose="00000900000000000000" pitchFamily="2" charset="0"/>
            </a:endParaRPr>
          </a:p>
        </p:txBody>
      </p:sp>
      <p:pic>
        <p:nvPicPr>
          <p:cNvPr id="18" name="Graphic 17" descr="Video camera with solid fill">
            <a:extLst>
              <a:ext uri="{FF2B5EF4-FFF2-40B4-BE49-F238E27FC236}">
                <a16:creationId xmlns:a16="http://schemas.microsoft.com/office/drawing/2014/main" id="{DB32A642-DA6F-B475-A4EE-CD92B51B193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893489" y="4155890"/>
            <a:ext cx="914400" cy="914400"/>
          </a:xfrm>
          <a:prstGeom prst="rect">
            <a:avLst/>
          </a:prstGeom>
        </p:spPr>
      </p:pic>
    </p:spTree>
    <p:extLst>
      <p:ext uri="{BB962C8B-B14F-4D97-AF65-F5344CB8AC3E}">
        <p14:creationId xmlns:p14="http://schemas.microsoft.com/office/powerpoint/2010/main" val="1581244371"/>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heel(1)">
                                      <p:cBhvr>
                                        <p:cTn id="7" dur="7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A0F94B07-03D9-40D7-1205-2954C6FB2A32}"/>
              </a:ext>
            </a:extLst>
          </p:cNvPr>
          <p:cNvSpPr txBox="1"/>
          <p:nvPr/>
        </p:nvSpPr>
        <p:spPr>
          <a:xfrm>
            <a:off x="7595911" y="4459202"/>
            <a:ext cx="1566760" cy="307777"/>
          </a:xfrm>
          <a:prstGeom prst="rect">
            <a:avLst/>
          </a:prstGeom>
          <a:noFill/>
        </p:spPr>
        <p:txBody>
          <a:bodyPr wrap="square" rtlCol="0">
            <a:spAutoFit/>
          </a:bodyPr>
          <a:lstStyle/>
          <a:p>
            <a:pPr algn="ctr"/>
            <a:r>
              <a:rPr lang="en-US" i="1" dirty="0">
                <a:latin typeface="Montserrat ExtraBold" panose="00000900000000000000" pitchFamily="2" charset="0"/>
              </a:rPr>
              <a:t>REMONTADA</a:t>
            </a:r>
          </a:p>
        </p:txBody>
      </p:sp>
      <p:sp>
        <p:nvSpPr>
          <p:cNvPr id="10" name="Rectangle: Rounded Corners 9">
            <a:extLst>
              <a:ext uri="{FF2B5EF4-FFF2-40B4-BE49-F238E27FC236}">
                <a16:creationId xmlns:a16="http://schemas.microsoft.com/office/drawing/2014/main" id="{A055B081-9678-E088-FAE3-E5782AB2CC10}"/>
              </a:ext>
            </a:extLst>
          </p:cNvPr>
          <p:cNvSpPr/>
          <p:nvPr/>
        </p:nvSpPr>
        <p:spPr>
          <a:xfrm>
            <a:off x="2269354" y="472441"/>
            <a:ext cx="4605292" cy="708659"/>
          </a:xfrm>
          <a:prstGeom prst="roundRect">
            <a:avLst>
              <a:gd name="adj" fmla="val 50000"/>
            </a:avLst>
          </a:prstGeom>
          <a:solidFill>
            <a:schemeClr val="bg1"/>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000" i="1" dirty="0">
                <a:solidFill>
                  <a:schemeClr val="tx1"/>
                </a:solidFill>
                <a:latin typeface="Montserrat ExtraBold" panose="00000900000000000000" pitchFamily="2" charset="0"/>
                <a:cs typeface="Arial Black" panose="020B0604020202020204" pitchFamily="34" charset="0"/>
              </a:rPr>
              <a:t>Rating System </a:t>
            </a:r>
            <a:endParaRPr lang="en-US" sz="4000" i="1" dirty="0">
              <a:solidFill>
                <a:schemeClr val="tx1"/>
              </a:solidFill>
              <a:latin typeface="Montserrat ExtraBold" panose="00000900000000000000" pitchFamily="2" charset="0"/>
              <a:cs typeface="Arial Black" panose="020B0604020202020204" pitchFamily="34" charset="0"/>
            </a:endParaRPr>
          </a:p>
        </p:txBody>
      </p:sp>
      <p:pic>
        <p:nvPicPr>
          <p:cNvPr id="12" name="Graphic 11" descr="Chevron arrows with solid fill">
            <a:extLst>
              <a:ext uri="{FF2B5EF4-FFF2-40B4-BE49-F238E27FC236}">
                <a16:creationId xmlns:a16="http://schemas.microsoft.com/office/drawing/2014/main" id="{D39CD3C3-2CB6-64E1-918D-B74B0A1B8D9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6200000">
            <a:off x="633688" y="2114550"/>
            <a:ext cx="914400" cy="914400"/>
          </a:xfrm>
          <a:prstGeom prst="rect">
            <a:avLst/>
          </a:prstGeom>
        </p:spPr>
      </p:pic>
      <p:pic>
        <p:nvPicPr>
          <p:cNvPr id="13" name="Graphic 12" descr="Chevron arrows with solid fill">
            <a:extLst>
              <a:ext uri="{FF2B5EF4-FFF2-40B4-BE49-F238E27FC236}">
                <a16:creationId xmlns:a16="http://schemas.microsoft.com/office/drawing/2014/main" id="{4DEB7294-E73D-B098-C327-77614ED14FC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5400000">
            <a:off x="7362148" y="2114550"/>
            <a:ext cx="914400" cy="914400"/>
          </a:xfrm>
          <a:prstGeom prst="rect">
            <a:avLst/>
          </a:prstGeom>
        </p:spPr>
      </p:pic>
      <p:sp>
        <p:nvSpPr>
          <p:cNvPr id="3" name="Google Shape;966;p33">
            <a:extLst>
              <a:ext uri="{FF2B5EF4-FFF2-40B4-BE49-F238E27FC236}">
                <a16:creationId xmlns:a16="http://schemas.microsoft.com/office/drawing/2014/main" id="{B6158947-6241-D759-26DF-19A523425628}"/>
              </a:ext>
            </a:extLst>
          </p:cNvPr>
          <p:cNvSpPr/>
          <p:nvPr/>
        </p:nvSpPr>
        <p:spPr>
          <a:xfrm>
            <a:off x="262887" y="-370800"/>
            <a:ext cx="741600" cy="7416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 name="TextBox 4">
            <a:extLst>
              <a:ext uri="{FF2B5EF4-FFF2-40B4-BE49-F238E27FC236}">
                <a16:creationId xmlns:a16="http://schemas.microsoft.com/office/drawing/2014/main" id="{2AAA42EB-7F8D-BFE6-76F7-FE30AB81E112}"/>
              </a:ext>
            </a:extLst>
          </p:cNvPr>
          <p:cNvSpPr txBox="1"/>
          <p:nvPr/>
        </p:nvSpPr>
        <p:spPr>
          <a:xfrm>
            <a:off x="2105977" y="1281622"/>
            <a:ext cx="4932045" cy="3785652"/>
          </a:xfrm>
          <a:prstGeom prst="rect">
            <a:avLst/>
          </a:prstGeom>
          <a:noFill/>
        </p:spPr>
        <p:txBody>
          <a:bodyPr wrap="square">
            <a:spAutoFit/>
          </a:bodyPr>
          <a:lstStyle/>
          <a:p>
            <a:pPr algn="l"/>
            <a:r>
              <a:rPr lang="en-GB" sz="2000" b="1" dirty="0">
                <a:solidFill>
                  <a:schemeClr val="accent6"/>
                </a:solidFill>
                <a:latin typeface="Montserrat ExtraBold" panose="00000900000000000000" pitchFamily="2" charset="0"/>
              </a:rPr>
              <a:t>Every user had rating System made of points</a:t>
            </a:r>
          </a:p>
          <a:p>
            <a:pPr algn="l"/>
            <a:r>
              <a:rPr lang="en-GB" sz="2000" b="1" dirty="0">
                <a:solidFill>
                  <a:schemeClr val="accent6"/>
                </a:solidFill>
                <a:latin typeface="Montserrat ExtraBold" panose="00000900000000000000" pitchFamily="2" charset="0"/>
              </a:rPr>
              <a:t>After any exercise you do you will take some points (10-50) depends on the difficulty of this exercise </a:t>
            </a:r>
          </a:p>
          <a:p>
            <a:pPr algn="l"/>
            <a:r>
              <a:rPr lang="en-GB" sz="2000" b="1" dirty="0">
                <a:solidFill>
                  <a:schemeClr val="accent6"/>
                </a:solidFill>
                <a:latin typeface="Montserrat ExtraBold" panose="00000900000000000000" pitchFamily="2" charset="0"/>
              </a:rPr>
              <a:t>The main reason for this is to know the progress of the user after using the app</a:t>
            </a:r>
          </a:p>
          <a:p>
            <a:pPr algn="l"/>
            <a:r>
              <a:rPr lang="en-GB" sz="2000" b="1" dirty="0">
                <a:solidFill>
                  <a:schemeClr val="accent6"/>
                </a:solidFill>
                <a:latin typeface="Montserrat ExtraBold" panose="00000900000000000000" pitchFamily="2" charset="0"/>
              </a:rPr>
              <a:t>The tournaments are also use the rating System, there are three types of tournaments:</a:t>
            </a:r>
          </a:p>
          <a:p>
            <a:pPr algn="ctr"/>
            <a:endParaRPr lang="en-GB" sz="2000" i="1" dirty="0">
              <a:solidFill>
                <a:schemeClr val="accent6"/>
              </a:solidFill>
              <a:latin typeface="Montserrat ExtraBold" panose="00000900000000000000" pitchFamily="2" charset="0"/>
              <a:cs typeface="Aharoni" panose="02010803020104030203" pitchFamily="2" charset="-79"/>
            </a:endParaRPr>
          </a:p>
        </p:txBody>
      </p:sp>
    </p:spTree>
    <p:extLst>
      <p:ext uri="{BB962C8B-B14F-4D97-AF65-F5344CB8AC3E}">
        <p14:creationId xmlns:p14="http://schemas.microsoft.com/office/powerpoint/2010/main" val="273912497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A0F94B07-03D9-40D7-1205-2954C6FB2A32}"/>
              </a:ext>
            </a:extLst>
          </p:cNvPr>
          <p:cNvSpPr txBox="1"/>
          <p:nvPr/>
        </p:nvSpPr>
        <p:spPr>
          <a:xfrm>
            <a:off x="7595911" y="4459202"/>
            <a:ext cx="1566760" cy="307777"/>
          </a:xfrm>
          <a:prstGeom prst="rect">
            <a:avLst/>
          </a:prstGeom>
          <a:noFill/>
        </p:spPr>
        <p:txBody>
          <a:bodyPr wrap="square" rtlCol="0">
            <a:spAutoFit/>
          </a:bodyPr>
          <a:lstStyle/>
          <a:p>
            <a:pPr algn="ctr"/>
            <a:r>
              <a:rPr lang="en-US" i="1" dirty="0">
                <a:latin typeface="Montserrat ExtraBold" panose="00000900000000000000" pitchFamily="2" charset="0"/>
              </a:rPr>
              <a:t>REMONTADA</a:t>
            </a:r>
          </a:p>
        </p:txBody>
      </p:sp>
      <p:sp>
        <p:nvSpPr>
          <p:cNvPr id="10" name="Rectangle: Rounded Corners 9">
            <a:extLst>
              <a:ext uri="{FF2B5EF4-FFF2-40B4-BE49-F238E27FC236}">
                <a16:creationId xmlns:a16="http://schemas.microsoft.com/office/drawing/2014/main" id="{A055B081-9678-E088-FAE3-E5782AB2CC10}"/>
              </a:ext>
            </a:extLst>
          </p:cNvPr>
          <p:cNvSpPr/>
          <p:nvPr/>
        </p:nvSpPr>
        <p:spPr>
          <a:xfrm>
            <a:off x="2269354" y="472441"/>
            <a:ext cx="4605292" cy="708659"/>
          </a:xfrm>
          <a:prstGeom prst="roundRect">
            <a:avLst>
              <a:gd name="adj" fmla="val 50000"/>
            </a:avLst>
          </a:prstGeom>
          <a:solidFill>
            <a:schemeClr val="bg1"/>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000" i="1" dirty="0">
                <a:solidFill>
                  <a:schemeClr val="tx1"/>
                </a:solidFill>
                <a:latin typeface="Montserrat ExtraBold" panose="00000900000000000000" pitchFamily="2" charset="0"/>
                <a:cs typeface="Arial Black" panose="020B0604020202020204" pitchFamily="34" charset="0"/>
              </a:rPr>
              <a:t>Rating System </a:t>
            </a:r>
            <a:endParaRPr lang="en-US" sz="4000" i="1" dirty="0">
              <a:solidFill>
                <a:schemeClr val="tx1"/>
              </a:solidFill>
              <a:latin typeface="Montserrat ExtraBold" panose="00000900000000000000" pitchFamily="2" charset="0"/>
              <a:cs typeface="Arial Black" panose="020B0604020202020204" pitchFamily="34" charset="0"/>
            </a:endParaRPr>
          </a:p>
        </p:txBody>
      </p:sp>
      <p:sp>
        <p:nvSpPr>
          <p:cNvPr id="11" name="Rectangle: Rounded Corners 10">
            <a:extLst>
              <a:ext uri="{FF2B5EF4-FFF2-40B4-BE49-F238E27FC236}">
                <a16:creationId xmlns:a16="http://schemas.microsoft.com/office/drawing/2014/main" id="{83F4F8A4-01D0-0DF2-689A-E0EBE211767A}"/>
              </a:ext>
            </a:extLst>
          </p:cNvPr>
          <p:cNvSpPr/>
          <p:nvPr/>
        </p:nvSpPr>
        <p:spPr>
          <a:xfrm>
            <a:off x="2613038" y="1623300"/>
            <a:ext cx="3917923" cy="2835902"/>
          </a:xfrm>
          <a:prstGeom prst="roundRect">
            <a:avLst/>
          </a:prstGeom>
          <a:solidFill>
            <a:schemeClr val="bg1">
              <a:lumMod val="90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GB" sz="2000" b="1" i="1" dirty="0">
                <a:solidFill>
                  <a:schemeClr val="tx1"/>
                </a:solidFill>
                <a:latin typeface="Montserrat ExtraBold" panose="00000900000000000000" pitchFamily="2" charset="0"/>
              </a:rPr>
              <a:t>The beginners tournaments</a:t>
            </a:r>
          </a:p>
          <a:p>
            <a:pPr algn="ctr"/>
            <a:endParaRPr lang="en-GB" sz="2000" b="1" i="1" dirty="0">
              <a:solidFill>
                <a:schemeClr val="tx1"/>
              </a:solidFill>
              <a:latin typeface="Montserrat ExtraBold" panose="00000900000000000000" pitchFamily="2" charset="0"/>
            </a:endParaRPr>
          </a:p>
          <a:p>
            <a:pPr algn="ctr"/>
            <a:r>
              <a:rPr lang="en-GB" sz="2000" b="1" i="1" dirty="0">
                <a:solidFill>
                  <a:schemeClr val="tx1"/>
                </a:solidFill>
                <a:latin typeface="Montserrat ExtraBold" panose="00000900000000000000" pitchFamily="2" charset="0"/>
              </a:rPr>
              <a:t>This type made for beginner on app </a:t>
            </a:r>
          </a:p>
          <a:p>
            <a:pPr algn="ctr"/>
            <a:endParaRPr lang="en-GB" sz="2000" b="1" i="1" dirty="0">
              <a:solidFill>
                <a:schemeClr val="tx1"/>
              </a:solidFill>
              <a:latin typeface="Montserrat ExtraBold" panose="00000900000000000000" pitchFamily="2" charset="0"/>
            </a:endParaRPr>
          </a:p>
          <a:p>
            <a:pPr algn="ctr"/>
            <a:r>
              <a:rPr lang="en-GB" sz="2000" b="1" i="1" dirty="0">
                <a:solidFill>
                  <a:schemeClr val="tx1"/>
                </a:solidFill>
                <a:latin typeface="Montserrat ExtraBold" panose="00000900000000000000" pitchFamily="2" charset="0"/>
              </a:rPr>
              <a:t>The rating (400-1200) points </a:t>
            </a:r>
          </a:p>
        </p:txBody>
      </p:sp>
      <p:pic>
        <p:nvPicPr>
          <p:cNvPr id="12" name="Graphic 11" descr="Chevron arrows with solid fill">
            <a:extLst>
              <a:ext uri="{FF2B5EF4-FFF2-40B4-BE49-F238E27FC236}">
                <a16:creationId xmlns:a16="http://schemas.microsoft.com/office/drawing/2014/main" id="{D39CD3C3-2CB6-64E1-918D-B74B0A1B8D9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6200000">
            <a:off x="633688" y="2114550"/>
            <a:ext cx="914400" cy="914400"/>
          </a:xfrm>
          <a:prstGeom prst="rect">
            <a:avLst/>
          </a:prstGeom>
        </p:spPr>
      </p:pic>
      <p:pic>
        <p:nvPicPr>
          <p:cNvPr id="13" name="Graphic 12" descr="Chevron arrows with solid fill">
            <a:extLst>
              <a:ext uri="{FF2B5EF4-FFF2-40B4-BE49-F238E27FC236}">
                <a16:creationId xmlns:a16="http://schemas.microsoft.com/office/drawing/2014/main" id="{4DEB7294-E73D-B098-C327-77614ED14FC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5400000">
            <a:off x="7362148" y="2114550"/>
            <a:ext cx="914400" cy="914400"/>
          </a:xfrm>
          <a:prstGeom prst="rect">
            <a:avLst/>
          </a:prstGeom>
        </p:spPr>
      </p:pic>
      <p:sp>
        <p:nvSpPr>
          <p:cNvPr id="14" name="Google Shape;966;p33">
            <a:extLst>
              <a:ext uri="{FF2B5EF4-FFF2-40B4-BE49-F238E27FC236}">
                <a16:creationId xmlns:a16="http://schemas.microsoft.com/office/drawing/2014/main" id="{A2586209-3B23-A31F-55E0-35677DC71B9D}"/>
              </a:ext>
            </a:extLst>
          </p:cNvPr>
          <p:cNvSpPr/>
          <p:nvPr/>
        </p:nvSpPr>
        <p:spPr>
          <a:xfrm>
            <a:off x="262887" y="-370800"/>
            <a:ext cx="741600" cy="7416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50293390"/>
      </p:ext>
    </p:extLst>
  </p:cSld>
  <p:clrMapOvr>
    <a:masterClrMapping/>
  </p:clrMapOvr>
  <p:transition spd="slow">
    <p:cove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A0F94B07-03D9-40D7-1205-2954C6FB2A32}"/>
              </a:ext>
            </a:extLst>
          </p:cNvPr>
          <p:cNvSpPr txBox="1"/>
          <p:nvPr/>
        </p:nvSpPr>
        <p:spPr>
          <a:xfrm>
            <a:off x="7595911" y="4459202"/>
            <a:ext cx="1566760" cy="307777"/>
          </a:xfrm>
          <a:prstGeom prst="rect">
            <a:avLst/>
          </a:prstGeom>
          <a:noFill/>
        </p:spPr>
        <p:txBody>
          <a:bodyPr wrap="square" rtlCol="0">
            <a:spAutoFit/>
          </a:bodyPr>
          <a:lstStyle/>
          <a:p>
            <a:pPr algn="ctr"/>
            <a:r>
              <a:rPr lang="en-US" i="1" dirty="0">
                <a:latin typeface="Montserrat ExtraBold" panose="00000900000000000000" pitchFamily="2" charset="0"/>
              </a:rPr>
              <a:t>REMONTADA</a:t>
            </a:r>
          </a:p>
        </p:txBody>
      </p:sp>
      <p:sp>
        <p:nvSpPr>
          <p:cNvPr id="10" name="Rectangle: Rounded Corners 9">
            <a:extLst>
              <a:ext uri="{FF2B5EF4-FFF2-40B4-BE49-F238E27FC236}">
                <a16:creationId xmlns:a16="http://schemas.microsoft.com/office/drawing/2014/main" id="{A055B081-9678-E088-FAE3-E5782AB2CC10}"/>
              </a:ext>
            </a:extLst>
          </p:cNvPr>
          <p:cNvSpPr/>
          <p:nvPr/>
        </p:nvSpPr>
        <p:spPr>
          <a:xfrm>
            <a:off x="2269354" y="472441"/>
            <a:ext cx="4605292" cy="708659"/>
          </a:xfrm>
          <a:prstGeom prst="roundRect">
            <a:avLst>
              <a:gd name="adj" fmla="val 50000"/>
            </a:avLst>
          </a:prstGeom>
          <a:solidFill>
            <a:schemeClr val="bg1"/>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000" i="1" dirty="0">
                <a:solidFill>
                  <a:schemeClr val="tx1"/>
                </a:solidFill>
                <a:latin typeface="Montserrat ExtraBold" panose="00000900000000000000" pitchFamily="2" charset="0"/>
                <a:cs typeface="Arial Black" panose="020B0604020202020204" pitchFamily="34" charset="0"/>
              </a:rPr>
              <a:t>Rating System </a:t>
            </a:r>
            <a:endParaRPr lang="en-US" sz="4000" i="1" dirty="0">
              <a:solidFill>
                <a:schemeClr val="tx1"/>
              </a:solidFill>
              <a:latin typeface="Montserrat ExtraBold" panose="00000900000000000000" pitchFamily="2" charset="0"/>
              <a:cs typeface="Arial Black" panose="020B0604020202020204" pitchFamily="34" charset="0"/>
            </a:endParaRPr>
          </a:p>
        </p:txBody>
      </p:sp>
      <p:pic>
        <p:nvPicPr>
          <p:cNvPr id="12" name="Graphic 11" descr="Chevron arrows with solid fill">
            <a:extLst>
              <a:ext uri="{FF2B5EF4-FFF2-40B4-BE49-F238E27FC236}">
                <a16:creationId xmlns:a16="http://schemas.microsoft.com/office/drawing/2014/main" id="{D39CD3C3-2CB6-64E1-918D-B74B0A1B8D9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6200000">
            <a:off x="633688" y="2114550"/>
            <a:ext cx="914400" cy="914400"/>
          </a:xfrm>
          <a:prstGeom prst="rect">
            <a:avLst/>
          </a:prstGeom>
        </p:spPr>
      </p:pic>
      <p:pic>
        <p:nvPicPr>
          <p:cNvPr id="13" name="Graphic 12" descr="Chevron arrows with solid fill">
            <a:extLst>
              <a:ext uri="{FF2B5EF4-FFF2-40B4-BE49-F238E27FC236}">
                <a16:creationId xmlns:a16="http://schemas.microsoft.com/office/drawing/2014/main" id="{4DEB7294-E73D-B098-C327-77614ED14FC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5400000">
            <a:off x="7362148" y="2114550"/>
            <a:ext cx="914400" cy="914400"/>
          </a:xfrm>
          <a:prstGeom prst="rect">
            <a:avLst/>
          </a:prstGeom>
        </p:spPr>
      </p:pic>
      <p:sp>
        <p:nvSpPr>
          <p:cNvPr id="2" name="Rectangle: Rounded Corners 1">
            <a:extLst>
              <a:ext uri="{FF2B5EF4-FFF2-40B4-BE49-F238E27FC236}">
                <a16:creationId xmlns:a16="http://schemas.microsoft.com/office/drawing/2014/main" id="{83487C41-16B5-B4AE-E4AC-43164AB43B97}"/>
              </a:ext>
            </a:extLst>
          </p:cNvPr>
          <p:cNvSpPr/>
          <p:nvPr/>
        </p:nvSpPr>
        <p:spPr>
          <a:xfrm>
            <a:off x="2567939" y="1516379"/>
            <a:ext cx="3913607" cy="2941951"/>
          </a:xfrm>
          <a:prstGeom prst="roundRect">
            <a:avLst/>
          </a:prstGeom>
          <a:solidFill>
            <a:schemeClr val="bg1">
              <a:lumMod val="90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GB" sz="2000" b="1" dirty="0">
                <a:solidFill>
                  <a:schemeClr val="tx1"/>
                </a:solidFill>
                <a:latin typeface="Montserrat ExtraBold" panose="00000900000000000000" pitchFamily="2" charset="0"/>
              </a:rPr>
              <a:t>The experts tournaments </a:t>
            </a:r>
          </a:p>
          <a:p>
            <a:pPr algn="ctr"/>
            <a:endParaRPr lang="en-GB" sz="2000" b="1" dirty="0">
              <a:solidFill>
                <a:schemeClr val="tx1"/>
              </a:solidFill>
              <a:latin typeface="Montserrat ExtraBold" panose="00000900000000000000" pitchFamily="2" charset="0"/>
            </a:endParaRPr>
          </a:p>
          <a:p>
            <a:pPr algn="ctr"/>
            <a:r>
              <a:rPr lang="en-GB" sz="2000" b="1" dirty="0">
                <a:solidFill>
                  <a:schemeClr val="tx1"/>
                </a:solidFill>
                <a:latin typeface="Montserrat ExtraBold" panose="00000900000000000000" pitchFamily="2" charset="0"/>
              </a:rPr>
              <a:t>This type made for the good player that uses the app for a long time and when a lot of games</a:t>
            </a:r>
          </a:p>
          <a:p>
            <a:pPr algn="ctr"/>
            <a:r>
              <a:rPr lang="en-GB" sz="2000" b="1" dirty="0">
                <a:solidFill>
                  <a:schemeClr val="tx1"/>
                </a:solidFill>
                <a:latin typeface="Montserrat ExtraBold" panose="00000900000000000000" pitchFamily="2" charset="0"/>
              </a:rPr>
              <a:t>The rating (1200-4000)</a:t>
            </a:r>
            <a:endParaRPr lang="en-US" sz="2000" b="1" dirty="0">
              <a:solidFill>
                <a:schemeClr val="tx1"/>
              </a:solidFill>
              <a:latin typeface="Montserrat ExtraBold" panose="00000900000000000000" pitchFamily="2" charset="0"/>
            </a:endParaRPr>
          </a:p>
        </p:txBody>
      </p:sp>
      <p:sp>
        <p:nvSpPr>
          <p:cNvPr id="3" name="Google Shape;966;p33">
            <a:extLst>
              <a:ext uri="{FF2B5EF4-FFF2-40B4-BE49-F238E27FC236}">
                <a16:creationId xmlns:a16="http://schemas.microsoft.com/office/drawing/2014/main" id="{B6158947-6241-D759-26DF-19A523425628}"/>
              </a:ext>
            </a:extLst>
          </p:cNvPr>
          <p:cNvSpPr/>
          <p:nvPr/>
        </p:nvSpPr>
        <p:spPr>
          <a:xfrm>
            <a:off x="262887" y="-370800"/>
            <a:ext cx="741600" cy="7416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68532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A0F94B07-03D9-40D7-1205-2954C6FB2A32}"/>
              </a:ext>
            </a:extLst>
          </p:cNvPr>
          <p:cNvSpPr txBox="1"/>
          <p:nvPr/>
        </p:nvSpPr>
        <p:spPr>
          <a:xfrm>
            <a:off x="7595911" y="4459202"/>
            <a:ext cx="1566760" cy="307777"/>
          </a:xfrm>
          <a:prstGeom prst="rect">
            <a:avLst/>
          </a:prstGeom>
          <a:noFill/>
        </p:spPr>
        <p:txBody>
          <a:bodyPr wrap="square" rtlCol="0">
            <a:spAutoFit/>
          </a:bodyPr>
          <a:lstStyle/>
          <a:p>
            <a:pPr algn="ctr"/>
            <a:r>
              <a:rPr lang="en-US" i="1" dirty="0">
                <a:latin typeface="Montserrat ExtraBold" panose="00000900000000000000" pitchFamily="2" charset="0"/>
              </a:rPr>
              <a:t>REMONTADA</a:t>
            </a:r>
          </a:p>
        </p:txBody>
      </p:sp>
      <p:sp>
        <p:nvSpPr>
          <p:cNvPr id="10" name="Rectangle: Rounded Corners 9">
            <a:extLst>
              <a:ext uri="{FF2B5EF4-FFF2-40B4-BE49-F238E27FC236}">
                <a16:creationId xmlns:a16="http://schemas.microsoft.com/office/drawing/2014/main" id="{A055B081-9678-E088-FAE3-E5782AB2CC10}"/>
              </a:ext>
            </a:extLst>
          </p:cNvPr>
          <p:cNvSpPr/>
          <p:nvPr/>
        </p:nvSpPr>
        <p:spPr>
          <a:xfrm>
            <a:off x="2269354" y="472441"/>
            <a:ext cx="4605292" cy="708659"/>
          </a:xfrm>
          <a:prstGeom prst="roundRect">
            <a:avLst>
              <a:gd name="adj" fmla="val 50000"/>
            </a:avLst>
          </a:prstGeom>
          <a:solidFill>
            <a:schemeClr val="bg1"/>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000" i="1" dirty="0">
                <a:solidFill>
                  <a:schemeClr val="tx1"/>
                </a:solidFill>
                <a:latin typeface="Montserrat ExtraBold" panose="00000900000000000000" pitchFamily="2" charset="0"/>
                <a:cs typeface="Arial Black" panose="020B0604020202020204" pitchFamily="34" charset="0"/>
              </a:rPr>
              <a:t>Rating System </a:t>
            </a:r>
            <a:endParaRPr lang="en-US" sz="4000" i="1" dirty="0">
              <a:solidFill>
                <a:schemeClr val="tx1"/>
              </a:solidFill>
              <a:latin typeface="Montserrat ExtraBold" panose="00000900000000000000" pitchFamily="2" charset="0"/>
              <a:cs typeface="Arial Black" panose="020B0604020202020204" pitchFamily="34" charset="0"/>
            </a:endParaRPr>
          </a:p>
        </p:txBody>
      </p:sp>
      <p:pic>
        <p:nvPicPr>
          <p:cNvPr id="12" name="Graphic 11" descr="Chevron arrows with solid fill">
            <a:extLst>
              <a:ext uri="{FF2B5EF4-FFF2-40B4-BE49-F238E27FC236}">
                <a16:creationId xmlns:a16="http://schemas.microsoft.com/office/drawing/2014/main" id="{D39CD3C3-2CB6-64E1-918D-B74B0A1B8D9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6200000">
            <a:off x="633688" y="2114550"/>
            <a:ext cx="914400" cy="914400"/>
          </a:xfrm>
          <a:prstGeom prst="rect">
            <a:avLst/>
          </a:prstGeom>
        </p:spPr>
      </p:pic>
      <p:pic>
        <p:nvPicPr>
          <p:cNvPr id="13" name="Graphic 12" descr="Chevron arrows with solid fill">
            <a:extLst>
              <a:ext uri="{FF2B5EF4-FFF2-40B4-BE49-F238E27FC236}">
                <a16:creationId xmlns:a16="http://schemas.microsoft.com/office/drawing/2014/main" id="{4DEB7294-E73D-B098-C327-77614ED14FC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5400000">
            <a:off x="7362148" y="2114550"/>
            <a:ext cx="914400" cy="914400"/>
          </a:xfrm>
          <a:prstGeom prst="rect">
            <a:avLst/>
          </a:prstGeom>
        </p:spPr>
      </p:pic>
      <p:sp>
        <p:nvSpPr>
          <p:cNvPr id="3" name="Google Shape;966;p33">
            <a:extLst>
              <a:ext uri="{FF2B5EF4-FFF2-40B4-BE49-F238E27FC236}">
                <a16:creationId xmlns:a16="http://schemas.microsoft.com/office/drawing/2014/main" id="{B6158947-6241-D759-26DF-19A523425628}"/>
              </a:ext>
            </a:extLst>
          </p:cNvPr>
          <p:cNvSpPr/>
          <p:nvPr/>
        </p:nvSpPr>
        <p:spPr>
          <a:xfrm>
            <a:off x="262887" y="-370800"/>
            <a:ext cx="741600" cy="7416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 name="Rectangle: Rounded Corners 3">
            <a:extLst>
              <a:ext uri="{FF2B5EF4-FFF2-40B4-BE49-F238E27FC236}">
                <a16:creationId xmlns:a16="http://schemas.microsoft.com/office/drawing/2014/main" id="{712DE542-125C-51DD-D600-51FF4B1A7B00}"/>
              </a:ext>
            </a:extLst>
          </p:cNvPr>
          <p:cNvSpPr/>
          <p:nvPr/>
        </p:nvSpPr>
        <p:spPr>
          <a:xfrm>
            <a:off x="2523057" y="1599569"/>
            <a:ext cx="4097886" cy="2859633"/>
          </a:xfrm>
          <a:prstGeom prst="roundRect">
            <a:avLst/>
          </a:prstGeom>
          <a:solidFill>
            <a:schemeClr val="bg1">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GB" sz="2000" i="1" dirty="0">
                <a:solidFill>
                  <a:schemeClr val="accent6"/>
                </a:solidFill>
                <a:latin typeface="Montserrat ExtraBold" panose="00000900000000000000" pitchFamily="2" charset="0"/>
              </a:rPr>
              <a:t>The legends tournaments</a:t>
            </a:r>
          </a:p>
          <a:p>
            <a:pPr algn="ctr"/>
            <a:endParaRPr lang="en-GB" sz="2000" i="1" dirty="0">
              <a:solidFill>
                <a:schemeClr val="accent6"/>
              </a:solidFill>
              <a:latin typeface="Montserrat ExtraBold" panose="00000900000000000000" pitchFamily="2" charset="0"/>
            </a:endParaRPr>
          </a:p>
          <a:p>
            <a:pPr algn="ctr"/>
            <a:r>
              <a:rPr lang="en-GB" sz="2000" i="1" dirty="0">
                <a:solidFill>
                  <a:schemeClr val="accent6"/>
                </a:solidFill>
                <a:latin typeface="Montserrat ExtraBold" panose="00000900000000000000" pitchFamily="2" charset="0"/>
              </a:rPr>
              <a:t>This type of tournament are made for the best user that can you name a “legends”</a:t>
            </a:r>
          </a:p>
          <a:p>
            <a:pPr algn="ctr"/>
            <a:r>
              <a:rPr lang="en-GB" sz="2000" i="1" dirty="0">
                <a:solidFill>
                  <a:schemeClr val="accent6"/>
                </a:solidFill>
                <a:latin typeface="Montserrat ExtraBold" panose="00000900000000000000" pitchFamily="2" charset="0"/>
              </a:rPr>
              <a:t>The rating (4000-Infinity)</a:t>
            </a:r>
            <a:endParaRPr lang="en-US" sz="2000" i="1" dirty="0">
              <a:solidFill>
                <a:schemeClr val="accent6"/>
              </a:solidFill>
              <a:latin typeface="Montserrat ExtraBold" panose="00000900000000000000" pitchFamily="2" charset="0"/>
            </a:endParaRPr>
          </a:p>
        </p:txBody>
      </p:sp>
    </p:spTree>
    <p:extLst>
      <p:ext uri="{BB962C8B-B14F-4D97-AF65-F5344CB8AC3E}">
        <p14:creationId xmlns:p14="http://schemas.microsoft.com/office/powerpoint/2010/main" val="32313190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A0F94B07-03D9-40D7-1205-2954C6FB2A32}"/>
              </a:ext>
            </a:extLst>
          </p:cNvPr>
          <p:cNvSpPr txBox="1"/>
          <p:nvPr/>
        </p:nvSpPr>
        <p:spPr>
          <a:xfrm>
            <a:off x="7595911" y="4459202"/>
            <a:ext cx="1566760" cy="307777"/>
          </a:xfrm>
          <a:prstGeom prst="rect">
            <a:avLst/>
          </a:prstGeom>
          <a:noFill/>
        </p:spPr>
        <p:txBody>
          <a:bodyPr wrap="square" rtlCol="0">
            <a:spAutoFit/>
          </a:bodyPr>
          <a:lstStyle/>
          <a:p>
            <a:pPr algn="ctr"/>
            <a:r>
              <a:rPr lang="en-US" i="1" dirty="0">
                <a:latin typeface="Montserrat ExtraBold" panose="00000900000000000000" pitchFamily="2" charset="0"/>
              </a:rPr>
              <a:t>REMONTADA</a:t>
            </a:r>
          </a:p>
        </p:txBody>
      </p:sp>
      <p:sp>
        <p:nvSpPr>
          <p:cNvPr id="10" name="Rectangle: Rounded Corners 9">
            <a:extLst>
              <a:ext uri="{FF2B5EF4-FFF2-40B4-BE49-F238E27FC236}">
                <a16:creationId xmlns:a16="http://schemas.microsoft.com/office/drawing/2014/main" id="{A055B081-9678-E088-FAE3-E5782AB2CC10}"/>
              </a:ext>
            </a:extLst>
          </p:cNvPr>
          <p:cNvSpPr/>
          <p:nvPr/>
        </p:nvSpPr>
        <p:spPr>
          <a:xfrm>
            <a:off x="2269354" y="472441"/>
            <a:ext cx="4605292" cy="708659"/>
          </a:xfrm>
          <a:prstGeom prst="roundRect">
            <a:avLst>
              <a:gd name="adj" fmla="val 50000"/>
            </a:avLst>
          </a:prstGeom>
          <a:solidFill>
            <a:schemeClr val="bg1"/>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000" i="1" dirty="0">
                <a:solidFill>
                  <a:schemeClr val="tx1"/>
                </a:solidFill>
                <a:latin typeface="Montserrat ExtraBold" panose="00000900000000000000" pitchFamily="2" charset="0"/>
                <a:cs typeface="Arial Black" panose="020B0604020202020204" pitchFamily="34" charset="0"/>
              </a:rPr>
              <a:t>Rating System </a:t>
            </a:r>
            <a:endParaRPr lang="en-US" sz="4000" i="1" dirty="0">
              <a:solidFill>
                <a:schemeClr val="tx1"/>
              </a:solidFill>
              <a:latin typeface="Montserrat ExtraBold" panose="00000900000000000000" pitchFamily="2" charset="0"/>
              <a:cs typeface="Arial Black" panose="020B0604020202020204" pitchFamily="34" charset="0"/>
            </a:endParaRPr>
          </a:p>
        </p:txBody>
      </p:sp>
      <p:pic>
        <p:nvPicPr>
          <p:cNvPr id="12" name="Graphic 11" descr="Chevron arrows with solid fill">
            <a:extLst>
              <a:ext uri="{FF2B5EF4-FFF2-40B4-BE49-F238E27FC236}">
                <a16:creationId xmlns:a16="http://schemas.microsoft.com/office/drawing/2014/main" id="{D39CD3C3-2CB6-64E1-918D-B74B0A1B8D9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6200000">
            <a:off x="633688" y="2114550"/>
            <a:ext cx="914400" cy="914400"/>
          </a:xfrm>
          <a:prstGeom prst="rect">
            <a:avLst/>
          </a:prstGeom>
        </p:spPr>
      </p:pic>
      <p:pic>
        <p:nvPicPr>
          <p:cNvPr id="13" name="Graphic 12" descr="Chevron arrows with solid fill">
            <a:extLst>
              <a:ext uri="{FF2B5EF4-FFF2-40B4-BE49-F238E27FC236}">
                <a16:creationId xmlns:a16="http://schemas.microsoft.com/office/drawing/2014/main" id="{4DEB7294-E73D-B098-C327-77614ED14FC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5400000">
            <a:off x="7362148" y="2114550"/>
            <a:ext cx="914400" cy="914400"/>
          </a:xfrm>
          <a:prstGeom prst="rect">
            <a:avLst/>
          </a:prstGeom>
        </p:spPr>
      </p:pic>
      <p:sp>
        <p:nvSpPr>
          <p:cNvPr id="3" name="Google Shape;966;p33">
            <a:extLst>
              <a:ext uri="{FF2B5EF4-FFF2-40B4-BE49-F238E27FC236}">
                <a16:creationId xmlns:a16="http://schemas.microsoft.com/office/drawing/2014/main" id="{B6158947-6241-D759-26DF-19A523425628}"/>
              </a:ext>
            </a:extLst>
          </p:cNvPr>
          <p:cNvSpPr/>
          <p:nvPr/>
        </p:nvSpPr>
        <p:spPr>
          <a:xfrm>
            <a:off x="262887" y="-370800"/>
            <a:ext cx="741600" cy="7416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 name="TextBox 4">
            <a:extLst>
              <a:ext uri="{FF2B5EF4-FFF2-40B4-BE49-F238E27FC236}">
                <a16:creationId xmlns:a16="http://schemas.microsoft.com/office/drawing/2014/main" id="{2AAA42EB-7F8D-BFE6-76F7-FE30AB81E112}"/>
              </a:ext>
            </a:extLst>
          </p:cNvPr>
          <p:cNvSpPr txBox="1"/>
          <p:nvPr/>
        </p:nvSpPr>
        <p:spPr>
          <a:xfrm>
            <a:off x="2105977" y="1905565"/>
            <a:ext cx="4932045" cy="2246769"/>
          </a:xfrm>
          <a:prstGeom prst="rect">
            <a:avLst/>
          </a:prstGeom>
          <a:noFill/>
        </p:spPr>
        <p:txBody>
          <a:bodyPr wrap="square">
            <a:spAutoFit/>
          </a:bodyPr>
          <a:lstStyle/>
          <a:p>
            <a:pPr algn="ctr"/>
            <a:r>
              <a:rPr lang="en-GB" sz="2000" i="1" dirty="0">
                <a:solidFill>
                  <a:schemeClr val="accent6"/>
                </a:solidFill>
                <a:latin typeface="Montserrat ExtraBold" panose="00000900000000000000" pitchFamily="2" charset="0"/>
                <a:cs typeface="Aharoni" panose="02010803020104030203" pitchFamily="2" charset="-79"/>
              </a:rPr>
              <a:t>After each tournament, you are evaluated by the players participating in the tournament, and according to how well your team is ranked, if you are good, you increase your score, and if it’s bad, you get points off.</a:t>
            </a:r>
          </a:p>
        </p:txBody>
      </p:sp>
    </p:spTree>
    <p:extLst>
      <p:ext uri="{BB962C8B-B14F-4D97-AF65-F5344CB8AC3E}">
        <p14:creationId xmlns:p14="http://schemas.microsoft.com/office/powerpoint/2010/main" val="5545571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C1249C7-3B52-B3F2-867A-0104F898BCEA}"/>
              </a:ext>
            </a:extLst>
          </p:cNvPr>
          <p:cNvSpPr txBox="1"/>
          <p:nvPr/>
        </p:nvSpPr>
        <p:spPr>
          <a:xfrm>
            <a:off x="7595911" y="4459202"/>
            <a:ext cx="1566760" cy="307777"/>
          </a:xfrm>
          <a:prstGeom prst="rect">
            <a:avLst/>
          </a:prstGeom>
          <a:noFill/>
        </p:spPr>
        <p:txBody>
          <a:bodyPr wrap="square" rtlCol="0">
            <a:spAutoFit/>
          </a:bodyPr>
          <a:lstStyle/>
          <a:p>
            <a:pPr algn="ctr"/>
            <a:r>
              <a:rPr lang="en-US" i="1" dirty="0">
                <a:latin typeface="Montserrat ExtraBold" panose="00000900000000000000" pitchFamily="2" charset="0"/>
              </a:rPr>
              <a:t>REMONTADA</a:t>
            </a:r>
          </a:p>
        </p:txBody>
      </p:sp>
      <p:sp>
        <p:nvSpPr>
          <p:cNvPr id="6" name="Google Shape;1070;p35">
            <a:extLst>
              <a:ext uri="{FF2B5EF4-FFF2-40B4-BE49-F238E27FC236}">
                <a16:creationId xmlns:a16="http://schemas.microsoft.com/office/drawing/2014/main" id="{F645B30B-6096-D817-F81B-B7156BD17152}"/>
              </a:ext>
            </a:extLst>
          </p:cNvPr>
          <p:cNvSpPr/>
          <p:nvPr/>
        </p:nvSpPr>
        <p:spPr>
          <a:xfrm>
            <a:off x="5777838" y="4660925"/>
            <a:ext cx="741600" cy="7416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 name="Rectangle: Rounded Corners 2">
            <a:extLst>
              <a:ext uri="{FF2B5EF4-FFF2-40B4-BE49-F238E27FC236}">
                <a16:creationId xmlns:a16="http://schemas.microsoft.com/office/drawing/2014/main" id="{97FDF0EE-EB9A-9C75-F1CE-CDD7E165831D}"/>
              </a:ext>
            </a:extLst>
          </p:cNvPr>
          <p:cNvSpPr/>
          <p:nvPr/>
        </p:nvSpPr>
        <p:spPr>
          <a:xfrm>
            <a:off x="359963" y="1436914"/>
            <a:ext cx="8327096" cy="2590799"/>
          </a:xfrm>
          <a:prstGeom prst="roundRect">
            <a:avLst/>
          </a:prstGeom>
          <a:solidFill>
            <a:schemeClr val="bg1">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000" b="1" i="1" dirty="0">
                <a:solidFill>
                  <a:schemeClr val="tx1"/>
                </a:solidFill>
                <a:latin typeface="Montserrat ExtraBold" panose="00000900000000000000" pitchFamily="2" charset="0"/>
                <a:cs typeface="Aharoni" panose="02010803020104030203" pitchFamily="2" charset="-79"/>
              </a:rPr>
              <a:t>How the user will know our website:
</a:t>
            </a:r>
          </a:p>
          <a:p>
            <a:pPr algn="ctr"/>
            <a:r>
              <a:rPr lang="en-GB" sz="2000" b="1" i="1" dirty="0">
                <a:solidFill>
                  <a:schemeClr val="tx1"/>
                </a:solidFill>
                <a:latin typeface="Montserrat ExtraBold" panose="00000900000000000000" pitchFamily="2" charset="0"/>
                <a:cs typeface="Aharoni" panose="02010803020104030203" pitchFamily="2" charset="-79"/>
              </a:rPr>
              <a:t>Creating ads on all the social media ads and creating pages to publish about the website and the tournaments.
</a:t>
            </a:r>
          </a:p>
          <a:p>
            <a:pPr algn="ctr"/>
            <a:r>
              <a:rPr lang="en-GB" sz="2000" b="1" i="1" dirty="0">
                <a:solidFill>
                  <a:schemeClr val="tx1"/>
                </a:solidFill>
                <a:latin typeface="Montserrat ExtraBold" panose="00000900000000000000" pitchFamily="2" charset="0"/>
                <a:cs typeface="Aharoni" panose="02010803020104030203" pitchFamily="2" charset="-79"/>
              </a:rPr>
              <a:t>Cooperate with some football pages to make advertisements for our website </a:t>
            </a:r>
            <a:endParaRPr lang="en-US" sz="2000" b="1" i="1" dirty="0">
              <a:solidFill>
                <a:schemeClr val="tx1"/>
              </a:solidFill>
              <a:latin typeface="Montserrat ExtraBold" panose="00000900000000000000" pitchFamily="2" charset="0"/>
              <a:cs typeface="Aharoni" panose="02010803020104030203" pitchFamily="2" charset="-79"/>
            </a:endParaRPr>
          </a:p>
        </p:txBody>
      </p:sp>
      <p:sp>
        <p:nvSpPr>
          <p:cNvPr id="22" name="Rectangle: Rounded Corners 21">
            <a:extLst>
              <a:ext uri="{FF2B5EF4-FFF2-40B4-BE49-F238E27FC236}">
                <a16:creationId xmlns:a16="http://schemas.microsoft.com/office/drawing/2014/main" id="{1E90208F-A8AC-FCD6-701C-66B57E2162B8}"/>
              </a:ext>
            </a:extLst>
          </p:cNvPr>
          <p:cNvSpPr/>
          <p:nvPr/>
        </p:nvSpPr>
        <p:spPr>
          <a:xfrm>
            <a:off x="2120764" y="439883"/>
            <a:ext cx="4902472" cy="741217"/>
          </a:xfrm>
          <a:prstGeom prst="roundRect">
            <a:avLst>
              <a:gd name="adj" fmla="val 50000"/>
            </a:avLst>
          </a:prstGeom>
          <a:solidFill>
            <a:schemeClr val="bg1">
              <a:lumMod val="90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400" i="1" dirty="0">
                <a:solidFill>
                  <a:schemeClr val="accent6">
                    <a:lumMod val="85000"/>
                  </a:schemeClr>
                </a:solidFill>
                <a:latin typeface="Montserrat ExtraBold" panose="00000900000000000000" pitchFamily="2" charset="0"/>
                <a:cs typeface="Arial Black" panose="020B0604020202020204" pitchFamily="34" charset="0"/>
              </a:rPr>
              <a:t>Marketing </a:t>
            </a:r>
            <a:endParaRPr lang="en-US" sz="4400" i="1" dirty="0">
              <a:solidFill>
                <a:schemeClr val="accent6">
                  <a:lumMod val="85000"/>
                </a:schemeClr>
              </a:solidFill>
              <a:latin typeface="Montserrat ExtraBold" panose="00000900000000000000" pitchFamily="2" charset="0"/>
              <a:cs typeface="Arial Black" panose="020B0604020202020204" pitchFamily="34" charset="0"/>
            </a:endParaRPr>
          </a:p>
        </p:txBody>
      </p:sp>
      <p:grpSp>
        <p:nvGrpSpPr>
          <p:cNvPr id="24" name="Google Shape;2288;p54">
            <a:extLst>
              <a:ext uri="{FF2B5EF4-FFF2-40B4-BE49-F238E27FC236}">
                <a16:creationId xmlns:a16="http://schemas.microsoft.com/office/drawing/2014/main" id="{B9078535-F514-C1E8-CA64-C52031D90624}"/>
              </a:ext>
            </a:extLst>
          </p:cNvPr>
          <p:cNvGrpSpPr/>
          <p:nvPr/>
        </p:nvGrpSpPr>
        <p:grpSpPr>
          <a:xfrm>
            <a:off x="173913" y="141144"/>
            <a:ext cx="772075" cy="771500"/>
            <a:chOff x="371075" y="2796725"/>
            <a:chExt cx="772075" cy="771500"/>
          </a:xfrm>
        </p:grpSpPr>
        <p:sp>
          <p:nvSpPr>
            <p:cNvPr id="25" name="Google Shape;2289;p54">
              <a:extLst>
                <a:ext uri="{FF2B5EF4-FFF2-40B4-BE49-F238E27FC236}">
                  <a16:creationId xmlns:a16="http://schemas.microsoft.com/office/drawing/2014/main" id="{93CE11CD-06CA-4837-B1DC-B28FBAED5D8A}"/>
                </a:ext>
              </a:extLst>
            </p:cNvPr>
            <p:cNvSpPr/>
            <p:nvPr/>
          </p:nvSpPr>
          <p:spPr>
            <a:xfrm>
              <a:off x="566800" y="2991875"/>
              <a:ext cx="185475" cy="185475"/>
            </a:xfrm>
            <a:custGeom>
              <a:avLst/>
              <a:gdLst/>
              <a:ahLst/>
              <a:cxnLst/>
              <a:rect l="l" t="t" r="r" b="b"/>
              <a:pathLst>
                <a:path w="7419" h="7419" extrusionOk="0">
                  <a:moveTo>
                    <a:pt x="0" y="0"/>
                  </a:moveTo>
                  <a:lnTo>
                    <a:pt x="0" y="7419"/>
                  </a:lnTo>
                  <a:lnTo>
                    <a:pt x="7419" y="7419"/>
                  </a:lnTo>
                  <a:lnTo>
                    <a:pt x="7419" y="0"/>
                  </a:lnTo>
                  <a:close/>
                </a:path>
              </a:pathLst>
            </a:custGeom>
            <a:solidFill>
              <a:schemeClr val="dk1"/>
            </a:solidFill>
            <a:ln>
              <a:solidFill>
                <a:schemeClr val="bg1"/>
              </a:solid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 name="Google Shape;2290;p54">
              <a:extLst>
                <a:ext uri="{FF2B5EF4-FFF2-40B4-BE49-F238E27FC236}">
                  <a16:creationId xmlns:a16="http://schemas.microsoft.com/office/drawing/2014/main" id="{D1E4F0B6-AF47-1039-E34C-375744BCFB41}"/>
                </a:ext>
              </a:extLst>
            </p:cNvPr>
            <p:cNvSpPr/>
            <p:nvPr/>
          </p:nvSpPr>
          <p:spPr>
            <a:xfrm>
              <a:off x="761950" y="2991875"/>
              <a:ext cx="185475" cy="185475"/>
            </a:xfrm>
            <a:custGeom>
              <a:avLst/>
              <a:gdLst/>
              <a:ahLst/>
              <a:cxnLst/>
              <a:rect l="l" t="t" r="r" b="b"/>
              <a:pathLst>
                <a:path w="7419" h="7419" extrusionOk="0">
                  <a:moveTo>
                    <a:pt x="1" y="0"/>
                  </a:moveTo>
                  <a:lnTo>
                    <a:pt x="1" y="7419"/>
                  </a:lnTo>
                  <a:lnTo>
                    <a:pt x="7419" y="7419"/>
                  </a:lnTo>
                  <a:lnTo>
                    <a:pt x="7419" y="0"/>
                  </a:lnTo>
                  <a:close/>
                </a:path>
              </a:pathLst>
            </a:custGeom>
            <a:solidFill>
              <a:schemeClr val="dk1"/>
            </a:solidFill>
            <a:ln>
              <a:solidFill>
                <a:schemeClr val="bg1"/>
              </a:solid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 name="Google Shape;2291;p54">
              <a:extLst>
                <a:ext uri="{FF2B5EF4-FFF2-40B4-BE49-F238E27FC236}">
                  <a16:creationId xmlns:a16="http://schemas.microsoft.com/office/drawing/2014/main" id="{CCCEFD07-6AA3-A591-E57F-3EC63A5FABA0}"/>
                </a:ext>
              </a:extLst>
            </p:cNvPr>
            <p:cNvSpPr/>
            <p:nvPr/>
          </p:nvSpPr>
          <p:spPr>
            <a:xfrm>
              <a:off x="566800" y="3187025"/>
              <a:ext cx="185475" cy="186050"/>
            </a:xfrm>
            <a:custGeom>
              <a:avLst/>
              <a:gdLst/>
              <a:ahLst/>
              <a:cxnLst/>
              <a:rect l="l" t="t" r="r" b="b"/>
              <a:pathLst>
                <a:path w="7419" h="7442" extrusionOk="0">
                  <a:moveTo>
                    <a:pt x="0" y="1"/>
                  </a:moveTo>
                  <a:lnTo>
                    <a:pt x="0" y="7442"/>
                  </a:lnTo>
                  <a:lnTo>
                    <a:pt x="7419" y="7442"/>
                  </a:lnTo>
                  <a:lnTo>
                    <a:pt x="7419" y="1"/>
                  </a:lnTo>
                  <a:close/>
                </a:path>
              </a:pathLst>
            </a:custGeom>
            <a:solidFill>
              <a:schemeClr val="dk1"/>
            </a:solidFill>
            <a:ln>
              <a:solidFill>
                <a:schemeClr val="bg1"/>
              </a:solid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 name="Google Shape;2292;p54">
              <a:extLst>
                <a:ext uri="{FF2B5EF4-FFF2-40B4-BE49-F238E27FC236}">
                  <a16:creationId xmlns:a16="http://schemas.microsoft.com/office/drawing/2014/main" id="{4F717FEC-B6F6-B301-1621-8270BA81C24A}"/>
                </a:ext>
              </a:extLst>
            </p:cNvPr>
            <p:cNvSpPr/>
            <p:nvPr/>
          </p:nvSpPr>
          <p:spPr>
            <a:xfrm>
              <a:off x="371075" y="3382175"/>
              <a:ext cx="186050" cy="186050"/>
            </a:xfrm>
            <a:custGeom>
              <a:avLst/>
              <a:gdLst/>
              <a:ahLst/>
              <a:cxnLst/>
              <a:rect l="l" t="t" r="r" b="b"/>
              <a:pathLst>
                <a:path w="7442" h="7442" extrusionOk="0">
                  <a:moveTo>
                    <a:pt x="0" y="1"/>
                  </a:moveTo>
                  <a:lnTo>
                    <a:pt x="0" y="7442"/>
                  </a:lnTo>
                  <a:lnTo>
                    <a:pt x="7441" y="7442"/>
                  </a:lnTo>
                  <a:lnTo>
                    <a:pt x="7441" y="1"/>
                  </a:lnTo>
                  <a:close/>
                </a:path>
              </a:pathLst>
            </a:custGeom>
            <a:solidFill>
              <a:schemeClr val="dk1"/>
            </a:solidFill>
            <a:ln>
              <a:solidFill>
                <a:schemeClr val="bg1"/>
              </a:solid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 name="Google Shape;2293;p54">
              <a:extLst>
                <a:ext uri="{FF2B5EF4-FFF2-40B4-BE49-F238E27FC236}">
                  <a16:creationId xmlns:a16="http://schemas.microsoft.com/office/drawing/2014/main" id="{E54B3A59-CFE8-AA88-3E1E-ABAD8546FEA1}"/>
                </a:ext>
              </a:extLst>
            </p:cNvPr>
            <p:cNvSpPr/>
            <p:nvPr/>
          </p:nvSpPr>
          <p:spPr>
            <a:xfrm>
              <a:off x="957100" y="2796725"/>
              <a:ext cx="186050" cy="185475"/>
            </a:xfrm>
            <a:custGeom>
              <a:avLst/>
              <a:gdLst/>
              <a:ahLst/>
              <a:cxnLst/>
              <a:rect l="l" t="t" r="r" b="b"/>
              <a:pathLst>
                <a:path w="7442" h="7419" extrusionOk="0">
                  <a:moveTo>
                    <a:pt x="1" y="0"/>
                  </a:moveTo>
                  <a:lnTo>
                    <a:pt x="1" y="7418"/>
                  </a:lnTo>
                  <a:lnTo>
                    <a:pt x="7442" y="7418"/>
                  </a:lnTo>
                  <a:lnTo>
                    <a:pt x="7442" y="0"/>
                  </a:lnTo>
                  <a:close/>
                </a:path>
              </a:pathLst>
            </a:custGeom>
            <a:solidFill>
              <a:schemeClr val="dk1"/>
            </a:solidFill>
            <a:ln>
              <a:solidFill>
                <a:schemeClr val="bg1"/>
              </a:solid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 name="Google Shape;2294;p54">
              <a:extLst>
                <a:ext uri="{FF2B5EF4-FFF2-40B4-BE49-F238E27FC236}">
                  <a16:creationId xmlns:a16="http://schemas.microsoft.com/office/drawing/2014/main" id="{32856790-1FCB-408F-71E2-DA520F74974D}"/>
                </a:ext>
              </a:extLst>
            </p:cNvPr>
            <p:cNvSpPr/>
            <p:nvPr/>
          </p:nvSpPr>
          <p:spPr>
            <a:xfrm>
              <a:off x="761950" y="2796725"/>
              <a:ext cx="185475" cy="185475"/>
            </a:xfrm>
            <a:custGeom>
              <a:avLst/>
              <a:gdLst/>
              <a:ahLst/>
              <a:cxnLst/>
              <a:rect l="l" t="t" r="r" b="b"/>
              <a:pathLst>
                <a:path w="7419" h="7419" extrusionOk="0">
                  <a:moveTo>
                    <a:pt x="1" y="0"/>
                  </a:moveTo>
                  <a:lnTo>
                    <a:pt x="1" y="7418"/>
                  </a:lnTo>
                  <a:lnTo>
                    <a:pt x="7419" y="7418"/>
                  </a:lnTo>
                  <a:lnTo>
                    <a:pt x="7419" y="0"/>
                  </a:lnTo>
                  <a:close/>
                </a:path>
              </a:pathLst>
            </a:custGeom>
            <a:solidFill>
              <a:schemeClr val="dk1"/>
            </a:solidFill>
            <a:ln>
              <a:solidFill>
                <a:schemeClr val="bg1"/>
              </a:solid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 name="Google Shape;2295;p54">
              <a:extLst>
                <a:ext uri="{FF2B5EF4-FFF2-40B4-BE49-F238E27FC236}">
                  <a16:creationId xmlns:a16="http://schemas.microsoft.com/office/drawing/2014/main" id="{43171A27-F988-2DB6-763B-3A8FF13BBF83}"/>
                </a:ext>
              </a:extLst>
            </p:cNvPr>
            <p:cNvSpPr/>
            <p:nvPr/>
          </p:nvSpPr>
          <p:spPr>
            <a:xfrm>
              <a:off x="566800" y="2796725"/>
              <a:ext cx="185475" cy="185475"/>
            </a:xfrm>
            <a:custGeom>
              <a:avLst/>
              <a:gdLst/>
              <a:ahLst/>
              <a:cxnLst/>
              <a:rect l="l" t="t" r="r" b="b"/>
              <a:pathLst>
                <a:path w="7419" h="7419" extrusionOk="0">
                  <a:moveTo>
                    <a:pt x="0" y="0"/>
                  </a:moveTo>
                  <a:lnTo>
                    <a:pt x="0" y="7418"/>
                  </a:lnTo>
                  <a:lnTo>
                    <a:pt x="7419" y="7418"/>
                  </a:lnTo>
                  <a:lnTo>
                    <a:pt x="7419" y="0"/>
                  </a:lnTo>
                  <a:close/>
                </a:path>
              </a:pathLst>
            </a:custGeom>
            <a:solidFill>
              <a:schemeClr val="dk1"/>
            </a:solidFill>
            <a:ln>
              <a:solidFill>
                <a:schemeClr val="bg1"/>
              </a:solid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 name="Google Shape;2296;p54">
              <a:extLst>
                <a:ext uri="{FF2B5EF4-FFF2-40B4-BE49-F238E27FC236}">
                  <a16:creationId xmlns:a16="http://schemas.microsoft.com/office/drawing/2014/main" id="{CC986C87-71D3-993C-E597-467F383071AD}"/>
                </a:ext>
              </a:extLst>
            </p:cNvPr>
            <p:cNvSpPr/>
            <p:nvPr/>
          </p:nvSpPr>
          <p:spPr>
            <a:xfrm>
              <a:off x="371075" y="3187025"/>
              <a:ext cx="186050" cy="186050"/>
            </a:xfrm>
            <a:custGeom>
              <a:avLst/>
              <a:gdLst/>
              <a:ahLst/>
              <a:cxnLst/>
              <a:rect l="l" t="t" r="r" b="b"/>
              <a:pathLst>
                <a:path w="7442" h="7442" extrusionOk="0">
                  <a:moveTo>
                    <a:pt x="0" y="1"/>
                  </a:moveTo>
                  <a:lnTo>
                    <a:pt x="0" y="7442"/>
                  </a:lnTo>
                  <a:lnTo>
                    <a:pt x="7441" y="7442"/>
                  </a:lnTo>
                  <a:lnTo>
                    <a:pt x="7441" y="1"/>
                  </a:lnTo>
                  <a:close/>
                </a:path>
              </a:pathLst>
            </a:custGeom>
            <a:solidFill>
              <a:schemeClr val="dk1"/>
            </a:solidFill>
            <a:ln>
              <a:solidFill>
                <a:schemeClr val="bg1"/>
              </a:solid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 name="Google Shape;2297;p54">
              <a:extLst>
                <a:ext uri="{FF2B5EF4-FFF2-40B4-BE49-F238E27FC236}">
                  <a16:creationId xmlns:a16="http://schemas.microsoft.com/office/drawing/2014/main" id="{1810331F-C6DF-7CA5-9B33-9F09CC4D5C72}"/>
                </a:ext>
              </a:extLst>
            </p:cNvPr>
            <p:cNvSpPr/>
            <p:nvPr/>
          </p:nvSpPr>
          <p:spPr>
            <a:xfrm>
              <a:off x="371075" y="2991875"/>
              <a:ext cx="186050" cy="185475"/>
            </a:xfrm>
            <a:custGeom>
              <a:avLst/>
              <a:gdLst/>
              <a:ahLst/>
              <a:cxnLst/>
              <a:rect l="l" t="t" r="r" b="b"/>
              <a:pathLst>
                <a:path w="7442" h="7419" extrusionOk="0">
                  <a:moveTo>
                    <a:pt x="0" y="0"/>
                  </a:moveTo>
                  <a:lnTo>
                    <a:pt x="0" y="7419"/>
                  </a:lnTo>
                  <a:lnTo>
                    <a:pt x="7441" y="7419"/>
                  </a:lnTo>
                  <a:lnTo>
                    <a:pt x="7441" y="0"/>
                  </a:lnTo>
                  <a:close/>
                </a:path>
              </a:pathLst>
            </a:custGeom>
            <a:solidFill>
              <a:schemeClr val="dk1"/>
            </a:solidFill>
            <a:ln>
              <a:solidFill>
                <a:schemeClr val="bg1"/>
              </a:solid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 name="Google Shape;2298;p54">
              <a:extLst>
                <a:ext uri="{FF2B5EF4-FFF2-40B4-BE49-F238E27FC236}">
                  <a16:creationId xmlns:a16="http://schemas.microsoft.com/office/drawing/2014/main" id="{2476BC89-D77C-FD46-1681-2B26EFFA8A5A}"/>
                </a:ext>
              </a:extLst>
            </p:cNvPr>
            <p:cNvSpPr/>
            <p:nvPr/>
          </p:nvSpPr>
          <p:spPr>
            <a:xfrm>
              <a:off x="371075" y="2796725"/>
              <a:ext cx="186050" cy="185475"/>
            </a:xfrm>
            <a:custGeom>
              <a:avLst/>
              <a:gdLst/>
              <a:ahLst/>
              <a:cxnLst/>
              <a:rect l="l" t="t" r="r" b="b"/>
              <a:pathLst>
                <a:path w="7442" h="7419" extrusionOk="0">
                  <a:moveTo>
                    <a:pt x="0" y="0"/>
                  </a:moveTo>
                  <a:lnTo>
                    <a:pt x="0" y="7418"/>
                  </a:lnTo>
                  <a:lnTo>
                    <a:pt x="7441" y="7418"/>
                  </a:lnTo>
                  <a:lnTo>
                    <a:pt x="7441" y="0"/>
                  </a:lnTo>
                  <a:close/>
                </a:path>
              </a:pathLst>
            </a:custGeom>
            <a:solidFill>
              <a:schemeClr val="dk1"/>
            </a:solidFill>
            <a:ln>
              <a:solidFill>
                <a:schemeClr val="bg1"/>
              </a:solid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Tree>
    <p:extLst>
      <p:ext uri="{BB962C8B-B14F-4D97-AF65-F5344CB8AC3E}">
        <p14:creationId xmlns:p14="http://schemas.microsoft.com/office/powerpoint/2010/main" val="41523707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C1249C7-3B52-B3F2-867A-0104F898BCEA}"/>
              </a:ext>
            </a:extLst>
          </p:cNvPr>
          <p:cNvSpPr txBox="1"/>
          <p:nvPr/>
        </p:nvSpPr>
        <p:spPr>
          <a:xfrm>
            <a:off x="7595911" y="4459202"/>
            <a:ext cx="1566760" cy="307777"/>
          </a:xfrm>
          <a:prstGeom prst="rect">
            <a:avLst/>
          </a:prstGeom>
          <a:noFill/>
        </p:spPr>
        <p:txBody>
          <a:bodyPr wrap="square" rtlCol="0">
            <a:spAutoFit/>
          </a:bodyPr>
          <a:lstStyle/>
          <a:p>
            <a:pPr algn="ctr"/>
            <a:r>
              <a:rPr lang="en-US" i="1" dirty="0">
                <a:latin typeface="Montserrat ExtraBold" panose="00000900000000000000" pitchFamily="2" charset="0"/>
              </a:rPr>
              <a:t>REMONTADA</a:t>
            </a:r>
          </a:p>
        </p:txBody>
      </p:sp>
      <p:sp>
        <p:nvSpPr>
          <p:cNvPr id="5" name="Rectangle: Rounded Corners 4">
            <a:extLst>
              <a:ext uri="{FF2B5EF4-FFF2-40B4-BE49-F238E27FC236}">
                <a16:creationId xmlns:a16="http://schemas.microsoft.com/office/drawing/2014/main" id="{E91CFAC5-B4FC-FAF5-AD9F-5E8D09124297}"/>
              </a:ext>
            </a:extLst>
          </p:cNvPr>
          <p:cNvSpPr/>
          <p:nvPr/>
        </p:nvSpPr>
        <p:spPr>
          <a:xfrm>
            <a:off x="2120764" y="439883"/>
            <a:ext cx="4902472" cy="741217"/>
          </a:xfrm>
          <a:prstGeom prst="roundRect">
            <a:avLst>
              <a:gd name="adj" fmla="val 50000"/>
            </a:avLst>
          </a:prstGeom>
          <a:solidFill>
            <a:schemeClr val="bg1">
              <a:lumMod val="90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400" i="1" dirty="0">
                <a:solidFill>
                  <a:schemeClr val="accent6">
                    <a:lumMod val="85000"/>
                  </a:schemeClr>
                </a:solidFill>
                <a:latin typeface="Montserrat ExtraBold" panose="00000900000000000000" pitchFamily="2" charset="0"/>
                <a:cs typeface="Arial Black" panose="020B0604020202020204" pitchFamily="34" charset="0"/>
              </a:rPr>
              <a:t>Marketing </a:t>
            </a:r>
            <a:endParaRPr lang="en-US" sz="4400" i="1" dirty="0">
              <a:solidFill>
                <a:schemeClr val="accent6">
                  <a:lumMod val="85000"/>
                </a:schemeClr>
              </a:solidFill>
              <a:latin typeface="Montserrat ExtraBold" panose="00000900000000000000" pitchFamily="2" charset="0"/>
              <a:cs typeface="Arial Black" panose="020B0604020202020204" pitchFamily="34" charset="0"/>
            </a:endParaRPr>
          </a:p>
        </p:txBody>
      </p:sp>
      <p:sp>
        <p:nvSpPr>
          <p:cNvPr id="6" name="Google Shape;1070;p35">
            <a:extLst>
              <a:ext uri="{FF2B5EF4-FFF2-40B4-BE49-F238E27FC236}">
                <a16:creationId xmlns:a16="http://schemas.microsoft.com/office/drawing/2014/main" id="{F645B30B-6096-D817-F81B-B7156BD17152}"/>
              </a:ext>
            </a:extLst>
          </p:cNvPr>
          <p:cNvSpPr/>
          <p:nvPr/>
        </p:nvSpPr>
        <p:spPr>
          <a:xfrm>
            <a:off x="5777838" y="4660925"/>
            <a:ext cx="741600" cy="7416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 name="Rectangle: Rounded Corners 1">
            <a:extLst>
              <a:ext uri="{FF2B5EF4-FFF2-40B4-BE49-F238E27FC236}">
                <a16:creationId xmlns:a16="http://schemas.microsoft.com/office/drawing/2014/main" id="{97FDF0EE-EB9A-9C75-F1CE-CDD7E165831D}"/>
              </a:ext>
            </a:extLst>
          </p:cNvPr>
          <p:cNvSpPr/>
          <p:nvPr/>
        </p:nvSpPr>
        <p:spPr>
          <a:xfrm>
            <a:off x="326571" y="1465943"/>
            <a:ext cx="8360488" cy="2581361"/>
          </a:xfrm>
          <a:prstGeom prst="roundRect">
            <a:avLst/>
          </a:prstGeom>
          <a:solidFill>
            <a:schemeClr val="bg1">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lang="en-GB" sz="2000" i="1" dirty="0">
                <a:solidFill>
                  <a:schemeClr val="accent6">
                    <a:lumMod val="85000"/>
                  </a:schemeClr>
                </a:solidFill>
                <a:latin typeface="Montserrat ExtraBold" panose="00000900000000000000" pitchFamily="2" charset="0"/>
              </a:rPr>
              <a:t>Our website features the </a:t>
            </a:r>
            <a:r>
              <a:rPr lang="en-GB" sz="2000" i="1" dirty="0" err="1">
                <a:solidFill>
                  <a:schemeClr val="accent6">
                    <a:lumMod val="85000"/>
                  </a:schemeClr>
                </a:solidFill>
                <a:latin typeface="Montserrat ExtraBold" panose="00000900000000000000" pitchFamily="2" charset="0"/>
              </a:rPr>
              <a:t>Removideo</a:t>
            </a:r>
            <a:r>
              <a:rPr lang="en-GB" sz="2000" i="1" dirty="0">
                <a:solidFill>
                  <a:schemeClr val="accent6">
                    <a:lumMod val="85000"/>
                  </a:schemeClr>
                </a:solidFill>
                <a:latin typeface="Montserrat ExtraBold" panose="00000900000000000000" pitchFamily="2" charset="0"/>
              </a:rPr>
              <a:t> platform, where users can showcase their skills and interact with others. </a:t>
            </a:r>
          </a:p>
          <a:p>
            <a:pPr algn="ctr"/>
            <a:endParaRPr lang="en-GB" sz="2000" i="1" dirty="0">
              <a:solidFill>
                <a:schemeClr val="accent6">
                  <a:lumMod val="85000"/>
                </a:schemeClr>
              </a:solidFill>
              <a:latin typeface="Montserrat ExtraBold" panose="00000900000000000000" pitchFamily="2" charset="0"/>
            </a:endParaRPr>
          </a:p>
          <a:p>
            <a:pPr algn="ctr"/>
            <a:r>
              <a:rPr lang="en-GB" sz="2000" i="1" dirty="0">
                <a:solidFill>
                  <a:schemeClr val="accent6">
                    <a:lumMod val="85000"/>
                  </a:schemeClr>
                </a:solidFill>
                <a:latin typeface="Montserrat ExtraBold" panose="00000900000000000000" pitchFamily="2" charset="0"/>
              </a:rPr>
              <a:t>Clubs can scout for potential players through registered videos and the leaderboard. </a:t>
            </a:r>
          </a:p>
          <a:p>
            <a:pPr algn="ctr"/>
            <a:endParaRPr lang="en-GB" sz="2000" i="1" dirty="0">
              <a:solidFill>
                <a:schemeClr val="accent6">
                  <a:lumMod val="85000"/>
                </a:schemeClr>
              </a:solidFill>
              <a:latin typeface="Montserrat ExtraBold" panose="00000900000000000000" pitchFamily="2" charset="0"/>
            </a:endParaRPr>
          </a:p>
          <a:p>
            <a:pPr algn="ctr"/>
            <a:r>
              <a:rPr lang="en-GB" sz="2000" i="1" dirty="0">
                <a:solidFill>
                  <a:schemeClr val="accent6">
                    <a:lumMod val="85000"/>
                  </a:schemeClr>
                </a:solidFill>
                <a:latin typeface="Montserrat ExtraBold" panose="00000900000000000000" pitchFamily="2" charset="0"/>
              </a:rPr>
              <a:t>The more you engage, the higher your chances of getting noticed!</a:t>
            </a:r>
            <a:endParaRPr lang="en-US" sz="2000" b="1" i="1" dirty="0">
              <a:solidFill>
                <a:schemeClr val="accent6">
                  <a:lumMod val="85000"/>
                </a:schemeClr>
              </a:solidFill>
              <a:latin typeface="Montserrat ExtraBold" panose="00000900000000000000" pitchFamily="2" charset="0"/>
              <a:cs typeface="Aharoni" panose="02010803020104030203" pitchFamily="2" charset="-79"/>
            </a:endParaRPr>
          </a:p>
        </p:txBody>
      </p:sp>
      <p:grpSp>
        <p:nvGrpSpPr>
          <p:cNvPr id="8" name="Google Shape;2288;p54">
            <a:extLst>
              <a:ext uri="{FF2B5EF4-FFF2-40B4-BE49-F238E27FC236}">
                <a16:creationId xmlns:a16="http://schemas.microsoft.com/office/drawing/2014/main" id="{B9078535-F514-C1E8-CA64-C52031D90624}"/>
              </a:ext>
            </a:extLst>
          </p:cNvPr>
          <p:cNvGrpSpPr/>
          <p:nvPr/>
        </p:nvGrpSpPr>
        <p:grpSpPr>
          <a:xfrm>
            <a:off x="201532" y="180326"/>
            <a:ext cx="772075" cy="771500"/>
            <a:chOff x="371075" y="2796725"/>
            <a:chExt cx="772075" cy="771500"/>
          </a:xfrm>
        </p:grpSpPr>
        <p:sp>
          <p:nvSpPr>
            <p:cNvPr id="9" name="Google Shape;2289;p54">
              <a:extLst>
                <a:ext uri="{FF2B5EF4-FFF2-40B4-BE49-F238E27FC236}">
                  <a16:creationId xmlns:a16="http://schemas.microsoft.com/office/drawing/2014/main" id="{93CE11CD-06CA-4837-B1DC-B28FBAED5D8A}"/>
                </a:ext>
              </a:extLst>
            </p:cNvPr>
            <p:cNvSpPr/>
            <p:nvPr/>
          </p:nvSpPr>
          <p:spPr>
            <a:xfrm>
              <a:off x="566800" y="2991875"/>
              <a:ext cx="185475" cy="185475"/>
            </a:xfrm>
            <a:custGeom>
              <a:avLst/>
              <a:gdLst/>
              <a:ahLst/>
              <a:cxnLst/>
              <a:rect l="l" t="t" r="r" b="b"/>
              <a:pathLst>
                <a:path w="7419" h="7419" extrusionOk="0">
                  <a:moveTo>
                    <a:pt x="0" y="0"/>
                  </a:moveTo>
                  <a:lnTo>
                    <a:pt x="0" y="7419"/>
                  </a:lnTo>
                  <a:lnTo>
                    <a:pt x="7419" y="7419"/>
                  </a:lnTo>
                  <a:lnTo>
                    <a:pt x="7419" y="0"/>
                  </a:lnTo>
                  <a:close/>
                </a:path>
              </a:pathLst>
            </a:custGeom>
            <a:solidFill>
              <a:schemeClr val="dk1"/>
            </a:solidFill>
            <a:ln>
              <a:solidFill>
                <a:schemeClr val="bg1"/>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dirty="0"/>
            </a:p>
          </p:txBody>
        </p:sp>
        <p:sp>
          <p:nvSpPr>
            <p:cNvPr id="10" name="Google Shape;2290;p54">
              <a:extLst>
                <a:ext uri="{FF2B5EF4-FFF2-40B4-BE49-F238E27FC236}">
                  <a16:creationId xmlns:a16="http://schemas.microsoft.com/office/drawing/2014/main" id="{D1E4F0B6-AF47-1039-E34C-375744BCFB41}"/>
                </a:ext>
              </a:extLst>
            </p:cNvPr>
            <p:cNvSpPr/>
            <p:nvPr/>
          </p:nvSpPr>
          <p:spPr>
            <a:xfrm>
              <a:off x="761950" y="2991875"/>
              <a:ext cx="185475" cy="185475"/>
            </a:xfrm>
            <a:custGeom>
              <a:avLst/>
              <a:gdLst/>
              <a:ahLst/>
              <a:cxnLst/>
              <a:rect l="l" t="t" r="r" b="b"/>
              <a:pathLst>
                <a:path w="7419" h="7419" extrusionOk="0">
                  <a:moveTo>
                    <a:pt x="1" y="0"/>
                  </a:moveTo>
                  <a:lnTo>
                    <a:pt x="1" y="7419"/>
                  </a:lnTo>
                  <a:lnTo>
                    <a:pt x="7419" y="7419"/>
                  </a:lnTo>
                  <a:lnTo>
                    <a:pt x="7419" y="0"/>
                  </a:lnTo>
                  <a:close/>
                </a:path>
              </a:pathLst>
            </a:custGeom>
            <a:solidFill>
              <a:schemeClr val="dk1"/>
            </a:solidFill>
            <a:ln>
              <a:solidFill>
                <a:schemeClr val="bg1"/>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dirty="0"/>
            </a:p>
          </p:txBody>
        </p:sp>
        <p:sp>
          <p:nvSpPr>
            <p:cNvPr id="11" name="Google Shape;2291;p54">
              <a:extLst>
                <a:ext uri="{FF2B5EF4-FFF2-40B4-BE49-F238E27FC236}">
                  <a16:creationId xmlns:a16="http://schemas.microsoft.com/office/drawing/2014/main" id="{CCCEFD07-6AA3-A591-E57F-3EC63A5FABA0}"/>
                </a:ext>
              </a:extLst>
            </p:cNvPr>
            <p:cNvSpPr/>
            <p:nvPr/>
          </p:nvSpPr>
          <p:spPr>
            <a:xfrm>
              <a:off x="566800" y="3187025"/>
              <a:ext cx="185475" cy="186050"/>
            </a:xfrm>
            <a:custGeom>
              <a:avLst/>
              <a:gdLst/>
              <a:ahLst/>
              <a:cxnLst/>
              <a:rect l="l" t="t" r="r" b="b"/>
              <a:pathLst>
                <a:path w="7419" h="7442" extrusionOk="0">
                  <a:moveTo>
                    <a:pt x="0" y="1"/>
                  </a:moveTo>
                  <a:lnTo>
                    <a:pt x="0" y="7442"/>
                  </a:lnTo>
                  <a:lnTo>
                    <a:pt x="7419" y="7442"/>
                  </a:lnTo>
                  <a:lnTo>
                    <a:pt x="7419" y="1"/>
                  </a:lnTo>
                  <a:close/>
                </a:path>
              </a:pathLst>
            </a:custGeom>
            <a:solidFill>
              <a:schemeClr val="dk1"/>
            </a:solidFill>
            <a:ln>
              <a:solidFill>
                <a:schemeClr val="bg1"/>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dirty="0"/>
            </a:p>
          </p:txBody>
        </p:sp>
        <p:sp>
          <p:nvSpPr>
            <p:cNvPr id="12" name="Google Shape;2292;p54">
              <a:extLst>
                <a:ext uri="{FF2B5EF4-FFF2-40B4-BE49-F238E27FC236}">
                  <a16:creationId xmlns:a16="http://schemas.microsoft.com/office/drawing/2014/main" id="{4F717FEC-B6F6-B301-1621-8270BA81C24A}"/>
                </a:ext>
              </a:extLst>
            </p:cNvPr>
            <p:cNvSpPr/>
            <p:nvPr/>
          </p:nvSpPr>
          <p:spPr>
            <a:xfrm>
              <a:off x="371075" y="3382175"/>
              <a:ext cx="186050" cy="186050"/>
            </a:xfrm>
            <a:custGeom>
              <a:avLst/>
              <a:gdLst/>
              <a:ahLst/>
              <a:cxnLst/>
              <a:rect l="l" t="t" r="r" b="b"/>
              <a:pathLst>
                <a:path w="7442" h="7442" extrusionOk="0">
                  <a:moveTo>
                    <a:pt x="0" y="1"/>
                  </a:moveTo>
                  <a:lnTo>
                    <a:pt x="0" y="7442"/>
                  </a:lnTo>
                  <a:lnTo>
                    <a:pt x="7441" y="7442"/>
                  </a:lnTo>
                  <a:lnTo>
                    <a:pt x="7441" y="1"/>
                  </a:lnTo>
                  <a:close/>
                </a:path>
              </a:pathLst>
            </a:custGeom>
            <a:solidFill>
              <a:schemeClr val="dk1"/>
            </a:solidFill>
            <a:ln>
              <a:solidFill>
                <a:schemeClr val="bg1"/>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dirty="0"/>
            </a:p>
          </p:txBody>
        </p:sp>
        <p:sp>
          <p:nvSpPr>
            <p:cNvPr id="13" name="Google Shape;2293;p54">
              <a:extLst>
                <a:ext uri="{FF2B5EF4-FFF2-40B4-BE49-F238E27FC236}">
                  <a16:creationId xmlns:a16="http://schemas.microsoft.com/office/drawing/2014/main" id="{E54B3A59-CFE8-AA88-3E1E-ABAD8546FEA1}"/>
                </a:ext>
              </a:extLst>
            </p:cNvPr>
            <p:cNvSpPr/>
            <p:nvPr/>
          </p:nvSpPr>
          <p:spPr>
            <a:xfrm>
              <a:off x="957100" y="2796725"/>
              <a:ext cx="186050" cy="185475"/>
            </a:xfrm>
            <a:custGeom>
              <a:avLst/>
              <a:gdLst/>
              <a:ahLst/>
              <a:cxnLst/>
              <a:rect l="l" t="t" r="r" b="b"/>
              <a:pathLst>
                <a:path w="7442" h="7419" extrusionOk="0">
                  <a:moveTo>
                    <a:pt x="1" y="0"/>
                  </a:moveTo>
                  <a:lnTo>
                    <a:pt x="1" y="7418"/>
                  </a:lnTo>
                  <a:lnTo>
                    <a:pt x="7442" y="7418"/>
                  </a:lnTo>
                  <a:lnTo>
                    <a:pt x="7442" y="0"/>
                  </a:lnTo>
                  <a:close/>
                </a:path>
              </a:pathLst>
            </a:custGeom>
            <a:solidFill>
              <a:schemeClr val="dk1"/>
            </a:solidFill>
            <a:ln>
              <a:solidFill>
                <a:schemeClr val="bg1"/>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dirty="0"/>
            </a:p>
          </p:txBody>
        </p:sp>
        <p:sp>
          <p:nvSpPr>
            <p:cNvPr id="14" name="Google Shape;2294;p54">
              <a:extLst>
                <a:ext uri="{FF2B5EF4-FFF2-40B4-BE49-F238E27FC236}">
                  <a16:creationId xmlns:a16="http://schemas.microsoft.com/office/drawing/2014/main" id="{32856790-1FCB-408F-71E2-DA520F74974D}"/>
                </a:ext>
              </a:extLst>
            </p:cNvPr>
            <p:cNvSpPr/>
            <p:nvPr/>
          </p:nvSpPr>
          <p:spPr>
            <a:xfrm>
              <a:off x="761950" y="2796725"/>
              <a:ext cx="185475" cy="185475"/>
            </a:xfrm>
            <a:custGeom>
              <a:avLst/>
              <a:gdLst/>
              <a:ahLst/>
              <a:cxnLst/>
              <a:rect l="l" t="t" r="r" b="b"/>
              <a:pathLst>
                <a:path w="7419" h="7419" extrusionOk="0">
                  <a:moveTo>
                    <a:pt x="1" y="0"/>
                  </a:moveTo>
                  <a:lnTo>
                    <a:pt x="1" y="7418"/>
                  </a:lnTo>
                  <a:lnTo>
                    <a:pt x="7419" y="7418"/>
                  </a:lnTo>
                  <a:lnTo>
                    <a:pt x="7419" y="0"/>
                  </a:lnTo>
                  <a:close/>
                </a:path>
              </a:pathLst>
            </a:custGeom>
            <a:solidFill>
              <a:schemeClr val="dk1"/>
            </a:solidFill>
            <a:ln>
              <a:solidFill>
                <a:schemeClr val="bg1"/>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dirty="0"/>
            </a:p>
          </p:txBody>
        </p:sp>
        <p:sp>
          <p:nvSpPr>
            <p:cNvPr id="15" name="Google Shape;2295;p54">
              <a:extLst>
                <a:ext uri="{FF2B5EF4-FFF2-40B4-BE49-F238E27FC236}">
                  <a16:creationId xmlns:a16="http://schemas.microsoft.com/office/drawing/2014/main" id="{43171A27-F988-2DB6-763B-3A8FF13BBF83}"/>
                </a:ext>
              </a:extLst>
            </p:cNvPr>
            <p:cNvSpPr/>
            <p:nvPr/>
          </p:nvSpPr>
          <p:spPr>
            <a:xfrm>
              <a:off x="566800" y="2796725"/>
              <a:ext cx="185475" cy="185475"/>
            </a:xfrm>
            <a:custGeom>
              <a:avLst/>
              <a:gdLst/>
              <a:ahLst/>
              <a:cxnLst/>
              <a:rect l="l" t="t" r="r" b="b"/>
              <a:pathLst>
                <a:path w="7419" h="7419" extrusionOk="0">
                  <a:moveTo>
                    <a:pt x="0" y="0"/>
                  </a:moveTo>
                  <a:lnTo>
                    <a:pt x="0" y="7418"/>
                  </a:lnTo>
                  <a:lnTo>
                    <a:pt x="7419" y="7418"/>
                  </a:lnTo>
                  <a:lnTo>
                    <a:pt x="7419" y="0"/>
                  </a:lnTo>
                  <a:close/>
                </a:path>
              </a:pathLst>
            </a:custGeom>
            <a:solidFill>
              <a:schemeClr val="dk1"/>
            </a:solidFill>
            <a:ln>
              <a:solidFill>
                <a:schemeClr val="bg1"/>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dirty="0"/>
            </a:p>
          </p:txBody>
        </p:sp>
        <p:sp>
          <p:nvSpPr>
            <p:cNvPr id="16" name="Google Shape;2296;p54">
              <a:extLst>
                <a:ext uri="{FF2B5EF4-FFF2-40B4-BE49-F238E27FC236}">
                  <a16:creationId xmlns:a16="http://schemas.microsoft.com/office/drawing/2014/main" id="{CC986C87-71D3-993C-E597-467F383071AD}"/>
                </a:ext>
              </a:extLst>
            </p:cNvPr>
            <p:cNvSpPr/>
            <p:nvPr/>
          </p:nvSpPr>
          <p:spPr>
            <a:xfrm>
              <a:off x="371075" y="3187025"/>
              <a:ext cx="186050" cy="186050"/>
            </a:xfrm>
            <a:custGeom>
              <a:avLst/>
              <a:gdLst/>
              <a:ahLst/>
              <a:cxnLst/>
              <a:rect l="l" t="t" r="r" b="b"/>
              <a:pathLst>
                <a:path w="7442" h="7442" extrusionOk="0">
                  <a:moveTo>
                    <a:pt x="0" y="1"/>
                  </a:moveTo>
                  <a:lnTo>
                    <a:pt x="0" y="7442"/>
                  </a:lnTo>
                  <a:lnTo>
                    <a:pt x="7441" y="7442"/>
                  </a:lnTo>
                  <a:lnTo>
                    <a:pt x="7441" y="1"/>
                  </a:lnTo>
                  <a:close/>
                </a:path>
              </a:pathLst>
            </a:custGeom>
            <a:solidFill>
              <a:schemeClr val="dk1"/>
            </a:solidFill>
            <a:ln>
              <a:solidFill>
                <a:schemeClr val="bg1"/>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dirty="0"/>
            </a:p>
          </p:txBody>
        </p:sp>
        <p:sp>
          <p:nvSpPr>
            <p:cNvPr id="17" name="Google Shape;2297;p54">
              <a:extLst>
                <a:ext uri="{FF2B5EF4-FFF2-40B4-BE49-F238E27FC236}">
                  <a16:creationId xmlns:a16="http://schemas.microsoft.com/office/drawing/2014/main" id="{1810331F-C6DF-7CA5-9B33-9F09CC4D5C72}"/>
                </a:ext>
              </a:extLst>
            </p:cNvPr>
            <p:cNvSpPr/>
            <p:nvPr/>
          </p:nvSpPr>
          <p:spPr>
            <a:xfrm>
              <a:off x="371075" y="2991875"/>
              <a:ext cx="186050" cy="185475"/>
            </a:xfrm>
            <a:custGeom>
              <a:avLst/>
              <a:gdLst/>
              <a:ahLst/>
              <a:cxnLst/>
              <a:rect l="l" t="t" r="r" b="b"/>
              <a:pathLst>
                <a:path w="7442" h="7419" extrusionOk="0">
                  <a:moveTo>
                    <a:pt x="0" y="0"/>
                  </a:moveTo>
                  <a:lnTo>
                    <a:pt x="0" y="7419"/>
                  </a:lnTo>
                  <a:lnTo>
                    <a:pt x="7441" y="7419"/>
                  </a:lnTo>
                  <a:lnTo>
                    <a:pt x="7441" y="0"/>
                  </a:lnTo>
                  <a:close/>
                </a:path>
              </a:pathLst>
            </a:custGeom>
            <a:solidFill>
              <a:schemeClr val="dk1"/>
            </a:solidFill>
            <a:ln>
              <a:solidFill>
                <a:schemeClr val="bg1"/>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dirty="0"/>
            </a:p>
          </p:txBody>
        </p:sp>
        <p:sp>
          <p:nvSpPr>
            <p:cNvPr id="18" name="Google Shape;2298;p54">
              <a:extLst>
                <a:ext uri="{FF2B5EF4-FFF2-40B4-BE49-F238E27FC236}">
                  <a16:creationId xmlns:a16="http://schemas.microsoft.com/office/drawing/2014/main" id="{2476BC89-D77C-FD46-1681-2B26EFFA8A5A}"/>
                </a:ext>
              </a:extLst>
            </p:cNvPr>
            <p:cNvSpPr/>
            <p:nvPr/>
          </p:nvSpPr>
          <p:spPr>
            <a:xfrm>
              <a:off x="371075" y="2796725"/>
              <a:ext cx="186050" cy="185475"/>
            </a:xfrm>
            <a:custGeom>
              <a:avLst/>
              <a:gdLst/>
              <a:ahLst/>
              <a:cxnLst/>
              <a:rect l="l" t="t" r="r" b="b"/>
              <a:pathLst>
                <a:path w="7442" h="7419" extrusionOk="0">
                  <a:moveTo>
                    <a:pt x="0" y="0"/>
                  </a:moveTo>
                  <a:lnTo>
                    <a:pt x="0" y="7418"/>
                  </a:lnTo>
                  <a:lnTo>
                    <a:pt x="7441" y="7418"/>
                  </a:lnTo>
                  <a:lnTo>
                    <a:pt x="7441" y="0"/>
                  </a:lnTo>
                  <a:close/>
                </a:path>
              </a:pathLst>
            </a:custGeom>
            <a:solidFill>
              <a:schemeClr val="dk1"/>
            </a:solidFill>
            <a:ln>
              <a:solidFill>
                <a:schemeClr val="bg1"/>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dirty="0"/>
            </a:p>
          </p:txBody>
        </p:sp>
      </p:grpSp>
    </p:spTree>
    <p:extLst>
      <p:ext uri="{BB962C8B-B14F-4D97-AF65-F5344CB8AC3E}">
        <p14:creationId xmlns:p14="http://schemas.microsoft.com/office/powerpoint/2010/main" val="33019698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74AB3A7-0463-E57B-5CB5-61CE5D115E16}"/>
              </a:ext>
            </a:extLst>
          </p:cNvPr>
          <p:cNvSpPr txBox="1"/>
          <p:nvPr/>
        </p:nvSpPr>
        <p:spPr>
          <a:xfrm>
            <a:off x="7595911" y="4459202"/>
            <a:ext cx="1566760" cy="307777"/>
          </a:xfrm>
          <a:prstGeom prst="rect">
            <a:avLst/>
          </a:prstGeom>
          <a:noFill/>
        </p:spPr>
        <p:txBody>
          <a:bodyPr wrap="square" rtlCol="0">
            <a:spAutoFit/>
          </a:bodyPr>
          <a:lstStyle/>
          <a:p>
            <a:pPr algn="ctr"/>
            <a:r>
              <a:rPr lang="en-US" i="1" dirty="0">
                <a:latin typeface="Montserrat ExtraBold" panose="00000900000000000000" pitchFamily="2" charset="0"/>
              </a:rPr>
              <a:t>REMONTADA</a:t>
            </a:r>
          </a:p>
        </p:txBody>
      </p:sp>
      <p:sp>
        <p:nvSpPr>
          <p:cNvPr id="5" name="Rectangle: Rounded Corners 4">
            <a:extLst>
              <a:ext uri="{FF2B5EF4-FFF2-40B4-BE49-F238E27FC236}">
                <a16:creationId xmlns:a16="http://schemas.microsoft.com/office/drawing/2014/main" id="{472FD96A-914E-2C5C-CBAF-362E6FB49DF0}"/>
              </a:ext>
            </a:extLst>
          </p:cNvPr>
          <p:cNvSpPr/>
          <p:nvPr/>
        </p:nvSpPr>
        <p:spPr>
          <a:xfrm>
            <a:off x="1743256" y="156544"/>
            <a:ext cx="5309144" cy="1030534"/>
          </a:xfrm>
          <a:prstGeom prst="roundRect">
            <a:avLst>
              <a:gd name="adj" fmla="val 50000"/>
            </a:avLst>
          </a:prstGeom>
          <a:solidFill>
            <a:schemeClr val="bg1">
              <a:lumMod val="90000"/>
            </a:schemeClr>
          </a:solidFill>
          <a:ln>
            <a:solidFill>
              <a:schemeClr val="accent6">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400" i="1" dirty="0">
                <a:solidFill>
                  <a:schemeClr val="accent6">
                    <a:lumMod val="85000"/>
                  </a:schemeClr>
                </a:solidFill>
                <a:latin typeface="Montserrat ExtraBold" panose="00000900000000000000" pitchFamily="2" charset="0"/>
                <a:cs typeface="Arial Black" panose="020B0604020202020204" pitchFamily="34" charset="0"/>
              </a:rPr>
              <a:t>Profits  </a:t>
            </a:r>
            <a:endParaRPr lang="en-US" sz="4400" i="1" dirty="0">
              <a:solidFill>
                <a:schemeClr val="accent6">
                  <a:lumMod val="85000"/>
                </a:schemeClr>
              </a:solidFill>
              <a:latin typeface="Montserrat ExtraBold" panose="00000900000000000000" pitchFamily="2" charset="0"/>
              <a:cs typeface="Arial Black" panose="020B0604020202020204" pitchFamily="34" charset="0"/>
            </a:endParaRPr>
          </a:p>
        </p:txBody>
      </p:sp>
      <p:grpSp>
        <p:nvGrpSpPr>
          <p:cNvPr id="6" name="Google Shape;2299;p54">
            <a:extLst>
              <a:ext uri="{FF2B5EF4-FFF2-40B4-BE49-F238E27FC236}">
                <a16:creationId xmlns:a16="http://schemas.microsoft.com/office/drawing/2014/main" id="{B7995C5D-DB31-09B3-8CD7-F5EF71FDAEB5}"/>
              </a:ext>
            </a:extLst>
          </p:cNvPr>
          <p:cNvGrpSpPr/>
          <p:nvPr/>
        </p:nvGrpSpPr>
        <p:grpSpPr>
          <a:xfrm>
            <a:off x="213090" y="315148"/>
            <a:ext cx="1414050" cy="713325"/>
            <a:chOff x="6040575" y="3640900"/>
            <a:chExt cx="1414050" cy="713325"/>
          </a:xfrm>
        </p:grpSpPr>
        <p:sp>
          <p:nvSpPr>
            <p:cNvPr id="7" name="Google Shape;2300;p54">
              <a:extLst>
                <a:ext uri="{FF2B5EF4-FFF2-40B4-BE49-F238E27FC236}">
                  <a16:creationId xmlns:a16="http://schemas.microsoft.com/office/drawing/2014/main" id="{C4FCF9AB-2826-091E-E147-589DA11162E2}"/>
                </a:ext>
              </a:extLst>
            </p:cNvPr>
            <p:cNvSpPr/>
            <p:nvPr/>
          </p:nvSpPr>
          <p:spPr>
            <a:xfrm>
              <a:off x="6040575" y="3640900"/>
              <a:ext cx="1414050" cy="713325"/>
            </a:xfrm>
            <a:custGeom>
              <a:avLst/>
              <a:gdLst/>
              <a:ahLst/>
              <a:cxnLst/>
              <a:rect l="l" t="t" r="r" b="b"/>
              <a:pathLst>
                <a:path w="56562" h="28533" extrusionOk="0">
                  <a:moveTo>
                    <a:pt x="1" y="1"/>
                  </a:moveTo>
                  <a:lnTo>
                    <a:pt x="1" y="252"/>
                  </a:lnTo>
                  <a:cubicBezTo>
                    <a:pt x="1" y="15842"/>
                    <a:pt x="12691" y="28533"/>
                    <a:pt x="28281" y="28533"/>
                  </a:cubicBezTo>
                  <a:cubicBezTo>
                    <a:pt x="43871" y="28533"/>
                    <a:pt x="56562" y="15842"/>
                    <a:pt x="56562" y="252"/>
                  </a:cubicBezTo>
                  <a:lnTo>
                    <a:pt x="56562" y="1"/>
                  </a:lnTo>
                  <a:lnTo>
                    <a:pt x="56174" y="1"/>
                  </a:lnTo>
                  <a:lnTo>
                    <a:pt x="56174" y="252"/>
                  </a:lnTo>
                  <a:cubicBezTo>
                    <a:pt x="56174" y="15636"/>
                    <a:pt x="43665" y="28167"/>
                    <a:pt x="28281" y="28167"/>
                  </a:cubicBezTo>
                  <a:cubicBezTo>
                    <a:pt x="12897" y="28167"/>
                    <a:pt x="389" y="15636"/>
                    <a:pt x="389" y="252"/>
                  </a:cubicBezTo>
                  <a:lnTo>
                    <a:pt x="3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 name="Google Shape;2301;p54">
              <a:extLst>
                <a:ext uri="{FF2B5EF4-FFF2-40B4-BE49-F238E27FC236}">
                  <a16:creationId xmlns:a16="http://schemas.microsoft.com/office/drawing/2014/main" id="{3037E4EF-5EC6-9B4B-C261-E553D6AEA4C3}"/>
                </a:ext>
              </a:extLst>
            </p:cNvPr>
            <p:cNvSpPr/>
            <p:nvPr/>
          </p:nvSpPr>
          <p:spPr>
            <a:xfrm>
              <a:off x="6107350" y="3640900"/>
              <a:ext cx="1280525" cy="646000"/>
            </a:xfrm>
            <a:custGeom>
              <a:avLst/>
              <a:gdLst/>
              <a:ahLst/>
              <a:cxnLst/>
              <a:rect l="l" t="t" r="r" b="b"/>
              <a:pathLst>
                <a:path w="51221" h="25840" extrusionOk="0">
                  <a:moveTo>
                    <a:pt x="0" y="1"/>
                  </a:moveTo>
                  <a:lnTo>
                    <a:pt x="0" y="229"/>
                  </a:lnTo>
                  <a:cubicBezTo>
                    <a:pt x="0" y="14358"/>
                    <a:pt x="11481" y="25839"/>
                    <a:pt x="25610" y="25839"/>
                  </a:cubicBezTo>
                  <a:cubicBezTo>
                    <a:pt x="39739" y="25839"/>
                    <a:pt x="51220" y="14358"/>
                    <a:pt x="51220" y="229"/>
                  </a:cubicBezTo>
                  <a:lnTo>
                    <a:pt x="51220" y="1"/>
                  </a:lnTo>
                  <a:lnTo>
                    <a:pt x="50855" y="1"/>
                  </a:lnTo>
                  <a:lnTo>
                    <a:pt x="50855" y="229"/>
                  </a:lnTo>
                  <a:cubicBezTo>
                    <a:pt x="50855" y="14153"/>
                    <a:pt x="39534" y="25474"/>
                    <a:pt x="25610" y="25474"/>
                  </a:cubicBezTo>
                  <a:cubicBezTo>
                    <a:pt x="11687" y="25474"/>
                    <a:pt x="388" y="14153"/>
                    <a:pt x="388" y="229"/>
                  </a:cubicBezTo>
                  <a:lnTo>
                    <a:pt x="38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 name="Google Shape;2302;p54">
              <a:extLst>
                <a:ext uri="{FF2B5EF4-FFF2-40B4-BE49-F238E27FC236}">
                  <a16:creationId xmlns:a16="http://schemas.microsoft.com/office/drawing/2014/main" id="{BF375EAE-745D-6F66-1611-6E8FB47B4312}"/>
                </a:ext>
              </a:extLst>
            </p:cNvPr>
            <p:cNvSpPr/>
            <p:nvPr/>
          </p:nvSpPr>
          <p:spPr>
            <a:xfrm>
              <a:off x="6174100" y="3640900"/>
              <a:ext cx="1147000" cy="578650"/>
            </a:xfrm>
            <a:custGeom>
              <a:avLst/>
              <a:gdLst/>
              <a:ahLst/>
              <a:cxnLst/>
              <a:rect l="l" t="t" r="r" b="b"/>
              <a:pathLst>
                <a:path w="45880" h="23146" extrusionOk="0">
                  <a:moveTo>
                    <a:pt x="1" y="1"/>
                  </a:moveTo>
                  <a:lnTo>
                    <a:pt x="1" y="206"/>
                  </a:lnTo>
                  <a:cubicBezTo>
                    <a:pt x="1" y="12852"/>
                    <a:pt x="10295" y="23146"/>
                    <a:pt x="22940" y="23146"/>
                  </a:cubicBezTo>
                  <a:cubicBezTo>
                    <a:pt x="35585" y="23146"/>
                    <a:pt x="45880" y="12852"/>
                    <a:pt x="45880" y="206"/>
                  </a:cubicBezTo>
                  <a:lnTo>
                    <a:pt x="45880" y="1"/>
                  </a:lnTo>
                  <a:lnTo>
                    <a:pt x="45514" y="1"/>
                  </a:lnTo>
                  <a:lnTo>
                    <a:pt x="45514" y="206"/>
                  </a:lnTo>
                  <a:cubicBezTo>
                    <a:pt x="45514" y="12646"/>
                    <a:pt x="35380" y="22781"/>
                    <a:pt x="22940" y="22781"/>
                  </a:cubicBezTo>
                  <a:cubicBezTo>
                    <a:pt x="10500" y="22781"/>
                    <a:pt x="389" y="12646"/>
                    <a:pt x="389" y="206"/>
                  </a:cubicBezTo>
                  <a:lnTo>
                    <a:pt x="3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 name="Google Shape;2303;p54">
              <a:extLst>
                <a:ext uri="{FF2B5EF4-FFF2-40B4-BE49-F238E27FC236}">
                  <a16:creationId xmlns:a16="http://schemas.microsoft.com/office/drawing/2014/main" id="{0A9B34DC-DFB1-02ED-40E2-57A206177601}"/>
                </a:ext>
              </a:extLst>
            </p:cNvPr>
            <p:cNvSpPr/>
            <p:nvPr/>
          </p:nvSpPr>
          <p:spPr>
            <a:xfrm>
              <a:off x="6240875" y="3640900"/>
              <a:ext cx="1013450" cy="511325"/>
            </a:xfrm>
            <a:custGeom>
              <a:avLst/>
              <a:gdLst/>
              <a:ahLst/>
              <a:cxnLst/>
              <a:rect l="l" t="t" r="r" b="b"/>
              <a:pathLst>
                <a:path w="40538" h="20453" extrusionOk="0">
                  <a:moveTo>
                    <a:pt x="0" y="1"/>
                  </a:moveTo>
                  <a:lnTo>
                    <a:pt x="0" y="184"/>
                  </a:lnTo>
                  <a:cubicBezTo>
                    <a:pt x="0" y="11368"/>
                    <a:pt x="9085" y="20452"/>
                    <a:pt x="20269" y="20452"/>
                  </a:cubicBezTo>
                  <a:cubicBezTo>
                    <a:pt x="31454" y="20452"/>
                    <a:pt x="40538" y="11368"/>
                    <a:pt x="40538" y="184"/>
                  </a:cubicBezTo>
                  <a:lnTo>
                    <a:pt x="40538" y="1"/>
                  </a:lnTo>
                  <a:lnTo>
                    <a:pt x="40173" y="1"/>
                  </a:lnTo>
                  <a:lnTo>
                    <a:pt x="40173" y="184"/>
                  </a:lnTo>
                  <a:cubicBezTo>
                    <a:pt x="40173" y="11162"/>
                    <a:pt x="31248" y="20087"/>
                    <a:pt x="20269" y="20087"/>
                  </a:cubicBezTo>
                  <a:cubicBezTo>
                    <a:pt x="9290" y="20087"/>
                    <a:pt x="365" y="11162"/>
                    <a:pt x="365" y="184"/>
                  </a:cubicBezTo>
                  <a:lnTo>
                    <a:pt x="36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 name="Google Shape;2304;p54">
              <a:extLst>
                <a:ext uri="{FF2B5EF4-FFF2-40B4-BE49-F238E27FC236}">
                  <a16:creationId xmlns:a16="http://schemas.microsoft.com/office/drawing/2014/main" id="{49EFFCE9-8A85-DDC8-828B-2011D34D0374}"/>
                </a:ext>
              </a:extLst>
            </p:cNvPr>
            <p:cNvSpPr/>
            <p:nvPr/>
          </p:nvSpPr>
          <p:spPr>
            <a:xfrm>
              <a:off x="6307625" y="3640900"/>
              <a:ext cx="880525" cy="443975"/>
            </a:xfrm>
            <a:custGeom>
              <a:avLst/>
              <a:gdLst/>
              <a:ahLst/>
              <a:cxnLst/>
              <a:rect l="l" t="t" r="r" b="b"/>
              <a:pathLst>
                <a:path w="35221" h="17759" extrusionOk="0">
                  <a:moveTo>
                    <a:pt x="1" y="1"/>
                  </a:moveTo>
                  <a:lnTo>
                    <a:pt x="1" y="161"/>
                  </a:lnTo>
                  <a:cubicBezTo>
                    <a:pt x="1" y="9861"/>
                    <a:pt x="7898" y="17759"/>
                    <a:pt x="17599" y="17759"/>
                  </a:cubicBezTo>
                  <a:cubicBezTo>
                    <a:pt x="27300" y="17759"/>
                    <a:pt x="35220" y="9861"/>
                    <a:pt x="35220" y="161"/>
                  </a:cubicBezTo>
                  <a:lnTo>
                    <a:pt x="35220" y="1"/>
                  </a:lnTo>
                  <a:lnTo>
                    <a:pt x="34832" y="1"/>
                  </a:lnTo>
                  <a:lnTo>
                    <a:pt x="34832" y="161"/>
                  </a:lnTo>
                  <a:cubicBezTo>
                    <a:pt x="34832" y="9656"/>
                    <a:pt x="27094" y="17394"/>
                    <a:pt x="17599" y="17394"/>
                  </a:cubicBezTo>
                  <a:cubicBezTo>
                    <a:pt x="8104" y="17394"/>
                    <a:pt x="366" y="9656"/>
                    <a:pt x="366" y="161"/>
                  </a:cubicBezTo>
                  <a:lnTo>
                    <a:pt x="36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 name="Google Shape;2305;p54">
              <a:extLst>
                <a:ext uri="{FF2B5EF4-FFF2-40B4-BE49-F238E27FC236}">
                  <a16:creationId xmlns:a16="http://schemas.microsoft.com/office/drawing/2014/main" id="{98D6F83B-CA13-FFA7-22D4-0E2AB0FFEBEC}"/>
                </a:ext>
              </a:extLst>
            </p:cNvPr>
            <p:cNvSpPr/>
            <p:nvPr/>
          </p:nvSpPr>
          <p:spPr>
            <a:xfrm>
              <a:off x="6374400" y="3640900"/>
              <a:ext cx="746975" cy="377225"/>
            </a:xfrm>
            <a:custGeom>
              <a:avLst/>
              <a:gdLst/>
              <a:ahLst/>
              <a:cxnLst/>
              <a:rect l="l" t="t" r="r" b="b"/>
              <a:pathLst>
                <a:path w="29879" h="15089" extrusionOk="0">
                  <a:moveTo>
                    <a:pt x="0" y="1"/>
                  </a:moveTo>
                  <a:lnTo>
                    <a:pt x="0" y="138"/>
                  </a:lnTo>
                  <a:cubicBezTo>
                    <a:pt x="0" y="8378"/>
                    <a:pt x="6688" y="15088"/>
                    <a:pt x="14928" y="15088"/>
                  </a:cubicBezTo>
                  <a:cubicBezTo>
                    <a:pt x="23168" y="15088"/>
                    <a:pt x="29879" y="8378"/>
                    <a:pt x="29879" y="138"/>
                  </a:cubicBezTo>
                  <a:lnTo>
                    <a:pt x="29879" y="1"/>
                  </a:lnTo>
                  <a:lnTo>
                    <a:pt x="29491" y="1"/>
                  </a:lnTo>
                  <a:lnTo>
                    <a:pt x="29491" y="138"/>
                  </a:lnTo>
                  <a:cubicBezTo>
                    <a:pt x="29491" y="8172"/>
                    <a:pt x="22963" y="14700"/>
                    <a:pt x="14928" y="14700"/>
                  </a:cubicBezTo>
                  <a:cubicBezTo>
                    <a:pt x="6894" y="14700"/>
                    <a:pt x="366" y="8172"/>
                    <a:pt x="366" y="138"/>
                  </a:cubicBezTo>
                  <a:lnTo>
                    <a:pt x="36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 name="Google Shape;2306;p54">
              <a:extLst>
                <a:ext uri="{FF2B5EF4-FFF2-40B4-BE49-F238E27FC236}">
                  <a16:creationId xmlns:a16="http://schemas.microsoft.com/office/drawing/2014/main" id="{91759405-F9C0-3463-6539-0C1D3D48AED0}"/>
                </a:ext>
              </a:extLst>
            </p:cNvPr>
            <p:cNvSpPr/>
            <p:nvPr/>
          </p:nvSpPr>
          <p:spPr>
            <a:xfrm>
              <a:off x="6440600" y="3640900"/>
              <a:ext cx="614025" cy="309900"/>
            </a:xfrm>
            <a:custGeom>
              <a:avLst/>
              <a:gdLst/>
              <a:ahLst/>
              <a:cxnLst/>
              <a:rect l="l" t="t" r="r" b="b"/>
              <a:pathLst>
                <a:path w="24561" h="12396" extrusionOk="0">
                  <a:moveTo>
                    <a:pt x="0" y="1"/>
                  </a:moveTo>
                  <a:lnTo>
                    <a:pt x="0" y="115"/>
                  </a:lnTo>
                  <a:cubicBezTo>
                    <a:pt x="0" y="6871"/>
                    <a:pt x="5524" y="12395"/>
                    <a:pt x="12280" y="12395"/>
                  </a:cubicBezTo>
                  <a:cubicBezTo>
                    <a:pt x="19059" y="12395"/>
                    <a:pt x="24560" y="6871"/>
                    <a:pt x="24560" y="115"/>
                  </a:cubicBezTo>
                  <a:lnTo>
                    <a:pt x="24560" y="1"/>
                  </a:lnTo>
                  <a:lnTo>
                    <a:pt x="24172" y="1"/>
                  </a:lnTo>
                  <a:lnTo>
                    <a:pt x="24172" y="115"/>
                  </a:lnTo>
                  <a:cubicBezTo>
                    <a:pt x="24172" y="6666"/>
                    <a:pt x="18831" y="12007"/>
                    <a:pt x="12280" y="12007"/>
                  </a:cubicBezTo>
                  <a:cubicBezTo>
                    <a:pt x="5729" y="12007"/>
                    <a:pt x="388" y="6666"/>
                    <a:pt x="388" y="115"/>
                  </a:cubicBezTo>
                  <a:lnTo>
                    <a:pt x="38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 name="Google Shape;2307;p54">
              <a:extLst>
                <a:ext uri="{FF2B5EF4-FFF2-40B4-BE49-F238E27FC236}">
                  <a16:creationId xmlns:a16="http://schemas.microsoft.com/office/drawing/2014/main" id="{89947518-F760-2D15-9DA8-5FCC11911B67}"/>
                </a:ext>
              </a:extLst>
            </p:cNvPr>
            <p:cNvSpPr/>
            <p:nvPr/>
          </p:nvSpPr>
          <p:spPr>
            <a:xfrm>
              <a:off x="6507350" y="3640900"/>
              <a:ext cx="480500" cy="242550"/>
            </a:xfrm>
            <a:custGeom>
              <a:avLst/>
              <a:gdLst/>
              <a:ahLst/>
              <a:cxnLst/>
              <a:rect l="l" t="t" r="r" b="b"/>
              <a:pathLst>
                <a:path w="19220" h="9702" extrusionOk="0">
                  <a:moveTo>
                    <a:pt x="1" y="1"/>
                  </a:moveTo>
                  <a:lnTo>
                    <a:pt x="1" y="92"/>
                  </a:lnTo>
                  <a:cubicBezTo>
                    <a:pt x="1" y="5388"/>
                    <a:pt x="4315" y="9702"/>
                    <a:pt x="9610" y="9702"/>
                  </a:cubicBezTo>
                  <a:cubicBezTo>
                    <a:pt x="14906" y="9702"/>
                    <a:pt x="19220" y="5388"/>
                    <a:pt x="19220" y="92"/>
                  </a:cubicBezTo>
                  <a:lnTo>
                    <a:pt x="19220" y="1"/>
                  </a:lnTo>
                  <a:lnTo>
                    <a:pt x="18832" y="1"/>
                  </a:lnTo>
                  <a:lnTo>
                    <a:pt x="18832" y="92"/>
                  </a:lnTo>
                  <a:cubicBezTo>
                    <a:pt x="18832" y="5182"/>
                    <a:pt x="14700" y="9314"/>
                    <a:pt x="9610" y="9314"/>
                  </a:cubicBezTo>
                  <a:cubicBezTo>
                    <a:pt x="4520" y="9314"/>
                    <a:pt x="389" y="5182"/>
                    <a:pt x="389" y="92"/>
                  </a:cubicBezTo>
                  <a:lnTo>
                    <a:pt x="3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 name="Google Shape;2308;p54">
              <a:extLst>
                <a:ext uri="{FF2B5EF4-FFF2-40B4-BE49-F238E27FC236}">
                  <a16:creationId xmlns:a16="http://schemas.microsoft.com/office/drawing/2014/main" id="{9A67D0A2-8938-AE70-6F9E-2468CBE86709}"/>
                </a:ext>
              </a:extLst>
            </p:cNvPr>
            <p:cNvSpPr/>
            <p:nvPr/>
          </p:nvSpPr>
          <p:spPr>
            <a:xfrm>
              <a:off x="6574125" y="3640900"/>
              <a:ext cx="346975" cy="175225"/>
            </a:xfrm>
            <a:custGeom>
              <a:avLst/>
              <a:gdLst/>
              <a:ahLst/>
              <a:cxnLst/>
              <a:rect l="l" t="t" r="r" b="b"/>
              <a:pathLst>
                <a:path w="13879" h="7009" extrusionOk="0">
                  <a:moveTo>
                    <a:pt x="0" y="1"/>
                  </a:moveTo>
                  <a:lnTo>
                    <a:pt x="0" y="69"/>
                  </a:lnTo>
                  <a:cubicBezTo>
                    <a:pt x="0" y="3881"/>
                    <a:pt x="3127" y="7008"/>
                    <a:pt x="6939" y="7008"/>
                  </a:cubicBezTo>
                  <a:cubicBezTo>
                    <a:pt x="10774" y="7008"/>
                    <a:pt x="13878" y="3881"/>
                    <a:pt x="13878" y="69"/>
                  </a:cubicBezTo>
                  <a:lnTo>
                    <a:pt x="13878" y="1"/>
                  </a:lnTo>
                  <a:lnTo>
                    <a:pt x="13490" y="1"/>
                  </a:lnTo>
                  <a:lnTo>
                    <a:pt x="13490" y="69"/>
                  </a:lnTo>
                  <a:cubicBezTo>
                    <a:pt x="13490" y="3676"/>
                    <a:pt x="10546" y="6620"/>
                    <a:pt x="6939" y="6620"/>
                  </a:cubicBezTo>
                  <a:cubicBezTo>
                    <a:pt x="3333" y="6620"/>
                    <a:pt x="388" y="3676"/>
                    <a:pt x="388" y="69"/>
                  </a:cubicBezTo>
                  <a:lnTo>
                    <a:pt x="38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 name="Google Shape;2309;p54">
              <a:extLst>
                <a:ext uri="{FF2B5EF4-FFF2-40B4-BE49-F238E27FC236}">
                  <a16:creationId xmlns:a16="http://schemas.microsoft.com/office/drawing/2014/main" id="{FE28542B-B8BE-CC5C-3DB2-25C30C98AE82}"/>
                </a:ext>
              </a:extLst>
            </p:cNvPr>
            <p:cNvSpPr/>
            <p:nvPr/>
          </p:nvSpPr>
          <p:spPr>
            <a:xfrm>
              <a:off x="6640875" y="3640900"/>
              <a:ext cx="213450" cy="107875"/>
            </a:xfrm>
            <a:custGeom>
              <a:avLst/>
              <a:gdLst/>
              <a:ahLst/>
              <a:cxnLst/>
              <a:rect l="l" t="t" r="r" b="b"/>
              <a:pathLst>
                <a:path w="8538" h="4315" extrusionOk="0">
                  <a:moveTo>
                    <a:pt x="389" y="1"/>
                  </a:moveTo>
                  <a:lnTo>
                    <a:pt x="1" y="47"/>
                  </a:lnTo>
                  <a:cubicBezTo>
                    <a:pt x="1" y="2398"/>
                    <a:pt x="1918" y="4315"/>
                    <a:pt x="4269" y="4315"/>
                  </a:cubicBezTo>
                  <a:cubicBezTo>
                    <a:pt x="6620" y="4315"/>
                    <a:pt x="8537" y="2398"/>
                    <a:pt x="8537" y="47"/>
                  </a:cubicBezTo>
                  <a:lnTo>
                    <a:pt x="8537" y="1"/>
                  </a:lnTo>
                  <a:lnTo>
                    <a:pt x="8149" y="47"/>
                  </a:lnTo>
                  <a:cubicBezTo>
                    <a:pt x="8149" y="2192"/>
                    <a:pt x="6415" y="3927"/>
                    <a:pt x="4269" y="3927"/>
                  </a:cubicBezTo>
                  <a:cubicBezTo>
                    <a:pt x="2124" y="3927"/>
                    <a:pt x="389" y="2192"/>
                    <a:pt x="3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17" name="Google Shape;1070;p35">
            <a:extLst>
              <a:ext uri="{FF2B5EF4-FFF2-40B4-BE49-F238E27FC236}">
                <a16:creationId xmlns:a16="http://schemas.microsoft.com/office/drawing/2014/main" id="{F645B30B-6096-D817-F81B-B7156BD17152}"/>
              </a:ext>
            </a:extLst>
          </p:cNvPr>
          <p:cNvSpPr/>
          <p:nvPr/>
        </p:nvSpPr>
        <p:spPr>
          <a:xfrm>
            <a:off x="6310800" y="4722591"/>
            <a:ext cx="741600" cy="741600"/>
          </a:xfrm>
          <a:prstGeom prst="ellipse">
            <a:avLst/>
          </a:prstGeom>
          <a:solidFill>
            <a:schemeClr val="dk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dirty="0"/>
          </a:p>
        </p:txBody>
      </p:sp>
      <p:sp>
        <p:nvSpPr>
          <p:cNvPr id="18" name="Rectangle: Rounded Corners 17">
            <a:extLst>
              <a:ext uri="{FF2B5EF4-FFF2-40B4-BE49-F238E27FC236}">
                <a16:creationId xmlns:a16="http://schemas.microsoft.com/office/drawing/2014/main" id="{5FD6E1D4-E41E-5902-629A-E1D7BEDE8EE3}"/>
              </a:ext>
            </a:extLst>
          </p:cNvPr>
          <p:cNvSpPr/>
          <p:nvPr/>
        </p:nvSpPr>
        <p:spPr>
          <a:xfrm>
            <a:off x="456941" y="1545856"/>
            <a:ext cx="8230118" cy="2481857"/>
          </a:xfrm>
          <a:prstGeom prst="roundRect">
            <a:avLst/>
          </a:prstGeom>
          <a:solidFill>
            <a:schemeClr val="bg1">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eaLnBrk="0" fontAlgn="base" hangingPunct="0">
              <a:spcBef>
                <a:spcPct val="0"/>
              </a:spcBef>
              <a:spcAft>
                <a:spcPct val="0"/>
              </a:spcAft>
              <a:buClrTx/>
            </a:pPr>
            <a:endParaRPr lang="en-US" sz="2000" b="1" i="1" dirty="0">
              <a:solidFill>
                <a:schemeClr val="accent6">
                  <a:lumMod val="85000"/>
                </a:schemeClr>
              </a:solidFill>
              <a:latin typeface="Montserrat ExtraBold" panose="00000900000000000000" pitchFamily="2" charset="0"/>
              <a:cs typeface="Aharoni" panose="02010803020104030203" pitchFamily="2" charset="-79"/>
            </a:endParaRPr>
          </a:p>
        </p:txBody>
      </p:sp>
      <p:sp>
        <p:nvSpPr>
          <p:cNvPr id="22" name="TextBox 21">
            <a:extLst>
              <a:ext uri="{FF2B5EF4-FFF2-40B4-BE49-F238E27FC236}">
                <a16:creationId xmlns:a16="http://schemas.microsoft.com/office/drawing/2014/main" id="{599AFD08-CBC0-228A-BEE0-5A89CDE98FDE}"/>
              </a:ext>
            </a:extLst>
          </p:cNvPr>
          <p:cNvSpPr txBox="1"/>
          <p:nvPr/>
        </p:nvSpPr>
        <p:spPr>
          <a:xfrm>
            <a:off x="1209731" y="1923081"/>
            <a:ext cx="6998098" cy="1938992"/>
          </a:xfrm>
          <a:prstGeom prst="rect">
            <a:avLst/>
          </a:prstGeom>
          <a:noFill/>
        </p:spPr>
        <p:txBody>
          <a:bodyPr wrap="square" rtlCol="0">
            <a:spAutoFit/>
          </a:bodyPr>
          <a:lstStyle/>
          <a:p>
            <a:pPr>
              <a:buClr>
                <a:schemeClr val="bg2"/>
              </a:buClr>
            </a:pPr>
            <a:r>
              <a:rPr lang="en-GB" sz="2000" i="1" dirty="0">
                <a:solidFill>
                  <a:schemeClr val="accent6">
                    <a:lumMod val="85000"/>
                  </a:schemeClr>
                </a:solidFill>
                <a:latin typeface="Montserrat ExtraBold" panose="00000900000000000000" pitchFamily="2" charset="0"/>
              </a:rPr>
              <a:t>The website is free with included ads.</a:t>
            </a:r>
            <a:endParaRPr lang="en-US" sz="2000" b="1" i="1" dirty="0">
              <a:solidFill>
                <a:schemeClr val="accent6">
                  <a:lumMod val="85000"/>
                </a:schemeClr>
              </a:solidFill>
              <a:latin typeface="Montserrat ExtraBold" panose="00000900000000000000" pitchFamily="2" charset="0"/>
              <a:cs typeface="Aharoni" panose="02010803020104030203" pitchFamily="2" charset="-79"/>
            </a:endParaRPr>
          </a:p>
          <a:p>
            <a:pPr marL="342900" indent="-342900">
              <a:buFont typeface="Arial" panose="020B0604020202020204" pitchFamily="34" charset="0"/>
              <a:buChar char="•"/>
            </a:pPr>
            <a:endParaRPr lang="en-GB" sz="2000" i="1" dirty="0">
              <a:solidFill>
                <a:schemeClr val="accent6">
                  <a:lumMod val="85000"/>
                </a:schemeClr>
              </a:solidFill>
              <a:latin typeface="Montserrat ExtraBold" panose="00000900000000000000" pitchFamily="2" charset="0"/>
            </a:endParaRPr>
          </a:p>
          <a:p>
            <a:r>
              <a:rPr lang="en-GB" sz="2000" i="1" dirty="0">
                <a:solidFill>
                  <a:schemeClr val="accent6">
                    <a:lumMod val="85000"/>
                  </a:schemeClr>
                </a:solidFill>
                <a:latin typeface="Montserrat ExtraBold" panose="00000900000000000000" pitchFamily="2" charset="0"/>
              </a:rPr>
              <a:t>The site takes 15% of booking money.</a:t>
            </a:r>
          </a:p>
          <a:p>
            <a:pPr marL="342900" indent="-342900">
              <a:buFont typeface="Arial" panose="020B0604020202020204" pitchFamily="34" charset="0"/>
              <a:buChar char="•"/>
            </a:pPr>
            <a:endParaRPr lang="en-GB" sz="2000" i="1" dirty="0">
              <a:solidFill>
                <a:schemeClr val="accent6">
                  <a:lumMod val="85000"/>
                </a:schemeClr>
              </a:solidFill>
              <a:latin typeface="Montserrat ExtraBold" panose="00000900000000000000" pitchFamily="2" charset="0"/>
            </a:endParaRPr>
          </a:p>
          <a:p>
            <a:r>
              <a:rPr lang="en-GB" sz="2000" i="1" dirty="0">
                <a:solidFill>
                  <a:schemeClr val="accent6">
                    <a:lumMod val="85000"/>
                  </a:schemeClr>
                </a:solidFill>
                <a:latin typeface="Montserrat ExtraBold" panose="00000900000000000000" pitchFamily="2" charset="0"/>
              </a:rPr>
              <a:t>Players pay fees to participate in tournaments.</a:t>
            </a:r>
          </a:p>
          <a:p>
            <a:pPr marL="342900" indent="-342900">
              <a:buFont typeface="Arial" panose="020B0604020202020204" pitchFamily="34" charset="0"/>
              <a:buChar char="•"/>
            </a:pPr>
            <a:endParaRPr lang="en-US" sz="2000" i="1" dirty="0">
              <a:solidFill>
                <a:schemeClr val="accent6">
                  <a:lumMod val="85000"/>
                </a:schemeClr>
              </a:solidFill>
              <a:latin typeface="Montserrat ExtraBold" panose="00000900000000000000" pitchFamily="2" charset="0"/>
            </a:endParaRPr>
          </a:p>
        </p:txBody>
      </p:sp>
    </p:spTree>
    <p:extLst>
      <p:ext uri="{BB962C8B-B14F-4D97-AF65-F5344CB8AC3E}">
        <p14:creationId xmlns:p14="http://schemas.microsoft.com/office/powerpoint/2010/main" val="17960127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74AB3A7-0463-E57B-5CB5-61CE5D115E16}"/>
              </a:ext>
            </a:extLst>
          </p:cNvPr>
          <p:cNvSpPr txBox="1"/>
          <p:nvPr/>
        </p:nvSpPr>
        <p:spPr>
          <a:xfrm>
            <a:off x="7595911" y="4459202"/>
            <a:ext cx="1566760" cy="307777"/>
          </a:xfrm>
          <a:prstGeom prst="rect">
            <a:avLst/>
          </a:prstGeom>
          <a:noFill/>
        </p:spPr>
        <p:txBody>
          <a:bodyPr wrap="square" rtlCol="0">
            <a:spAutoFit/>
          </a:bodyPr>
          <a:lstStyle/>
          <a:p>
            <a:pPr algn="ctr"/>
            <a:r>
              <a:rPr lang="en-US" i="1" dirty="0">
                <a:latin typeface="Montserrat ExtraBold" panose="00000900000000000000" pitchFamily="2" charset="0"/>
              </a:rPr>
              <a:t>REMONTADA</a:t>
            </a:r>
          </a:p>
        </p:txBody>
      </p:sp>
      <p:sp>
        <p:nvSpPr>
          <p:cNvPr id="5" name="Rectangle: Rounded Corners 4">
            <a:extLst>
              <a:ext uri="{FF2B5EF4-FFF2-40B4-BE49-F238E27FC236}">
                <a16:creationId xmlns:a16="http://schemas.microsoft.com/office/drawing/2014/main" id="{472FD96A-914E-2C5C-CBAF-362E6FB49DF0}"/>
              </a:ext>
            </a:extLst>
          </p:cNvPr>
          <p:cNvSpPr/>
          <p:nvPr/>
        </p:nvSpPr>
        <p:spPr>
          <a:xfrm>
            <a:off x="1743256" y="156544"/>
            <a:ext cx="5309144" cy="1030534"/>
          </a:xfrm>
          <a:prstGeom prst="roundRect">
            <a:avLst>
              <a:gd name="adj" fmla="val 50000"/>
            </a:avLst>
          </a:prstGeom>
          <a:solidFill>
            <a:schemeClr val="bg1">
              <a:lumMod val="90000"/>
            </a:schemeClr>
          </a:solidFill>
          <a:ln>
            <a:solidFill>
              <a:schemeClr val="accent6">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400" i="1" dirty="0">
                <a:solidFill>
                  <a:schemeClr val="accent6">
                    <a:lumMod val="85000"/>
                  </a:schemeClr>
                </a:solidFill>
                <a:latin typeface="Montserrat ExtraBold" panose="00000900000000000000" pitchFamily="2" charset="0"/>
                <a:cs typeface="Arial Black" panose="020B0604020202020204" pitchFamily="34" charset="0"/>
              </a:rPr>
              <a:t>Profits  </a:t>
            </a:r>
            <a:endParaRPr lang="en-US" sz="4400" i="1" dirty="0">
              <a:solidFill>
                <a:schemeClr val="accent6">
                  <a:lumMod val="85000"/>
                </a:schemeClr>
              </a:solidFill>
              <a:latin typeface="Montserrat ExtraBold" panose="00000900000000000000" pitchFamily="2" charset="0"/>
              <a:cs typeface="Arial Black" panose="020B0604020202020204" pitchFamily="34" charset="0"/>
            </a:endParaRPr>
          </a:p>
        </p:txBody>
      </p:sp>
      <p:grpSp>
        <p:nvGrpSpPr>
          <p:cNvPr id="6" name="Google Shape;2299;p54">
            <a:extLst>
              <a:ext uri="{FF2B5EF4-FFF2-40B4-BE49-F238E27FC236}">
                <a16:creationId xmlns:a16="http://schemas.microsoft.com/office/drawing/2014/main" id="{B7995C5D-DB31-09B3-8CD7-F5EF71FDAEB5}"/>
              </a:ext>
            </a:extLst>
          </p:cNvPr>
          <p:cNvGrpSpPr/>
          <p:nvPr/>
        </p:nvGrpSpPr>
        <p:grpSpPr>
          <a:xfrm>
            <a:off x="222481" y="315148"/>
            <a:ext cx="1414050" cy="713325"/>
            <a:chOff x="6040575" y="3640900"/>
            <a:chExt cx="1414050" cy="713325"/>
          </a:xfrm>
        </p:grpSpPr>
        <p:sp>
          <p:nvSpPr>
            <p:cNvPr id="7" name="Google Shape;2300;p54">
              <a:extLst>
                <a:ext uri="{FF2B5EF4-FFF2-40B4-BE49-F238E27FC236}">
                  <a16:creationId xmlns:a16="http://schemas.microsoft.com/office/drawing/2014/main" id="{C4FCF9AB-2826-091E-E147-589DA11162E2}"/>
                </a:ext>
              </a:extLst>
            </p:cNvPr>
            <p:cNvSpPr/>
            <p:nvPr/>
          </p:nvSpPr>
          <p:spPr>
            <a:xfrm>
              <a:off x="6040575" y="3640900"/>
              <a:ext cx="1414050" cy="713325"/>
            </a:xfrm>
            <a:custGeom>
              <a:avLst/>
              <a:gdLst/>
              <a:ahLst/>
              <a:cxnLst/>
              <a:rect l="l" t="t" r="r" b="b"/>
              <a:pathLst>
                <a:path w="56562" h="28533" extrusionOk="0">
                  <a:moveTo>
                    <a:pt x="1" y="1"/>
                  </a:moveTo>
                  <a:lnTo>
                    <a:pt x="1" y="252"/>
                  </a:lnTo>
                  <a:cubicBezTo>
                    <a:pt x="1" y="15842"/>
                    <a:pt x="12691" y="28533"/>
                    <a:pt x="28281" y="28533"/>
                  </a:cubicBezTo>
                  <a:cubicBezTo>
                    <a:pt x="43871" y="28533"/>
                    <a:pt x="56562" y="15842"/>
                    <a:pt x="56562" y="252"/>
                  </a:cubicBezTo>
                  <a:lnTo>
                    <a:pt x="56562" y="1"/>
                  </a:lnTo>
                  <a:lnTo>
                    <a:pt x="56174" y="1"/>
                  </a:lnTo>
                  <a:lnTo>
                    <a:pt x="56174" y="252"/>
                  </a:lnTo>
                  <a:cubicBezTo>
                    <a:pt x="56174" y="15636"/>
                    <a:pt x="43665" y="28167"/>
                    <a:pt x="28281" y="28167"/>
                  </a:cubicBezTo>
                  <a:cubicBezTo>
                    <a:pt x="12897" y="28167"/>
                    <a:pt x="389" y="15636"/>
                    <a:pt x="389" y="252"/>
                  </a:cubicBezTo>
                  <a:lnTo>
                    <a:pt x="3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 name="Google Shape;2301;p54">
              <a:extLst>
                <a:ext uri="{FF2B5EF4-FFF2-40B4-BE49-F238E27FC236}">
                  <a16:creationId xmlns:a16="http://schemas.microsoft.com/office/drawing/2014/main" id="{3037E4EF-5EC6-9B4B-C261-E553D6AEA4C3}"/>
                </a:ext>
              </a:extLst>
            </p:cNvPr>
            <p:cNvSpPr/>
            <p:nvPr/>
          </p:nvSpPr>
          <p:spPr>
            <a:xfrm>
              <a:off x="6107350" y="3640900"/>
              <a:ext cx="1280525" cy="646000"/>
            </a:xfrm>
            <a:custGeom>
              <a:avLst/>
              <a:gdLst/>
              <a:ahLst/>
              <a:cxnLst/>
              <a:rect l="l" t="t" r="r" b="b"/>
              <a:pathLst>
                <a:path w="51221" h="25840" extrusionOk="0">
                  <a:moveTo>
                    <a:pt x="0" y="1"/>
                  </a:moveTo>
                  <a:lnTo>
                    <a:pt x="0" y="229"/>
                  </a:lnTo>
                  <a:cubicBezTo>
                    <a:pt x="0" y="14358"/>
                    <a:pt x="11481" y="25839"/>
                    <a:pt x="25610" y="25839"/>
                  </a:cubicBezTo>
                  <a:cubicBezTo>
                    <a:pt x="39739" y="25839"/>
                    <a:pt x="51220" y="14358"/>
                    <a:pt x="51220" y="229"/>
                  </a:cubicBezTo>
                  <a:lnTo>
                    <a:pt x="51220" y="1"/>
                  </a:lnTo>
                  <a:lnTo>
                    <a:pt x="50855" y="1"/>
                  </a:lnTo>
                  <a:lnTo>
                    <a:pt x="50855" y="229"/>
                  </a:lnTo>
                  <a:cubicBezTo>
                    <a:pt x="50855" y="14153"/>
                    <a:pt x="39534" y="25474"/>
                    <a:pt x="25610" y="25474"/>
                  </a:cubicBezTo>
                  <a:cubicBezTo>
                    <a:pt x="11687" y="25474"/>
                    <a:pt x="388" y="14153"/>
                    <a:pt x="388" y="229"/>
                  </a:cubicBezTo>
                  <a:lnTo>
                    <a:pt x="38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 name="Google Shape;2302;p54">
              <a:extLst>
                <a:ext uri="{FF2B5EF4-FFF2-40B4-BE49-F238E27FC236}">
                  <a16:creationId xmlns:a16="http://schemas.microsoft.com/office/drawing/2014/main" id="{BF375EAE-745D-6F66-1611-6E8FB47B4312}"/>
                </a:ext>
              </a:extLst>
            </p:cNvPr>
            <p:cNvSpPr/>
            <p:nvPr/>
          </p:nvSpPr>
          <p:spPr>
            <a:xfrm>
              <a:off x="6174100" y="3640900"/>
              <a:ext cx="1147000" cy="578650"/>
            </a:xfrm>
            <a:custGeom>
              <a:avLst/>
              <a:gdLst/>
              <a:ahLst/>
              <a:cxnLst/>
              <a:rect l="l" t="t" r="r" b="b"/>
              <a:pathLst>
                <a:path w="45880" h="23146" extrusionOk="0">
                  <a:moveTo>
                    <a:pt x="1" y="1"/>
                  </a:moveTo>
                  <a:lnTo>
                    <a:pt x="1" y="206"/>
                  </a:lnTo>
                  <a:cubicBezTo>
                    <a:pt x="1" y="12852"/>
                    <a:pt x="10295" y="23146"/>
                    <a:pt x="22940" y="23146"/>
                  </a:cubicBezTo>
                  <a:cubicBezTo>
                    <a:pt x="35585" y="23146"/>
                    <a:pt x="45880" y="12852"/>
                    <a:pt x="45880" y="206"/>
                  </a:cubicBezTo>
                  <a:lnTo>
                    <a:pt x="45880" y="1"/>
                  </a:lnTo>
                  <a:lnTo>
                    <a:pt x="45514" y="1"/>
                  </a:lnTo>
                  <a:lnTo>
                    <a:pt x="45514" y="206"/>
                  </a:lnTo>
                  <a:cubicBezTo>
                    <a:pt x="45514" y="12646"/>
                    <a:pt x="35380" y="22781"/>
                    <a:pt x="22940" y="22781"/>
                  </a:cubicBezTo>
                  <a:cubicBezTo>
                    <a:pt x="10500" y="22781"/>
                    <a:pt x="389" y="12646"/>
                    <a:pt x="389" y="206"/>
                  </a:cubicBezTo>
                  <a:lnTo>
                    <a:pt x="3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 name="Google Shape;2303;p54">
              <a:extLst>
                <a:ext uri="{FF2B5EF4-FFF2-40B4-BE49-F238E27FC236}">
                  <a16:creationId xmlns:a16="http://schemas.microsoft.com/office/drawing/2014/main" id="{0A9B34DC-DFB1-02ED-40E2-57A206177601}"/>
                </a:ext>
              </a:extLst>
            </p:cNvPr>
            <p:cNvSpPr/>
            <p:nvPr/>
          </p:nvSpPr>
          <p:spPr>
            <a:xfrm>
              <a:off x="6240875" y="3640900"/>
              <a:ext cx="1013450" cy="511325"/>
            </a:xfrm>
            <a:custGeom>
              <a:avLst/>
              <a:gdLst/>
              <a:ahLst/>
              <a:cxnLst/>
              <a:rect l="l" t="t" r="r" b="b"/>
              <a:pathLst>
                <a:path w="40538" h="20453" extrusionOk="0">
                  <a:moveTo>
                    <a:pt x="0" y="1"/>
                  </a:moveTo>
                  <a:lnTo>
                    <a:pt x="0" y="184"/>
                  </a:lnTo>
                  <a:cubicBezTo>
                    <a:pt x="0" y="11368"/>
                    <a:pt x="9085" y="20452"/>
                    <a:pt x="20269" y="20452"/>
                  </a:cubicBezTo>
                  <a:cubicBezTo>
                    <a:pt x="31454" y="20452"/>
                    <a:pt x="40538" y="11368"/>
                    <a:pt x="40538" y="184"/>
                  </a:cubicBezTo>
                  <a:lnTo>
                    <a:pt x="40538" y="1"/>
                  </a:lnTo>
                  <a:lnTo>
                    <a:pt x="40173" y="1"/>
                  </a:lnTo>
                  <a:lnTo>
                    <a:pt x="40173" y="184"/>
                  </a:lnTo>
                  <a:cubicBezTo>
                    <a:pt x="40173" y="11162"/>
                    <a:pt x="31248" y="20087"/>
                    <a:pt x="20269" y="20087"/>
                  </a:cubicBezTo>
                  <a:cubicBezTo>
                    <a:pt x="9290" y="20087"/>
                    <a:pt x="365" y="11162"/>
                    <a:pt x="365" y="184"/>
                  </a:cubicBezTo>
                  <a:lnTo>
                    <a:pt x="36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 name="Google Shape;2304;p54">
              <a:extLst>
                <a:ext uri="{FF2B5EF4-FFF2-40B4-BE49-F238E27FC236}">
                  <a16:creationId xmlns:a16="http://schemas.microsoft.com/office/drawing/2014/main" id="{49EFFCE9-8A85-DDC8-828B-2011D34D0374}"/>
                </a:ext>
              </a:extLst>
            </p:cNvPr>
            <p:cNvSpPr/>
            <p:nvPr/>
          </p:nvSpPr>
          <p:spPr>
            <a:xfrm>
              <a:off x="6307625" y="3640900"/>
              <a:ext cx="880525" cy="443975"/>
            </a:xfrm>
            <a:custGeom>
              <a:avLst/>
              <a:gdLst/>
              <a:ahLst/>
              <a:cxnLst/>
              <a:rect l="l" t="t" r="r" b="b"/>
              <a:pathLst>
                <a:path w="35221" h="17759" extrusionOk="0">
                  <a:moveTo>
                    <a:pt x="1" y="1"/>
                  </a:moveTo>
                  <a:lnTo>
                    <a:pt x="1" y="161"/>
                  </a:lnTo>
                  <a:cubicBezTo>
                    <a:pt x="1" y="9861"/>
                    <a:pt x="7898" y="17759"/>
                    <a:pt x="17599" y="17759"/>
                  </a:cubicBezTo>
                  <a:cubicBezTo>
                    <a:pt x="27300" y="17759"/>
                    <a:pt x="35220" y="9861"/>
                    <a:pt x="35220" y="161"/>
                  </a:cubicBezTo>
                  <a:lnTo>
                    <a:pt x="35220" y="1"/>
                  </a:lnTo>
                  <a:lnTo>
                    <a:pt x="34832" y="1"/>
                  </a:lnTo>
                  <a:lnTo>
                    <a:pt x="34832" y="161"/>
                  </a:lnTo>
                  <a:cubicBezTo>
                    <a:pt x="34832" y="9656"/>
                    <a:pt x="27094" y="17394"/>
                    <a:pt x="17599" y="17394"/>
                  </a:cubicBezTo>
                  <a:cubicBezTo>
                    <a:pt x="8104" y="17394"/>
                    <a:pt x="366" y="9656"/>
                    <a:pt x="366" y="161"/>
                  </a:cubicBezTo>
                  <a:lnTo>
                    <a:pt x="36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 name="Google Shape;2305;p54">
              <a:extLst>
                <a:ext uri="{FF2B5EF4-FFF2-40B4-BE49-F238E27FC236}">
                  <a16:creationId xmlns:a16="http://schemas.microsoft.com/office/drawing/2014/main" id="{98D6F83B-CA13-FFA7-22D4-0E2AB0FFEBEC}"/>
                </a:ext>
              </a:extLst>
            </p:cNvPr>
            <p:cNvSpPr/>
            <p:nvPr/>
          </p:nvSpPr>
          <p:spPr>
            <a:xfrm>
              <a:off x="6374400" y="3640900"/>
              <a:ext cx="746975" cy="377225"/>
            </a:xfrm>
            <a:custGeom>
              <a:avLst/>
              <a:gdLst/>
              <a:ahLst/>
              <a:cxnLst/>
              <a:rect l="l" t="t" r="r" b="b"/>
              <a:pathLst>
                <a:path w="29879" h="15089" extrusionOk="0">
                  <a:moveTo>
                    <a:pt x="0" y="1"/>
                  </a:moveTo>
                  <a:lnTo>
                    <a:pt x="0" y="138"/>
                  </a:lnTo>
                  <a:cubicBezTo>
                    <a:pt x="0" y="8378"/>
                    <a:pt x="6688" y="15088"/>
                    <a:pt x="14928" y="15088"/>
                  </a:cubicBezTo>
                  <a:cubicBezTo>
                    <a:pt x="23168" y="15088"/>
                    <a:pt x="29879" y="8378"/>
                    <a:pt x="29879" y="138"/>
                  </a:cubicBezTo>
                  <a:lnTo>
                    <a:pt x="29879" y="1"/>
                  </a:lnTo>
                  <a:lnTo>
                    <a:pt x="29491" y="1"/>
                  </a:lnTo>
                  <a:lnTo>
                    <a:pt x="29491" y="138"/>
                  </a:lnTo>
                  <a:cubicBezTo>
                    <a:pt x="29491" y="8172"/>
                    <a:pt x="22963" y="14700"/>
                    <a:pt x="14928" y="14700"/>
                  </a:cubicBezTo>
                  <a:cubicBezTo>
                    <a:pt x="6894" y="14700"/>
                    <a:pt x="366" y="8172"/>
                    <a:pt x="366" y="138"/>
                  </a:cubicBezTo>
                  <a:lnTo>
                    <a:pt x="36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 name="Google Shape;2306;p54">
              <a:extLst>
                <a:ext uri="{FF2B5EF4-FFF2-40B4-BE49-F238E27FC236}">
                  <a16:creationId xmlns:a16="http://schemas.microsoft.com/office/drawing/2014/main" id="{91759405-F9C0-3463-6539-0C1D3D48AED0}"/>
                </a:ext>
              </a:extLst>
            </p:cNvPr>
            <p:cNvSpPr/>
            <p:nvPr/>
          </p:nvSpPr>
          <p:spPr>
            <a:xfrm>
              <a:off x="6440600" y="3640900"/>
              <a:ext cx="614025" cy="309900"/>
            </a:xfrm>
            <a:custGeom>
              <a:avLst/>
              <a:gdLst/>
              <a:ahLst/>
              <a:cxnLst/>
              <a:rect l="l" t="t" r="r" b="b"/>
              <a:pathLst>
                <a:path w="24561" h="12396" extrusionOk="0">
                  <a:moveTo>
                    <a:pt x="0" y="1"/>
                  </a:moveTo>
                  <a:lnTo>
                    <a:pt x="0" y="115"/>
                  </a:lnTo>
                  <a:cubicBezTo>
                    <a:pt x="0" y="6871"/>
                    <a:pt x="5524" y="12395"/>
                    <a:pt x="12280" y="12395"/>
                  </a:cubicBezTo>
                  <a:cubicBezTo>
                    <a:pt x="19059" y="12395"/>
                    <a:pt x="24560" y="6871"/>
                    <a:pt x="24560" y="115"/>
                  </a:cubicBezTo>
                  <a:lnTo>
                    <a:pt x="24560" y="1"/>
                  </a:lnTo>
                  <a:lnTo>
                    <a:pt x="24172" y="1"/>
                  </a:lnTo>
                  <a:lnTo>
                    <a:pt x="24172" y="115"/>
                  </a:lnTo>
                  <a:cubicBezTo>
                    <a:pt x="24172" y="6666"/>
                    <a:pt x="18831" y="12007"/>
                    <a:pt x="12280" y="12007"/>
                  </a:cubicBezTo>
                  <a:cubicBezTo>
                    <a:pt x="5729" y="12007"/>
                    <a:pt x="388" y="6666"/>
                    <a:pt x="388" y="115"/>
                  </a:cubicBezTo>
                  <a:lnTo>
                    <a:pt x="38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 name="Google Shape;2307;p54">
              <a:extLst>
                <a:ext uri="{FF2B5EF4-FFF2-40B4-BE49-F238E27FC236}">
                  <a16:creationId xmlns:a16="http://schemas.microsoft.com/office/drawing/2014/main" id="{89947518-F760-2D15-9DA8-5FCC11911B67}"/>
                </a:ext>
              </a:extLst>
            </p:cNvPr>
            <p:cNvSpPr/>
            <p:nvPr/>
          </p:nvSpPr>
          <p:spPr>
            <a:xfrm>
              <a:off x="6507350" y="3640900"/>
              <a:ext cx="480500" cy="242550"/>
            </a:xfrm>
            <a:custGeom>
              <a:avLst/>
              <a:gdLst/>
              <a:ahLst/>
              <a:cxnLst/>
              <a:rect l="l" t="t" r="r" b="b"/>
              <a:pathLst>
                <a:path w="19220" h="9702" extrusionOk="0">
                  <a:moveTo>
                    <a:pt x="1" y="1"/>
                  </a:moveTo>
                  <a:lnTo>
                    <a:pt x="1" y="92"/>
                  </a:lnTo>
                  <a:cubicBezTo>
                    <a:pt x="1" y="5388"/>
                    <a:pt x="4315" y="9702"/>
                    <a:pt x="9610" y="9702"/>
                  </a:cubicBezTo>
                  <a:cubicBezTo>
                    <a:pt x="14906" y="9702"/>
                    <a:pt x="19220" y="5388"/>
                    <a:pt x="19220" y="92"/>
                  </a:cubicBezTo>
                  <a:lnTo>
                    <a:pt x="19220" y="1"/>
                  </a:lnTo>
                  <a:lnTo>
                    <a:pt x="18832" y="1"/>
                  </a:lnTo>
                  <a:lnTo>
                    <a:pt x="18832" y="92"/>
                  </a:lnTo>
                  <a:cubicBezTo>
                    <a:pt x="18832" y="5182"/>
                    <a:pt x="14700" y="9314"/>
                    <a:pt x="9610" y="9314"/>
                  </a:cubicBezTo>
                  <a:cubicBezTo>
                    <a:pt x="4520" y="9314"/>
                    <a:pt x="389" y="5182"/>
                    <a:pt x="389" y="92"/>
                  </a:cubicBezTo>
                  <a:lnTo>
                    <a:pt x="3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 name="Google Shape;2308;p54">
              <a:extLst>
                <a:ext uri="{FF2B5EF4-FFF2-40B4-BE49-F238E27FC236}">
                  <a16:creationId xmlns:a16="http://schemas.microsoft.com/office/drawing/2014/main" id="{9A67D0A2-8938-AE70-6F9E-2468CBE86709}"/>
                </a:ext>
              </a:extLst>
            </p:cNvPr>
            <p:cNvSpPr/>
            <p:nvPr/>
          </p:nvSpPr>
          <p:spPr>
            <a:xfrm>
              <a:off x="6574125" y="3640900"/>
              <a:ext cx="346975" cy="175225"/>
            </a:xfrm>
            <a:custGeom>
              <a:avLst/>
              <a:gdLst/>
              <a:ahLst/>
              <a:cxnLst/>
              <a:rect l="l" t="t" r="r" b="b"/>
              <a:pathLst>
                <a:path w="13879" h="7009" extrusionOk="0">
                  <a:moveTo>
                    <a:pt x="0" y="1"/>
                  </a:moveTo>
                  <a:lnTo>
                    <a:pt x="0" y="69"/>
                  </a:lnTo>
                  <a:cubicBezTo>
                    <a:pt x="0" y="3881"/>
                    <a:pt x="3127" y="7008"/>
                    <a:pt x="6939" y="7008"/>
                  </a:cubicBezTo>
                  <a:cubicBezTo>
                    <a:pt x="10774" y="7008"/>
                    <a:pt x="13878" y="3881"/>
                    <a:pt x="13878" y="69"/>
                  </a:cubicBezTo>
                  <a:lnTo>
                    <a:pt x="13878" y="1"/>
                  </a:lnTo>
                  <a:lnTo>
                    <a:pt x="13490" y="1"/>
                  </a:lnTo>
                  <a:lnTo>
                    <a:pt x="13490" y="69"/>
                  </a:lnTo>
                  <a:cubicBezTo>
                    <a:pt x="13490" y="3676"/>
                    <a:pt x="10546" y="6620"/>
                    <a:pt x="6939" y="6620"/>
                  </a:cubicBezTo>
                  <a:cubicBezTo>
                    <a:pt x="3333" y="6620"/>
                    <a:pt x="388" y="3676"/>
                    <a:pt x="388" y="69"/>
                  </a:cubicBezTo>
                  <a:lnTo>
                    <a:pt x="38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 name="Google Shape;2309;p54">
              <a:extLst>
                <a:ext uri="{FF2B5EF4-FFF2-40B4-BE49-F238E27FC236}">
                  <a16:creationId xmlns:a16="http://schemas.microsoft.com/office/drawing/2014/main" id="{FE28542B-B8BE-CC5C-3DB2-25C30C98AE82}"/>
                </a:ext>
              </a:extLst>
            </p:cNvPr>
            <p:cNvSpPr/>
            <p:nvPr/>
          </p:nvSpPr>
          <p:spPr>
            <a:xfrm>
              <a:off x="6640875" y="3640900"/>
              <a:ext cx="213450" cy="107875"/>
            </a:xfrm>
            <a:custGeom>
              <a:avLst/>
              <a:gdLst/>
              <a:ahLst/>
              <a:cxnLst/>
              <a:rect l="l" t="t" r="r" b="b"/>
              <a:pathLst>
                <a:path w="8538" h="4315" extrusionOk="0">
                  <a:moveTo>
                    <a:pt x="389" y="1"/>
                  </a:moveTo>
                  <a:lnTo>
                    <a:pt x="1" y="47"/>
                  </a:lnTo>
                  <a:cubicBezTo>
                    <a:pt x="1" y="2398"/>
                    <a:pt x="1918" y="4315"/>
                    <a:pt x="4269" y="4315"/>
                  </a:cubicBezTo>
                  <a:cubicBezTo>
                    <a:pt x="6620" y="4315"/>
                    <a:pt x="8537" y="2398"/>
                    <a:pt x="8537" y="47"/>
                  </a:cubicBezTo>
                  <a:lnTo>
                    <a:pt x="8537" y="1"/>
                  </a:lnTo>
                  <a:lnTo>
                    <a:pt x="8149" y="47"/>
                  </a:lnTo>
                  <a:cubicBezTo>
                    <a:pt x="8149" y="2192"/>
                    <a:pt x="6415" y="3927"/>
                    <a:pt x="4269" y="3927"/>
                  </a:cubicBezTo>
                  <a:cubicBezTo>
                    <a:pt x="2124" y="3927"/>
                    <a:pt x="389" y="2192"/>
                    <a:pt x="3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17" name="Google Shape;1070;p35">
            <a:extLst>
              <a:ext uri="{FF2B5EF4-FFF2-40B4-BE49-F238E27FC236}">
                <a16:creationId xmlns:a16="http://schemas.microsoft.com/office/drawing/2014/main" id="{F645B30B-6096-D817-F81B-B7156BD17152}"/>
              </a:ext>
            </a:extLst>
          </p:cNvPr>
          <p:cNvSpPr/>
          <p:nvPr/>
        </p:nvSpPr>
        <p:spPr>
          <a:xfrm>
            <a:off x="6310800" y="4722591"/>
            <a:ext cx="741600" cy="741600"/>
          </a:xfrm>
          <a:prstGeom prst="ellipse">
            <a:avLst/>
          </a:prstGeom>
          <a:solidFill>
            <a:schemeClr val="dk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dirty="0"/>
          </a:p>
        </p:txBody>
      </p:sp>
      <p:sp>
        <p:nvSpPr>
          <p:cNvPr id="18" name="Rectangle: Rounded Corners 17">
            <a:extLst>
              <a:ext uri="{FF2B5EF4-FFF2-40B4-BE49-F238E27FC236}">
                <a16:creationId xmlns:a16="http://schemas.microsoft.com/office/drawing/2014/main" id="{5FD6E1D4-E41E-5902-629A-E1D7BEDE8EE3}"/>
              </a:ext>
            </a:extLst>
          </p:cNvPr>
          <p:cNvSpPr/>
          <p:nvPr/>
        </p:nvSpPr>
        <p:spPr>
          <a:xfrm>
            <a:off x="456941" y="1545856"/>
            <a:ext cx="8230118" cy="2481857"/>
          </a:xfrm>
          <a:prstGeom prst="roundRect">
            <a:avLst/>
          </a:prstGeom>
          <a:solidFill>
            <a:schemeClr val="bg1">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eaLnBrk="0" fontAlgn="base" hangingPunct="0">
              <a:spcBef>
                <a:spcPct val="0"/>
              </a:spcBef>
              <a:spcAft>
                <a:spcPct val="0"/>
              </a:spcAft>
              <a:buClrTx/>
            </a:pPr>
            <a:endParaRPr lang="en-US" sz="2000" b="1" i="1" dirty="0">
              <a:solidFill>
                <a:schemeClr val="accent6">
                  <a:lumMod val="85000"/>
                </a:schemeClr>
              </a:solidFill>
              <a:latin typeface="Montserrat ExtraBold" panose="00000900000000000000" pitchFamily="2" charset="0"/>
              <a:cs typeface="Aharoni" panose="02010803020104030203" pitchFamily="2" charset="-79"/>
            </a:endParaRPr>
          </a:p>
        </p:txBody>
      </p:sp>
      <p:sp>
        <p:nvSpPr>
          <p:cNvPr id="22" name="TextBox 21">
            <a:extLst>
              <a:ext uri="{FF2B5EF4-FFF2-40B4-BE49-F238E27FC236}">
                <a16:creationId xmlns:a16="http://schemas.microsoft.com/office/drawing/2014/main" id="{599AFD08-CBC0-228A-BEE0-5A89CDE98FDE}"/>
              </a:ext>
            </a:extLst>
          </p:cNvPr>
          <p:cNvSpPr txBox="1"/>
          <p:nvPr/>
        </p:nvSpPr>
        <p:spPr>
          <a:xfrm>
            <a:off x="929506" y="1881956"/>
            <a:ext cx="7655694" cy="2246769"/>
          </a:xfrm>
          <a:prstGeom prst="rect">
            <a:avLst/>
          </a:prstGeom>
          <a:noFill/>
        </p:spPr>
        <p:txBody>
          <a:bodyPr wrap="square" rtlCol="0">
            <a:spAutoFit/>
          </a:bodyPr>
          <a:lstStyle/>
          <a:p>
            <a:pPr>
              <a:buClr>
                <a:schemeClr val="bg2"/>
              </a:buClr>
            </a:pPr>
            <a:r>
              <a:rPr lang="en-GB" sz="2000" b="1" i="1" dirty="0">
                <a:solidFill>
                  <a:schemeClr val="accent6">
                    <a:lumMod val="85000"/>
                  </a:schemeClr>
                </a:solidFill>
                <a:latin typeface="Montserrat ExtraBold" panose="00000900000000000000" pitchFamily="2" charset="0"/>
              </a:rPr>
              <a:t>Premier Monthly Subscription:</a:t>
            </a:r>
          </a:p>
          <a:p>
            <a:pPr marL="342900" indent="-342900">
              <a:buClr>
                <a:schemeClr val="bg2"/>
              </a:buClr>
              <a:buFont typeface="Wingdings" panose="05000000000000000000" pitchFamily="2" charset="2"/>
              <a:buChar char="q"/>
            </a:pPr>
            <a:r>
              <a:rPr lang="en-GB" sz="2000" i="1" dirty="0">
                <a:solidFill>
                  <a:schemeClr val="accent6">
                    <a:lumMod val="85000"/>
                  </a:schemeClr>
                </a:solidFill>
                <a:latin typeface="Montserrat ExtraBold" panose="00000900000000000000" pitchFamily="2" charset="0"/>
              </a:rPr>
              <a:t>Access to more exercises and tips.</a:t>
            </a:r>
          </a:p>
          <a:p>
            <a:pPr marL="342900" indent="-342900">
              <a:buClr>
                <a:schemeClr val="bg2"/>
              </a:buClr>
              <a:buFont typeface="Wingdings" panose="05000000000000000000" pitchFamily="2" charset="2"/>
              <a:buChar char="q"/>
            </a:pPr>
            <a:r>
              <a:rPr lang="en-GB" sz="2000" i="1" dirty="0">
                <a:solidFill>
                  <a:schemeClr val="accent6">
                    <a:lumMod val="85000"/>
                  </a:schemeClr>
                </a:solidFill>
                <a:latin typeface="Montserrat ExtraBold" panose="00000900000000000000" pitchFamily="2" charset="0"/>
              </a:rPr>
              <a:t>Ability to communicate with a private coach online.</a:t>
            </a:r>
          </a:p>
          <a:p>
            <a:pPr>
              <a:buClr>
                <a:schemeClr val="bg2"/>
              </a:buClr>
            </a:pPr>
            <a:endParaRPr lang="en-GB" sz="2000" b="1" dirty="0">
              <a:solidFill>
                <a:schemeClr val="accent6">
                  <a:lumMod val="85000"/>
                </a:schemeClr>
              </a:solidFill>
              <a:latin typeface="Montserrat ExtraBold" panose="00000900000000000000" pitchFamily="2" charset="0"/>
            </a:endParaRPr>
          </a:p>
          <a:p>
            <a:pPr>
              <a:buClr>
                <a:schemeClr val="bg2"/>
              </a:buClr>
            </a:pPr>
            <a:r>
              <a:rPr lang="en-GB" sz="2000" b="1" dirty="0">
                <a:solidFill>
                  <a:schemeClr val="accent6">
                    <a:lumMod val="85000"/>
                  </a:schemeClr>
                </a:solidFill>
                <a:latin typeface="Montserrat ExtraBold" panose="00000900000000000000" pitchFamily="2" charset="0"/>
              </a:rPr>
              <a:t>Partnerships with Sports Equipment Companies:</a:t>
            </a:r>
            <a:r>
              <a:rPr lang="en-GB" sz="2000" dirty="0">
                <a:solidFill>
                  <a:schemeClr val="accent6">
                    <a:lumMod val="85000"/>
                  </a:schemeClr>
                </a:solidFill>
                <a:latin typeface="Montserrat ExtraBold" panose="00000900000000000000" pitchFamily="2" charset="0"/>
              </a:rPr>
              <a:t> Paid advertisements on the </a:t>
            </a:r>
            <a:r>
              <a:rPr lang="en-GB" sz="2000" dirty="0" err="1">
                <a:solidFill>
                  <a:schemeClr val="accent6">
                    <a:lumMod val="85000"/>
                  </a:schemeClr>
                </a:solidFill>
                <a:latin typeface="Montserrat ExtraBold" panose="00000900000000000000" pitchFamily="2" charset="0"/>
              </a:rPr>
              <a:t>Removideo</a:t>
            </a:r>
            <a:r>
              <a:rPr lang="en-GB" sz="2000" dirty="0">
                <a:solidFill>
                  <a:schemeClr val="accent6">
                    <a:lumMod val="85000"/>
                  </a:schemeClr>
                </a:solidFill>
                <a:latin typeface="Montserrat ExtraBold" panose="00000900000000000000" pitchFamily="2" charset="0"/>
              </a:rPr>
              <a:t> platform.</a:t>
            </a:r>
            <a:endParaRPr lang="en-GB" sz="2000" i="1" dirty="0">
              <a:solidFill>
                <a:schemeClr val="accent6">
                  <a:lumMod val="85000"/>
                </a:schemeClr>
              </a:solidFill>
              <a:latin typeface="Montserrat ExtraBold" panose="00000900000000000000" pitchFamily="2" charset="0"/>
            </a:endParaRPr>
          </a:p>
          <a:p>
            <a:pPr marL="342900" indent="-342900">
              <a:buClr>
                <a:schemeClr val="bg2"/>
              </a:buClr>
              <a:buFont typeface="Wingdings" panose="05000000000000000000" pitchFamily="2" charset="2"/>
              <a:buChar char="q"/>
            </a:pPr>
            <a:endParaRPr lang="en-US" sz="2000" i="1" dirty="0">
              <a:solidFill>
                <a:schemeClr val="accent6">
                  <a:lumMod val="85000"/>
                </a:schemeClr>
              </a:solidFill>
              <a:latin typeface="Montserrat ExtraBold" panose="00000900000000000000" pitchFamily="2" charset="0"/>
            </a:endParaRPr>
          </a:p>
        </p:txBody>
      </p:sp>
    </p:spTree>
    <p:extLst>
      <p:ext uri="{BB962C8B-B14F-4D97-AF65-F5344CB8AC3E}">
        <p14:creationId xmlns:p14="http://schemas.microsoft.com/office/powerpoint/2010/main" val="2802404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0883165-6E94-7CC8-301C-98876E73F257}"/>
              </a:ext>
            </a:extLst>
          </p:cNvPr>
          <p:cNvSpPr txBox="1"/>
          <p:nvPr/>
        </p:nvSpPr>
        <p:spPr>
          <a:xfrm>
            <a:off x="7583714" y="4470400"/>
            <a:ext cx="1654629" cy="307777"/>
          </a:xfrm>
          <a:prstGeom prst="rect">
            <a:avLst/>
          </a:prstGeom>
          <a:noFill/>
        </p:spPr>
        <p:txBody>
          <a:bodyPr wrap="square" rtlCol="0">
            <a:spAutoFit/>
          </a:bodyPr>
          <a:lstStyle/>
          <a:p>
            <a:pPr algn="ctr"/>
            <a:r>
              <a:rPr lang="en-US" i="1" dirty="0">
                <a:solidFill>
                  <a:schemeClr val="bg1"/>
                </a:solidFill>
                <a:latin typeface="Montserrat ExtraBold" panose="00000900000000000000" pitchFamily="2" charset="0"/>
              </a:rPr>
              <a:t>Thanks</a:t>
            </a:r>
          </a:p>
        </p:txBody>
      </p:sp>
      <p:sp>
        <p:nvSpPr>
          <p:cNvPr id="9" name="Flowchart: Connector 8">
            <a:extLst>
              <a:ext uri="{FF2B5EF4-FFF2-40B4-BE49-F238E27FC236}">
                <a16:creationId xmlns:a16="http://schemas.microsoft.com/office/drawing/2014/main" id="{74B58F8B-B15A-EDF2-BD38-1E6F8B5692DA}"/>
              </a:ext>
            </a:extLst>
          </p:cNvPr>
          <p:cNvSpPr/>
          <p:nvPr/>
        </p:nvSpPr>
        <p:spPr>
          <a:xfrm>
            <a:off x="1357044" y="1628927"/>
            <a:ext cx="1984811" cy="1931085"/>
          </a:xfrm>
          <a:prstGeom prst="flowChartConnector">
            <a:avLst/>
          </a:prstGeom>
          <a:noFill/>
          <a:ln w="2381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A0434240-8710-1B07-260C-FEFFCDA2154B}"/>
              </a:ext>
            </a:extLst>
          </p:cNvPr>
          <p:cNvPicPr>
            <a:picLocks noChangeAspect="1"/>
          </p:cNvPicPr>
          <p:nvPr/>
        </p:nvPicPr>
        <p:blipFill>
          <a:blip r:embed="rId2"/>
          <a:stretch>
            <a:fillRect/>
          </a:stretch>
        </p:blipFill>
        <p:spPr>
          <a:xfrm>
            <a:off x="696695" y="1447194"/>
            <a:ext cx="3358144" cy="2249111"/>
          </a:xfrm>
          <a:prstGeom prst="rect">
            <a:avLst/>
          </a:prstGeom>
        </p:spPr>
      </p:pic>
      <p:pic>
        <p:nvPicPr>
          <p:cNvPr id="15" name="Graphic 14" descr="User with solid fill">
            <a:extLst>
              <a:ext uri="{FF2B5EF4-FFF2-40B4-BE49-F238E27FC236}">
                <a16:creationId xmlns:a16="http://schemas.microsoft.com/office/drawing/2014/main" id="{30EF465F-A8ED-1C0C-A9FC-9CE4B18C4F5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892249" y="2132176"/>
            <a:ext cx="914400" cy="914400"/>
          </a:xfrm>
          <a:prstGeom prst="rect">
            <a:avLst/>
          </a:prstGeom>
        </p:spPr>
      </p:pic>
      <p:sp>
        <p:nvSpPr>
          <p:cNvPr id="19" name="Flowchart: Connector 18">
            <a:extLst>
              <a:ext uri="{FF2B5EF4-FFF2-40B4-BE49-F238E27FC236}">
                <a16:creationId xmlns:a16="http://schemas.microsoft.com/office/drawing/2014/main" id="{69D39ADF-3841-8660-01B9-8DC272B584AC}"/>
              </a:ext>
            </a:extLst>
          </p:cNvPr>
          <p:cNvSpPr/>
          <p:nvPr/>
        </p:nvSpPr>
        <p:spPr>
          <a:xfrm>
            <a:off x="5666453" y="1628927"/>
            <a:ext cx="1984811" cy="1931085"/>
          </a:xfrm>
          <a:prstGeom prst="flowChartConnector">
            <a:avLst/>
          </a:prstGeom>
          <a:noFill/>
          <a:ln w="2381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Picture 19">
            <a:extLst>
              <a:ext uri="{FF2B5EF4-FFF2-40B4-BE49-F238E27FC236}">
                <a16:creationId xmlns:a16="http://schemas.microsoft.com/office/drawing/2014/main" id="{6E8990EC-03A2-CEF2-7AB6-C18D43E736E3}"/>
              </a:ext>
            </a:extLst>
          </p:cNvPr>
          <p:cNvPicPr>
            <a:picLocks noChangeAspect="1"/>
          </p:cNvPicPr>
          <p:nvPr/>
        </p:nvPicPr>
        <p:blipFill>
          <a:blip r:embed="rId2"/>
          <a:stretch>
            <a:fillRect/>
          </a:stretch>
        </p:blipFill>
        <p:spPr>
          <a:xfrm>
            <a:off x="5006104" y="1447194"/>
            <a:ext cx="3358144" cy="2249111"/>
          </a:xfrm>
          <a:prstGeom prst="rect">
            <a:avLst/>
          </a:prstGeom>
        </p:spPr>
      </p:pic>
      <p:pic>
        <p:nvPicPr>
          <p:cNvPr id="21" name="Graphic 20" descr="User with solid fill">
            <a:extLst>
              <a:ext uri="{FF2B5EF4-FFF2-40B4-BE49-F238E27FC236}">
                <a16:creationId xmlns:a16="http://schemas.microsoft.com/office/drawing/2014/main" id="{2015F879-93C7-46FC-7994-C9C7F9A1F7C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201658" y="2132176"/>
            <a:ext cx="914400" cy="914400"/>
          </a:xfrm>
          <a:prstGeom prst="rect">
            <a:avLst/>
          </a:prstGeom>
        </p:spPr>
      </p:pic>
      <p:grpSp>
        <p:nvGrpSpPr>
          <p:cNvPr id="22" name="Google Shape;2223;p54">
            <a:extLst>
              <a:ext uri="{FF2B5EF4-FFF2-40B4-BE49-F238E27FC236}">
                <a16:creationId xmlns:a16="http://schemas.microsoft.com/office/drawing/2014/main" id="{66D9BD16-3EA0-98B1-3A86-355D7C827473}"/>
              </a:ext>
            </a:extLst>
          </p:cNvPr>
          <p:cNvGrpSpPr/>
          <p:nvPr/>
        </p:nvGrpSpPr>
        <p:grpSpPr>
          <a:xfrm>
            <a:off x="3027065" y="144740"/>
            <a:ext cx="2839351" cy="1166161"/>
            <a:chOff x="881286" y="1521397"/>
            <a:chExt cx="3418845" cy="1404168"/>
          </a:xfrm>
        </p:grpSpPr>
        <p:sp>
          <p:nvSpPr>
            <p:cNvPr id="23" name="Google Shape;2224;p54">
              <a:extLst>
                <a:ext uri="{FF2B5EF4-FFF2-40B4-BE49-F238E27FC236}">
                  <a16:creationId xmlns:a16="http://schemas.microsoft.com/office/drawing/2014/main" id="{8F08C25A-1137-70B4-AC5F-567FBA5AA04F}"/>
                </a:ext>
              </a:extLst>
            </p:cNvPr>
            <p:cNvSpPr/>
            <p:nvPr/>
          </p:nvSpPr>
          <p:spPr>
            <a:xfrm>
              <a:off x="881286" y="1521397"/>
              <a:ext cx="3418845" cy="1404168"/>
            </a:xfrm>
            <a:custGeom>
              <a:avLst/>
              <a:gdLst/>
              <a:ahLst/>
              <a:cxnLst/>
              <a:rect l="l" t="t" r="r" b="b"/>
              <a:pathLst>
                <a:path w="71719" h="29456" extrusionOk="0">
                  <a:moveTo>
                    <a:pt x="201" y="28488"/>
                  </a:moveTo>
                  <a:lnTo>
                    <a:pt x="701" y="28488"/>
                  </a:lnTo>
                  <a:lnTo>
                    <a:pt x="1201" y="28555"/>
                  </a:lnTo>
                  <a:lnTo>
                    <a:pt x="1702" y="28621"/>
                  </a:lnTo>
                  <a:lnTo>
                    <a:pt x="2202" y="28621"/>
                  </a:lnTo>
                  <a:lnTo>
                    <a:pt x="2702" y="28455"/>
                  </a:lnTo>
                  <a:lnTo>
                    <a:pt x="3203" y="28388"/>
                  </a:lnTo>
                  <a:lnTo>
                    <a:pt x="3703" y="28521"/>
                  </a:lnTo>
                  <a:lnTo>
                    <a:pt x="4170" y="28421"/>
                  </a:lnTo>
                  <a:lnTo>
                    <a:pt x="4670" y="28288"/>
                  </a:lnTo>
                  <a:lnTo>
                    <a:pt x="5137" y="28221"/>
                  </a:lnTo>
                  <a:lnTo>
                    <a:pt x="5638" y="28354"/>
                  </a:lnTo>
                  <a:lnTo>
                    <a:pt x="6105" y="28254"/>
                  </a:lnTo>
                  <a:lnTo>
                    <a:pt x="6605" y="28288"/>
                  </a:lnTo>
                  <a:lnTo>
                    <a:pt x="7106" y="28054"/>
                  </a:lnTo>
                  <a:lnTo>
                    <a:pt x="7573" y="28088"/>
                  </a:lnTo>
                  <a:lnTo>
                    <a:pt x="8073" y="28221"/>
                  </a:lnTo>
                  <a:lnTo>
                    <a:pt x="8540" y="28555"/>
                  </a:lnTo>
                  <a:lnTo>
                    <a:pt x="9107" y="28354"/>
                  </a:lnTo>
                  <a:lnTo>
                    <a:pt x="9607" y="28588"/>
                  </a:lnTo>
                  <a:lnTo>
                    <a:pt x="10141" y="28555"/>
                  </a:lnTo>
                  <a:lnTo>
                    <a:pt x="10641" y="28621"/>
                  </a:lnTo>
                  <a:lnTo>
                    <a:pt x="11175" y="28588"/>
                  </a:lnTo>
                  <a:lnTo>
                    <a:pt x="11675" y="28755"/>
                  </a:lnTo>
                  <a:lnTo>
                    <a:pt x="12176" y="28621"/>
                  </a:lnTo>
                  <a:lnTo>
                    <a:pt x="12643" y="28388"/>
                  </a:lnTo>
                  <a:lnTo>
                    <a:pt x="13143" y="28388"/>
                  </a:lnTo>
                  <a:lnTo>
                    <a:pt x="13644" y="28521"/>
                  </a:lnTo>
                  <a:lnTo>
                    <a:pt x="14111" y="28221"/>
                  </a:lnTo>
                  <a:lnTo>
                    <a:pt x="14644" y="28455"/>
                  </a:lnTo>
                  <a:lnTo>
                    <a:pt x="15178" y="28321"/>
                  </a:lnTo>
                  <a:lnTo>
                    <a:pt x="15612" y="28788"/>
                  </a:lnTo>
                  <a:lnTo>
                    <a:pt x="16212" y="28588"/>
                  </a:lnTo>
                  <a:lnTo>
                    <a:pt x="16679" y="28888"/>
                  </a:lnTo>
                  <a:lnTo>
                    <a:pt x="17279" y="28755"/>
                  </a:lnTo>
                  <a:lnTo>
                    <a:pt x="17746" y="29055"/>
                  </a:lnTo>
                  <a:lnTo>
                    <a:pt x="18247" y="29255"/>
                  </a:lnTo>
                  <a:lnTo>
                    <a:pt x="18814" y="29188"/>
                  </a:lnTo>
                  <a:lnTo>
                    <a:pt x="19314" y="29389"/>
                  </a:lnTo>
                  <a:lnTo>
                    <a:pt x="19848" y="29188"/>
                  </a:lnTo>
                  <a:lnTo>
                    <a:pt x="20348" y="29322"/>
                  </a:lnTo>
                  <a:lnTo>
                    <a:pt x="20849" y="29455"/>
                  </a:lnTo>
                  <a:lnTo>
                    <a:pt x="21349" y="29255"/>
                  </a:lnTo>
                  <a:lnTo>
                    <a:pt x="21883" y="29389"/>
                  </a:lnTo>
                  <a:lnTo>
                    <a:pt x="22416" y="29288"/>
                  </a:lnTo>
                  <a:lnTo>
                    <a:pt x="22783" y="28888"/>
                  </a:lnTo>
                  <a:lnTo>
                    <a:pt x="23317" y="28922"/>
                  </a:lnTo>
                  <a:lnTo>
                    <a:pt x="23751" y="28755"/>
                  </a:lnTo>
                  <a:lnTo>
                    <a:pt x="24284" y="28788"/>
                  </a:lnTo>
                  <a:lnTo>
                    <a:pt x="24751" y="28655"/>
                  </a:lnTo>
                  <a:lnTo>
                    <a:pt x="25185" y="28455"/>
                  </a:lnTo>
                  <a:lnTo>
                    <a:pt x="25685" y="28555"/>
                  </a:lnTo>
                  <a:lnTo>
                    <a:pt x="26119" y="28121"/>
                  </a:lnTo>
                  <a:lnTo>
                    <a:pt x="26619" y="28154"/>
                  </a:lnTo>
                  <a:lnTo>
                    <a:pt x="27120" y="28321"/>
                  </a:lnTo>
                  <a:lnTo>
                    <a:pt x="27587" y="28021"/>
                  </a:lnTo>
                  <a:lnTo>
                    <a:pt x="28054" y="27887"/>
                  </a:lnTo>
                  <a:lnTo>
                    <a:pt x="28554" y="28021"/>
                  </a:lnTo>
                  <a:lnTo>
                    <a:pt x="29055" y="28188"/>
                  </a:lnTo>
                  <a:lnTo>
                    <a:pt x="29522" y="28121"/>
                  </a:lnTo>
                  <a:lnTo>
                    <a:pt x="30022" y="28154"/>
                  </a:lnTo>
                  <a:lnTo>
                    <a:pt x="30522" y="28221"/>
                  </a:lnTo>
                  <a:lnTo>
                    <a:pt x="31123" y="28188"/>
                  </a:lnTo>
                  <a:lnTo>
                    <a:pt x="31656" y="28254"/>
                  </a:lnTo>
                  <a:lnTo>
                    <a:pt x="32090" y="28488"/>
                  </a:lnTo>
                  <a:lnTo>
                    <a:pt x="32557" y="28455"/>
                  </a:lnTo>
                  <a:lnTo>
                    <a:pt x="32991" y="28521"/>
                  </a:lnTo>
                  <a:lnTo>
                    <a:pt x="33458" y="28354"/>
                  </a:lnTo>
                  <a:lnTo>
                    <a:pt x="33891" y="28088"/>
                  </a:lnTo>
                  <a:lnTo>
                    <a:pt x="34358" y="28154"/>
                  </a:lnTo>
                  <a:lnTo>
                    <a:pt x="34792" y="28021"/>
                  </a:lnTo>
                  <a:lnTo>
                    <a:pt x="35292" y="28154"/>
                  </a:lnTo>
                  <a:lnTo>
                    <a:pt x="35793" y="28054"/>
                  </a:lnTo>
                  <a:lnTo>
                    <a:pt x="36160" y="27654"/>
                  </a:lnTo>
                  <a:lnTo>
                    <a:pt x="36660" y="27554"/>
                  </a:lnTo>
                  <a:lnTo>
                    <a:pt x="37060" y="27254"/>
                  </a:lnTo>
                  <a:lnTo>
                    <a:pt x="37561" y="27220"/>
                  </a:lnTo>
                  <a:lnTo>
                    <a:pt x="37928" y="26753"/>
                  </a:lnTo>
                  <a:lnTo>
                    <a:pt x="38428" y="26920"/>
                  </a:lnTo>
                  <a:lnTo>
                    <a:pt x="38895" y="26853"/>
                  </a:lnTo>
                  <a:lnTo>
                    <a:pt x="39362" y="26920"/>
                  </a:lnTo>
                  <a:lnTo>
                    <a:pt x="39829" y="27020"/>
                  </a:lnTo>
                  <a:lnTo>
                    <a:pt x="40296" y="26987"/>
                  </a:lnTo>
                  <a:lnTo>
                    <a:pt x="40796" y="26753"/>
                  </a:lnTo>
                  <a:lnTo>
                    <a:pt x="41330" y="26953"/>
                  </a:lnTo>
                  <a:lnTo>
                    <a:pt x="41830" y="26687"/>
                  </a:lnTo>
                  <a:lnTo>
                    <a:pt x="42331" y="26587"/>
                  </a:lnTo>
                  <a:lnTo>
                    <a:pt x="42831" y="26953"/>
                  </a:lnTo>
                  <a:lnTo>
                    <a:pt x="43331" y="26887"/>
                  </a:lnTo>
                  <a:lnTo>
                    <a:pt x="43832" y="26920"/>
                  </a:lnTo>
                  <a:lnTo>
                    <a:pt x="44365" y="26653"/>
                  </a:lnTo>
                  <a:lnTo>
                    <a:pt x="44866" y="26687"/>
                  </a:lnTo>
                  <a:lnTo>
                    <a:pt x="45366" y="26920"/>
                  </a:lnTo>
                  <a:lnTo>
                    <a:pt x="45867" y="26587"/>
                  </a:lnTo>
                  <a:lnTo>
                    <a:pt x="46367" y="26720"/>
                  </a:lnTo>
                  <a:lnTo>
                    <a:pt x="46901" y="26720"/>
                  </a:lnTo>
                  <a:lnTo>
                    <a:pt x="47401" y="26553"/>
                  </a:lnTo>
                  <a:lnTo>
                    <a:pt x="47935" y="26853"/>
                  </a:lnTo>
                  <a:lnTo>
                    <a:pt x="48435" y="26720"/>
                  </a:lnTo>
                  <a:lnTo>
                    <a:pt x="48935" y="26587"/>
                  </a:lnTo>
                  <a:lnTo>
                    <a:pt x="49469" y="26820"/>
                  </a:lnTo>
                  <a:lnTo>
                    <a:pt x="49969" y="26453"/>
                  </a:lnTo>
                  <a:lnTo>
                    <a:pt x="50470" y="26587"/>
                  </a:lnTo>
                  <a:lnTo>
                    <a:pt x="51004" y="26553"/>
                  </a:lnTo>
                  <a:lnTo>
                    <a:pt x="51504" y="26453"/>
                  </a:lnTo>
                  <a:lnTo>
                    <a:pt x="52038" y="26720"/>
                  </a:lnTo>
                  <a:lnTo>
                    <a:pt x="52538" y="26420"/>
                  </a:lnTo>
                  <a:lnTo>
                    <a:pt x="53038" y="26620"/>
                  </a:lnTo>
                  <a:lnTo>
                    <a:pt x="53539" y="26486"/>
                  </a:lnTo>
                  <a:lnTo>
                    <a:pt x="54039" y="26386"/>
                  </a:lnTo>
                  <a:lnTo>
                    <a:pt x="54573" y="26386"/>
                  </a:lnTo>
                  <a:lnTo>
                    <a:pt x="55040" y="26220"/>
                  </a:lnTo>
                  <a:lnTo>
                    <a:pt x="55573" y="26286"/>
                  </a:lnTo>
                  <a:lnTo>
                    <a:pt x="56074" y="26086"/>
                  </a:lnTo>
                  <a:lnTo>
                    <a:pt x="56608" y="26153"/>
                  </a:lnTo>
                  <a:lnTo>
                    <a:pt x="57041" y="25819"/>
                  </a:lnTo>
                  <a:lnTo>
                    <a:pt x="57575" y="25919"/>
                  </a:lnTo>
                  <a:lnTo>
                    <a:pt x="58109" y="25853"/>
                  </a:lnTo>
                  <a:lnTo>
                    <a:pt x="58609" y="25886"/>
                  </a:lnTo>
                  <a:lnTo>
                    <a:pt x="59076" y="25519"/>
                  </a:lnTo>
                  <a:lnTo>
                    <a:pt x="59643" y="25486"/>
                  </a:lnTo>
                  <a:lnTo>
                    <a:pt x="60177" y="25386"/>
                  </a:lnTo>
                  <a:lnTo>
                    <a:pt x="60677" y="25152"/>
                  </a:lnTo>
                  <a:lnTo>
                    <a:pt x="61177" y="24885"/>
                  </a:lnTo>
                  <a:lnTo>
                    <a:pt x="61678" y="25052"/>
                  </a:lnTo>
                  <a:lnTo>
                    <a:pt x="62145" y="24852"/>
                  </a:lnTo>
                  <a:lnTo>
                    <a:pt x="62612" y="24919"/>
                  </a:lnTo>
                  <a:lnTo>
                    <a:pt x="63112" y="24919"/>
                  </a:lnTo>
                  <a:lnTo>
                    <a:pt x="63613" y="24885"/>
                  </a:lnTo>
                  <a:lnTo>
                    <a:pt x="64113" y="25019"/>
                  </a:lnTo>
                  <a:lnTo>
                    <a:pt x="64613" y="24819"/>
                  </a:lnTo>
                  <a:lnTo>
                    <a:pt x="65114" y="25085"/>
                  </a:lnTo>
                  <a:lnTo>
                    <a:pt x="65614" y="25019"/>
                  </a:lnTo>
                  <a:lnTo>
                    <a:pt x="66148" y="24819"/>
                  </a:lnTo>
                  <a:lnTo>
                    <a:pt x="66648" y="25085"/>
                  </a:lnTo>
                  <a:lnTo>
                    <a:pt x="67148" y="24952"/>
                  </a:lnTo>
                  <a:lnTo>
                    <a:pt x="67615" y="25085"/>
                  </a:lnTo>
                  <a:lnTo>
                    <a:pt x="68149" y="24952"/>
                  </a:lnTo>
                  <a:lnTo>
                    <a:pt x="68649" y="25085"/>
                  </a:lnTo>
                  <a:lnTo>
                    <a:pt x="69116" y="25186"/>
                  </a:lnTo>
                  <a:lnTo>
                    <a:pt x="69550" y="25552"/>
                  </a:lnTo>
                  <a:lnTo>
                    <a:pt x="70017" y="25686"/>
                  </a:lnTo>
                  <a:lnTo>
                    <a:pt x="70551" y="25519"/>
                  </a:lnTo>
                  <a:lnTo>
                    <a:pt x="71051" y="25819"/>
                  </a:lnTo>
                  <a:lnTo>
                    <a:pt x="71552" y="25853"/>
                  </a:lnTo>
                  <a:lnTo>
                    <a:pt x="71718" y="25786"/>
                  </a:lnTo>
                  <a:lnTo>
                    <a:pt x="71718" y="1"/>
                  </a:lnTo>
                  <a:lnTo>
                    <a:pt x="0" y="1"/>
                  </a:lnTo>
                  <a:lnTo>
                    <a:pt x="0" y="2852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 name="Google Shape;2225;p54">
              <a:extLst>
                <a:ext uri="{FF2B5EF4-FFF2-40B4-BE49-F238E27FC236}">
                  <a16:creationId xmlns:a16="http://schemas.microsoft.com/office/drawing/2014/main" id="{A8636D7B-325A-4B21-EF6F-C0B35100F115}"/>
                </a:ext>
              </a:extLst>
            </p:cNvPr>
            <p:cNvSpPr/>
            <p:nvPr/>
          </p:nvSpPr>
          <p:spPr>
            <a:xfrm>
              <a:off x="881286" y="2683769"/>
              <a:ext cx="3418845" cy="241782"/>
            </a:xfrm>
            <a:custGeom>
              <a:avLst/>
              <a:gdLst/>
              <a:ahLst/>
              <a:cxnLst/>
              <a:rect l="l" t="t" r="r" b="b"/>
              <a:pathLst>
                <a:path w="71719" h="5072" extrusionOk="0">
                  <a:moveTo>
                    <a:pt x="701" y="4104"/>
                  </a:moveTo>
                  <a:lnTo>
                    <a:pt x="1201" y="4171"/>
                  </a:lnTo>
                  <a:lnTo>
                    <a:pt x="1702" y="4237"/>
                  </a:lnTo>
                  <a:lnTo>
                    <a:pt x="2202" y="4237"/>
                  </a:lnTo>
                  <a:lnTo>
                    <a:pt x="2702" y="4071"/>
                  </a:lnTo>
                  <a:lnTo>
                    <a:pt x="3203" y="4004"/>
                  </a:lnTo>
                  <a:lnTo>
                    <a:pt x="3703" y="4137"/>
                  </a:lnTo>
                  <a:lnTo>
                    <a:pt x="4170" y="4037"/>
                  </a:lnTo>
                  <a:lnTo>
                    <a:pt x="4670" y="3904"/>
                  </a:lnTo>
                  <a:lnTo>
                    <a:pt x="5137" y="3837"/>
                  </a:lnTo>
                  <a:lnTo>
                    <a:pt x="5638" y="3970"/>
                  </a:lnTo>
                  <a:lnTo>
                    <a:pt x="6105" y="3870"/>
                  </a:lnTo>
                  <a:lnTo>
                    <a:pt x="6605" y="3904"/>
                  </a:lnTo>
                  <a:lnTo>
                    <a:pt x="7106" y="3670"/>
                  </a:lnTo>
                  <a:lnTo>
                    <a:pt x="7573" y="3704"/>
                  </a:lnTo>
                  <a:lnTo>
                    <a:pt x="8073" y="3837"/>
                  </a:lnTo>
                  <a:lnTo>
                    <a:pt x="8540" y="4171"/>
                  </a:lnTo>
                  <a:lnTo>
                    <a:pt x="9107" y="3970"/>
                  </a:lnTo>
                  <a:lnTo>
                    <a:pt x="9607" y="4204"/>
                  </a:lnTo>
                  <a:lnTo>
                    <a:pt x="10141" y="4171"/>
                  </a:lnTo>
                  <a:lnTo>
                    <a:pt x="10641" y="4237"/>
                  </a:lnTo>
                  <a:lnTo>
                    <a:pt x="11175" y="4204"/>
                  </a:lnTo>
                  <a:lnTo>
                    <a:pt x="11675" y="4371"/>
                  </a:lnTo>
                  <a:lnTo>
                    <a:pt x="12176" y="4237"/>
                  </a:lnTo>
                  <a:lnTo>
                    <a:pt x="12643" y="4004"/>
                  </a:lnTo>
                  <a:lnTo>
                    <a:pt x="13143" y="4004"/>
                  </a:lnTo>
                  <a:lnTo>
                    <a:pt x="13644" y="4137"/>
                  </a:lnTo>
                  <a:lnTo>
                    <a:pt x="14111" y="3837"/>
                  </a:lnTo>
                  <a:lnTo>
                    <a:pt x="14644" y="4071"/>
                  </a:lnTo>
                  <a:lnTo>
                    <a:pt x="15178" y="3937"/>
                  </a:lnTo>
                  <a:lnTo>
                    <a:pt x="15612" y="4404"/>
                  </a:lnTo>
                  <a:lnTo>
                    <a:pt x="16212" y="4204"/>
                  </a:lnTo>
                  <a:lnTo>
                    <a:pt x="16679" y="4504"/>
                  </a:lnTo>
                  <a:lnTo>
                    <a:pt x="17279" y="4371"/>
                  </a:lnTo>
                  <a:lnTo>
                    <a:pt x="17746" y="4671"/>
                  </a:lnTo>
                  <a:lnTo>
                    <a:pt x="18247" y="4871"/>
                  </a:lnTo>
                  <a:lnTo>
                    <a:pt x="18814" y="4804"/>
                  </a:lnTo>
                  <a:lnTo>
                    <a:pt x="19314" y="5005"/>
                  </a:lnTo>
                  <a:lnTo>
                    <a:pt x="19848" y="4804"/>
                  </a:lnTo>
                  <a:lnTo>
                    <a:pt x="20348" y="4938"/>
                  </a:lnTo>
                  <a:lnTo>
                    <a:pt x="20849" y="5071"/>
                  </a:lnTo>
                  <a:lnTo>
                    <a:pt x="21349" y="4871"/>
                  </a:lnTo>
                  <a:lnTo>
                    <a:pt x="21883" y="5005"/>
                  </a:lnTo>
                  <a:lnTo>
                    <a:pt x="22416" y="4904"/>
                  </a:lnTo>
                  <a:lnTo>
                    <a:pt x="22783" y="4504"/>
                  </a:lnTo>
                  <a:lnTo>
                    <a:pt x="23317" y="4538"/>
                  </a:lnTo>
                  <a:lnTo>
                    <a:pt x="23751" y="4371"/>
                  </a:lnTo>
                  <a:lnTo>
                    <a:pt x="24284" y="4404"/>
                  </a:lnTo>
                  <a:lnTo>
                    <a:pt x="24751" y="4271"/>
                  </a:lnTo>
                  <a:lnTo>
                    <a:pt x="25185" y="4071"/>
                  </a:lnTo>
                  <a:lnTo>
                    <a:pt x="25685" y="4171"/>
                  </a:lnTo>
                  <a:lnTo>
                    <a:pt x="26119" y="3737"/>
                  </a:lnTo>
                  <a:lnTo>
                    <a:pt x="26619" y="3770"/>
                  </a:lnTo>
                  <a:lnTo>
                    <a:pt x="27120" y="3937"/>
                  </a:lnTo>
                  <a:lnTo>
                    <a:pt x="27587" y="3637"/>
                  </a:lnTo>
                  <a:lnTo>
                    <a:pt x="28054" y="3503"/>
                  </a:lnTo>
                  <a:lnTo>
                    <a:pt x="28554" y="3637"/>
                  </a:lnTo>
                  <a:lnTo>
                    <a:pt x="29055" y="3804"/>
                  </a:lnTo>
                  <a:lnTo>
                    <a:pt x="29522" y="3737"/>
                  </a:lnTo>
                  <a:lnTo>
                    <a:pt x="30022" y="3770"/>
                  </a:lnTo>
                  <a:lnTo>
                    <a:pt x="30522" y="3837"/>
                  </a:lnTo>
                  <a:lnTo>
                    <a:pt x="31123" y="3804"/>
                  </a:lnTo>
                  <a:lnTo>
                    <a:pt x="31656" y="3870"/>
                  </a:lnTo>
                  <a:lnTo>
                    <a:pt x="32090" y="4104"/>
                  </a:lnTo>
                  <a:lnTo>
                    <a:pt x="32557" y="4071"/>
                  </a:lnTo>
                  <a:lnTo>
                    <a:pt x="32991" y="4137"/>
                  </a:lnTo>
                  <a:lnTo>
                    <a:pt x="33458" y="3970"/>
                  </a:lnTo>
                  <a:lnTo>
                    <a:pt x="33891" y="3704"/>
                  </a:lnTo>
                  <a:lnTo>
                    <a:pt x="34358" y="3770"/>
                  </a:lnTo>
                  <a:lnTo>
                    <a:pt x="34792" y="3637"/>
                  </a:lnTo>
                  <a:lnTo>
                    <a:pt x="35292" y="3770"/>
                  </a:lnTo>
                  <a:lnTo>
                    <a:pt x="35793" y="3670"/>
                  </a:lnTo>
                  <a:lnTo>
                    <a:pt x="36160" y="3270"/>
                  </a:lnTo>
                  <a:lnTo>
                    <a:pt x="36660" y="3170"/>
                  </a:lnTo>
                  <a:lnTo>
                    <a:pt x="37060" y="2870"/>
                  </a:lnTo>
                  <a:lnTo>
                    <a:pt x="37561" y="2836"/>
                  </a:lnTo>
                  <a:lnTo>
                    <a:pt x="37928" y="2369"/>
                  </a:lnTo>
                  <a:lnTo>
                    <a:pt x="38428" y="2536"/>
                  </a:lnTo>
                  <a:lnTo>
                    <a:pt x="38895" y="2469"/>
                  </a:lnTo>
                  <a:lnTo>
                    <a:pt x="39362" y="2536"/>
                  </a:lnTo>
                  <a:lnTo>
                    <a:pt x="39829" y="2636"/>
                  </a:lnTo>
                  <a:lnTo>
                    <a:pt x="40296" y="2603"/>
                  </a:lnTo>
                  <a:lnTo>
                    <a:pt x="40796" y="2369"/>
                  </a:lnTo>
                  <a:lnTo>
                    <a:pt x="41330" y="2569"/>
                  </a:lnTo>
                  <a:lnTo>
                    <a:pt x="41830" y="2303"/>
                  </a:lnTo>
                  <a:lnTo>
                    <a:pt x="42331" y="2203"/>
                  </a:lnTo>
                  <a:lnTo>
                    <a:pt x="42831" y="2569"/>
                  </a:lnTo>
                  <a:lnTo>
                    <a:pt x="43331" y="2503"/>
                  </a:lnTo>
                  <a:lnTo>
                    <a:pt x="43832" y="2536"/>
                  </a:lnTo>
                  <a:lnTo>
                    <a:pt x="44365" y="2269"/>
                  </a:lnTo>
                  <a:lnTo>
                    <a:pt x="44866" y="2303"/>
                  </a:lnTo>
                  <a:lnTo>
                    <a:pt x="45366" y="2536"/>
                  </a:lnTo>
                  <a:lnTo>
                    <a:pt x="45867" y="2203"/>
                  </a:lnTo>
                  <a:lnTo>
                    <a:pt x="46367" y="2336"/>
                  </a:lnTo>
                  <a:lnTo>
                    <a:pt x="46901" y="2336"/>
                  </a:lnTo>
                  <a:lnTo>
                    <a:pt x="47401" y="2169"/>
                  </a:lnTo>
                  <a:lnTo>
                    <a:pt x="47935" y="2469"/>
                  </a:lnTo>
                  <a:lnTo>
                    <a:pt x="48435" y="2336"/>
                  </a:lnTo>
                  <a:lnTo>
                    <a:pt x="48935" y="2203"/>
                  </a:lnTo>
                  <a:lnTo>
                    <a:pt x="49469" y="2436"/>
                  </a:lnTo>
                  <a:lnTo>
                    <a:pt x="49969" y="2069"/>
                  </a:lnTo>
                  <a:lnTo>
                    <a:pt x="50470" y="2203"/>
                  </a:lnTo>
                  <a:lnTo>
                    <a:pt x="51004" y="2169"/>
                  </a:lnTo>
                  <a:lnTo>
                    <a:pt x="51504" y="2069"/>
                  </a:lnTo>
                  <a:lnTo>
                    <a:pt x="52038" y="2336"/>
                  </a:lnTo>
                  <a:lnTo>
                    <a:pt x="52538" y="2036"/>
                  </a:lnTo>
                  <a:lnTo>
                    <a:pt x="53038" y="2236"/>
                  </a:lnTo>
                  <a:lnTo>
                    <a:pt x="53539" y="2102"/>
                  </a:lnTo>
                  <a:lnTo>
                    <a:pt x="54039" y="2002"/>
                  </a:lnTo>
                  <a:lnTo>
                    <a:pt x="54573" y="2002"/>
                  </a:lnTo>
                  <a:lnTo>
                    <a:pt x="55040" y="1836"/>
                  </a:lnTo>
                  <a:lnTo>
                    <a:pt x="55573" y="1902"/>
                  </a:lnTo>
                  <a:lnTo>
                    <a:pt x="56074" y="1702"/>
                  </a:lnTo>
                  <a:lnTo>
                    <a:pt x="56608" y="1769"/>
                  </a:lnTo>
                  <a:lnTo>
                    <a:pt x="57041" y="1435"/>
                  </a:lnTo>
                  <a:lnTo>
                    <a:pt x="57575" y="1535"/>
                  </a:lnTo>
                  <a:lnTo>
                    <a:pt x="58109" y="1469"/>
                  </a:lnTo>
                  <a:lnTo>
                    <a:pt x="58609" y="1502"/>
                  </a:lnTo>
                  <a:lnTo>
                    <a:pt x="59076" y="1135"/>
                  </a:lnTo>
                  <a:lnTo>
                    <a:pt x="59643" y="1102"/>
                  </a:lnTo>
                  <a:lnTo>
                    <a:pt x="60177" y="1002"/>
                  </a:lnTo>
                  <a:lnTo>
                    <a:pt x="60677" y="768"/>
                  </a:lnTo>
                  <a:lnTo>
                    <a:pt x="61177" y="501"/>
                  </a:lnTo>
                  <a:lnTo>
                    <a:pt x="61678" y="668"/>
                  </a:lnTo>
                  <a:lnTo>
                    <a:pt x="62145" y="468"/>
                  </a:lnTo>
                  <a:lnTo>
                    <a:pt x="62612" y="535"/>
                  </a:lnTo>
                  <a:lnTo>
                    <a:pt x="63112" y="535"/>
                  </a:lnTo>
                  <a:lnTo>
                    <a:pt x="63613" y="501"/>
                  </a:lnTo>
                  <a:lnTo>
                    <a:pt x="64113" y="635"/>
                  </a:lnTo>
                  <a:lnTo>
                    <a:pt x="64613" y="435"/>
                  </a:lnTo>
                  <a:lnTo>
                    <a:pt x="65114" y="701"/>
                  </a:lnTo>
                  <a:lnTo>
                    <a:pt x="65614" y="635"/>
                  </a:lnTo>
                  <a:lnTo>
                    <a:pt x="66148" y="435"/>
                  </a:lnTo>
                  <a:lnTo>
                    <a:pt x="66648" y="701"/>
                  </a:lnTo>
                  <a:lnTo>
                    <a:pt x="67148" y="568"/>
                  </a:lnTo>
                  <a:lnTo>
                    <a:pt x="67615" y="701"/>
                  </a:lnTo>
                  <a:lnTo>
                    <a:pt x="68149" y="568"/>
                  </a:lnTo>
                  <a:lnTo>
                    <a:pt x="68649" y="701"/>
                  </a:lnTo>
                  <a:lnTo>
                    <a:pt x="69116" y="802"/>
                  </a:lnTo>
                  <a:lnTo>
                    <a:pt x="69550" y="1168"/>
                  </a:lnTo>
                  <a:lnTo>
                    <a:pt x="70017" y="1302"/>
                  </a:lnTo>
                  <a:lnTo>
                    <a:pt x="70551" y="1135"/>
                  </a:lnTo>
                  <a:lnTo>
                    <a:pt x="71051" y="1435"/>
                  </a:lnTo>
                  <a:lnTo>
                    <a:pt x="71552" y="1469"/>
                  </a:lnTo>
                  <a:lnTo>
                    <a:pt x="71718" y="1402"/>
                  </a:lnTo>
                  <a:lnTo>
                    <a:pt x="71718" y="1068"/>
                  </a:lnTo>
                  <a:lnTo>
                    <a:pt x="71618" y="1068"/>
                  </a:lnTo>
                  <a:lnTo>
                    <a:pt x="71151" y="802"/>
                  </a:lnTo>
                  <a:lnTo>
                    <a:pt x="70618" y="935"/>
                  </a:lnTo>
                  <a:lnTo>
                    <a:pt x="70117" y="802"/>
                  </a:lnTo>
                  <a:lnTo>
                    <a:pt x="69684" y="435"/>
                  </a:lnTo>
                  <a:lnTo>
                    <a:pt x="69217" y="335"/>
                  </a:lnTo>
                  <a:lnTo>
                    <a:pt x="68716" y="201"/>
                  </a:lnTo>
                  <a:lnTo>
                    <a:pt x="68182" y="335"/>
                  </a:lnTo>
                  <a:lnTo>
                    <a:pt x="67715" y="168"/>
                  </a:lnTo>
                  <a:lnTo>
                    <a:pt x="67215" y="335"/>
                  </a:lnTo>
                  <a:lnTo>
                    <a:pt x="66715" y="34"/>
                  </a:lnTo>
                  <a:lnTo>
                    <a:pt x="66214" y="234"/>
                  </a:lnTo>
                  <a:lnTo>
                    <a:pt x="65681" y="301"/>
                  </a:lnTo>
                  <a:lnTo>
                    <a:pt x="65214" y="34"/>
                  </a:lnTo>
                  <a:lnTo>
                    <a:pt x="64680" y="234"/>
                  </a:lnTo>
                  <a:lnTo>
                    <a:pt x="64180" y="68"/>
                  </a:lnTo>
                  <a:lnTo>
                    <a:pt x="63679" y="101"/>
                  </a:lnTo>
                  <a:lnTo>
                    <a:pt x="63212" y="101"/>
                  </a:lnTo>
                  <a:lnTo>
                    <a:pt x="62712" y="1"/>
                  </a:lnTo>
                  <a:lnTo>
                    <a:pt x="62245" y="201"/>
                  </a:lnTo>
                  <a:lnTo>
                    <a:pt x="61778" y="68"/>
                  </a:lnTo>
                  <a:lnTo>
                    <a:pt x="61278" y="335"/>
                  </a:lnTo>
                  <a:lnTo>
                    <a:pt x="60777" y="568"/>
                  </a:lnTo>
                  <a:lnTo>
                    <a:pt x="60210" y="668"/>
                  </a:lnTo>
                  <a:lnTo>
                    <a:pt x="59643" y="668"/>
                  </a:lnTo>
                  <a:lnTo>
                    <a:pt x="59176" y="1035"/>
                  </a:lnTo>
                  <a:lnTo>
                    <a:pt x="58642" y="1002"/>
                  </a:lnTo>
                  <a:lnTo>
                    <a:pt x="58142" y="1035"/>
                  </a:lnTo>
                  <a:lnTo>
                    <a:pt x="57608" y="935"/>
                  </a:lnTo>
                  <a:lnTo>
                    <a:pt x="57175" y="1302"/>
                  </a:lnTo>
                  <a:lnTo>
                    <a:pt x="56641" y="1202"/>
                  </a:lnTo>
                  <a:lnTo>
                    <a:pt x="56141" y="1402"/>
                  </a:lnTo>
                  <a:lnTo>
                    <a:pt x="55607" y="1302"/>
                  </a:lnTo>
                  <a:lnTo>
                    <a:pt x="55140" y="1469"/>
                  </a:lnTo>
                  <a:lnTo>
                    <a:pt x="54606" y="1469"/>
                  </a:lnTo>
                  <a:lnTo>
                    <a:pt x="54106" y="1569"/>
                  </a:lnTo>
                  <a:lnTo>
                    <a:pt x="53605" y="1702"/>
                  </a:lnTo>
                  <a:lnTo>
                    <a:pt x="53072" y="1502"/>
                  </a:lnTo>
                  <a:lnTo>
                    <a:pt x="52571" y="1802"/>
                  </a:lnTo>
                  <a:lnTo>
                    <a:pt x="52071" y="1535"/>
                  </a:lnTo>
                  <a:lnTo>
                    <a:pt x="51537" y="1602"/>
                  </a:lnTo>
                  <a:lnTo>
                    <a:pt x="51037" y="1635"/>
                  </a:lnTo>
                  <a:lnTo>
                    <a:pt x="50537" y="1502"/>
                  </a:lnTo>
                  <a:lnTo>
                    <a:pt x="50036" y="1869"/>
                  </a:lnTo>
                  <a:lnTo>
                    <a:pt x="49502" y="1635"/>
                  </a:lnTo>
                  <a:lnTo>
                    <a:pt x="49002" y="1736"/>
                  </a:lnTo>
                  <a:lnTo>
                    <a:pt x="48468" y="1869"/>
                  </a:lnTo>
                  <a:lnTo>
                    <a:pt x="47968" y="1569"/>
                  </a:lnTo>
                  <a:lnTo>
                    <a:pt x="47468" y="1769"/>
                  </a:lnTo>
                  <a:lnTo>
                    <a:pt x="46934" y="1736"/>
                  </a:lnTo>
                  <a:lnTo>
                    <a:pt x="46434" y="1602"/>
                  </a:lnTo>
                  <a:lnTo>
                    <a:pt x="45933" y="1936"/>
                  </a:lnTo>
                  <a:lnTo>
                    <a:pt x="45433" y="1702"/>
                  </a:lnTo>
                  <a:lnTo>
                    <a:pt x="44899" y="1635"/>
                  </a:lnTo>
                  <a:lnTo>
                    <a:pt x="44399" y="1936"/>
                  </a:lnTo>
                  <a:lnTo>
                    <a:pt x="43898" y="1869"/>
                  </a:lnTo>
                  <a:lnTo>
                    <a:pt x="43398" y="1969"/>
                  </a:lnTo>
                  <a:lnTo>
                    <a:pt x="42898" y="1569"/>
                  </a:lnTo>
                  <a:lnTo>
                    <a:pt x="42397" y="1669"/>
                  </a:lnTo>
                  <a:lnTo>
                    <a:pt x="41864" y="1936"/>
                  </a:lnTo>
                  <a:lnTo>
                    <a:pt x="41363" y="1736"/>
                  </a:lnTo>
                  <a:lnTo>
                    <a:pt x="40863" y="1969"/>
                  </a:lnTo>
                  <a:lnTo>
                    <a:pt x="40396" y="1969"/>
                  </a:lnTo>
                  <a:lnTo>
                    <a:pt x="39929" y="1869"/>
                  </a:lnTo>
                  <a:lnTo>
                    <a:pt x="39462" y="1802"/>
                  </a:lnTo>
                  <a:lnTo>
                    <a:pt x="38995" y="1869"/>
                  </a:lnTo>
                  <a:lnTo>
                    <a:pt x="38495" y="1702"/>
                  </a:lnTo>
                  <a:lnTo>
                    <a:pt x="38128" y="2136"/>
                  </a:lnTo>
                  <a:lnTo>
                    <a:pt x="37627" y="2203"/>
                  </a:lnTo>
                  <a:lnTo>
                    <a:pt x="37227" y="2469"/>
                  </a:lnTo>
                  <a:lnTo>
                    <a:pt x="36727" y="2603"/>
                  </a:lnTo>
                  <a:lnTo>
                    <a:pt x="36360" y="2970"/>
                  </a:lnTo>
                  <a:lnTo>
                    <a:pt x="35859" y="3070"/>
                  </a:lnTo>
                  <a:lnTo>
                    <a:pt x="35326" y="2903"/>
                  </a:lnTo>
                  <a:lnTo>
                    <a:pt x="34892" y="3070"/>
                  </a:lnTo>
                  <a:lnTo>
                    <a:pt x="34458" y="3003"/>
                  </a:lnTo>
                  <a:lnTo>
                    <a:pt x="33991" y="3237"/>
                  </a:lnTo>
                  <a:lnTo>
                    <a:pt x="33524" y="3403"/>
                  </a:lnTo>
                  <a:lnTo>
                    <a:pt x="33091" y="3370"/>
                  </a:lnTo>
                  <a:lnTo>
                    <a:pt x="32624" y="3370"/>
                  </a:lnTo>
                  <a:lnTo>
                    <a:pt x="32190" y="3137"/>
                  </a:lnTo>
                  <a:lnTo>
                    <a:pt x="31656" y="3070"/>
                  </a:lnTo>
                  <a:lnTo>
                    <a:pt x="31056" y="3103"/>
                  </a:lnTo>
                  <a:lnTo>
                    <a:pt x="30556" y="3036"/>
                  </a:lnTo>
                  <a:lnTo>
                    <a:pt x="30089" y="2970"/>
                  </a:lnTo>
                  <a:lnTo>
                    <a:pt x="29588" y="3036"/>
                  </a:lnTo>
                  <a:lnTo>
                    <a:pt x="29088" y="2870"/>
                  </a:lnTo>
                  <a:lnTo>
                    <a:pt x="28621" y="2736"/>
                  </a:lnTo>
                  <a:lnTo>
                    <a:pt x="28121" y="2870"/>
                  </a:lnTo>
                  <a:lnTo>
                    <a:pt x="27687" y="3137"/>
                  </a:lnTo>
                  <a:lnTo>
                    <a:pt x="27153" y="2970"/>
                  </a:lnTo>
                  <a:lnTo>
                    <a:pt x="26653" y="2936"/>
                  </a:lnTo>
                  <a:lnTo>
                    <a:pt x="26253" y="3403"/>
                  </a:lnTo>
                  <a:lnTo>
                    <a:pt x="25752" y="3303"/>
                  </a:lnTo>
                  <a:lnTo>
                    <a:pt x="25285" y="3470"/>
                  </a:lnTo>
                  <a:lnTo>
                    <a:pt x="24818" y="3570"/>
                  </a:lnTo>
                  <a:lnTo>
                    <a:pt x="24318" y="3570"/>
                  </a:lnTo>
                  <a:lnTo>
                    <a:pt x="23851" y="3737"/>
                  </a:lnTo>
                  <a:lnTo>
                    <a:pt x="23350" y="3704"/>
                  </a:lnTo>
                  <a:lnTo>
                    <a:pt x="22950" y="4104"/>
                  </a:lnTo>
                  <a:lnTo>
                    <a:pt x="22416" y="4171"/>
                  </a:lnTo>
                  <a:lnTo>
                    <a:pt x="21883" y="4037"/>
                  </a:lnTo>
                  <a:lnTo>
                    <a:pt x="21382" y="4237"/>
                  </a:lnTo>
                  <a:lnTo>
                    <a:pt x="20882" y="4071"/>
                  </a:lnTo>
                  <a:lnTo>
                    <a:pt x="20382" y="3970"/>
                  </a:lnTo>
                  <a:lnTo>
                    <a:pt x="19848" y="4137"/>
                  </a:lnTo>
                  <a:lnTo>
                    <a:pt x="19348" y="3937"/>
                  </a:lnTo>
                  <a:lnTo>
                    <a:pt x="18814" y="4004"/>
                  </a:lnTo>
                  <a:lnTo>
                    <a:pt x="18280" y="3804"/>
                  </a:lnTo>
                  <a:lnTo>
                    <a:pt x="17813" y="3503"/>
                  </a:lnTo>
                  <a:lnTo>
                    <a:pt x="17246" y="3604"/>
                  </a:lnTo>
                  <a:lnTo>
                    <a:pt x="16746" y="3337"/>
                  </a:lnTo>
                  <a:lnTo>
                    <a:pt x="16179" y="3503"/>
                  </a:lnTo>
                  <a:lnTo>
                    <a:pt x="15745" y="3036"/>
                  </a:lnTo>
                  <a:lnTo>
                    <a:pt x="15178" y="3170"/>
                  </a:lnTo>
                  <a:lnTo>
                    <a:pt x="14678" y="2936"/>
                  </a:lnTo>
                  <a:lnTo>
                    <a:pt x="14177" y="3203"/>
                  </a:lnTo>
                  <a:lnTo>
                    <a:pt x="13677" y="3103"/>
                  </a:lnTo>
                  <a:lnTo>
                    <a:pt x="13177" y="3103"/>
                  </a:lnTo>
                  <a:lnTo>
                    <a:pt x="12710" y="3303"/>
                  </a:lnTo>
                  <a:lnTo>
                    <a:pt x="12209" y="3437"/>
                  </a:lnTo>
                  <a:lnTo>
                    <a:pt x="11709" y="3270"/>
                  </a:lnTo>
                  <a:lnTo>
                    <a:pt x="11208" y="3270"/>
                  </a:lnTo>
                  <a:lnTo>
                    <a:pt x="10675" y="3203"/>
                  </a:lnTo>
                  <a:lnTo>
                    <a:pt x="10141" y="3237"/>
                  </a:lnTo>
                  <a:lnTo>
                    <a:pt x="9641" y="3036"/>
                  </a:lnTo>
                  <a:lnTo>
                    <a:pt x="9107" y="3203"/>
                  </a:lnTo>
                  <a:lnTo>
                    <a:pt x="8607" y="2870"/>
                  </a:lnTo>
                  <a:lnTo>
                    <a:pt x="8140" y="2736"/>
                  </a:lnTo>
                  <a:lnTo>
                    <a:pt x="7639" y="2703"/>
                  </a:lnTo>
                  <a:lnTo>
                    <a:pt x="7172" y="2936"/>
                  </a:lnTo>
                  <a:lnTo>
                    <a:pt x="6672" y="2903"/>
                  </a:lnTo>
                  <a:lnTo>
                    <a:pt x="6205" y="2970"/>
                  </a:lnTo>
                  <a:lnTo>
                    <a:pt x="5705" y="2836"/>
                  </a:lnTo>
                  <a:lnTo>
                    <a:pt x="5204" y="2903"/>
                  </a:lnTo>
                  <a:lnTo>
                    <a:pt x="4737" y="3036"/>
                  </a:lnTo>
                  <a:lnTo>
                    <a:pt x="4237" y="3137"/>
                  </a:lnTo>
                  <a:lnTo>
                    <a:pt x="3736" y="3003"/>
                  </a:lnTo>
                  <a:lnTo>
                    <a:pt x="3236" y="3036"/>
                  </a:lnTo>
                  <a:lnTo>
                    <a:pt x="2736" y="3203"/>
                  </a:lnTo>
                  <a:lnTo>
                    <a:pt x="2269" y="3203"/>
                  </a:lnTo>
                  <a:lnTo>
                    <a:pt x="1768" y="3137"/>
                  </a:lnTo>
                  <a:lnTo>
                    <a:pt x="1268" y="3070"/>
                  </a:lnTo>
                  <a:lnTo>
                    <a:pt x="768" y="3070"/>
                  </a:lnTo>
                  <a:lnTo>
                    <a:pt x="267" y="3170"/>
                  </a:lnTo>
                  <a:lnTo>
                    <a:pt x="0" y="3103"/>
                  </a:lnTo>
                  <a:lnTo>
                    <a:pt x="0" y="4137"/>
                  </a:lnTo>
                  <a:lnTo>
                    <a:pt x="201" y="4104"/>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25" name="Google Shape;2226;p54">
            <a:extLst>
              <a:ext uri="{FF2B5EF4-FFF2-40B4-BE49-F238E27FC236}">
                <a16:creationId xmlns:a16="http://schemas.microsoft.com/office/drawing/2014/main" id="{936B89E8-996D-5B6F-FC8C-0893930D3C3E}"/>
              </a:ext>
            </a:extLst>
          </p:cNvPr>
          <p:cNvSpPr/>
          <p:nvPr/>
        </p:nvSpPr>
        <p:spPr>
          <a:xfrm>
            <a:off x="5503255" y="-34804"/>
            <a:ext cx="589057" cy="594323"/>
          </a:xfrm>
          <a:custGeom>
            <a:avLst/>
            <a:gdLst/>
            <a:ahLst/>
            <a:cxnLst/>
            <a:rect l="l" t="t" r="r" b="b"/>
            <a:pathLst>
              <a:path w="14878" h="15011" extrusionOk="0">
                <a:moveTo>
                  <a:pt x="3236" y="0"/>
                </a:moveTo>
                <a:lnTo>
                  <a:pt x="3302" y="901"/>
                </a:lnTo>
                <a:lnTo>
                  <a:pt x="2435" y="801"/>
                </a:lnTo>
                <a:lnTo>
                  <a:pt x="2435" y="801"/>
                </a:lnTo>
                <a:lnTo>
                  <a:pt x="2502" y="1701"/>
                </a:lnTo>
                <a:lnTo>
                  <a:pt x="1601" y="1601"/>
                </a:lnTo>
                <a:lnTo>
                  <a:pt x="1668" y="2502"/>
                </a:lnTo>
                <a:lnTo>
                  <a:pt x="801" y="2402"/>
                </a:lnTo>
                <a:lnTo>
                  <a:pt x="867" y="3303"/>
                </a:lnTo>
                <a:lnTo>
                  <a:pt x="0" y="3203"/>
                </a:lnTo>
                <a:lnTo>
                  <a:pt x="11608" y="15011"/>
                </a:lnTo>
                <a:lnTo>
                  <a:pt x="11542" y="14144"/>
                </a:lnTo>
                <a:lnTo>
                  <a:pt x="11542" y="14144"/>
                </a:lnTo>
                <a:lnTo>
                  <a:pt x="12442" y="14210"/>
                </a:lnTo>
                <a:lnTo>
                  <a:pt x="12376" y="13343"/>
                </a:lnTo>
                <a:lnTo>
                  <a:pt x="13243" y="13410"/>
                </a:lnTo>
                <a:lnTo>
                  <a:pt x="13176" y="12543"/>
                </a:lnTo>
                <a:lnTo>
                  <a:pt x="14043" y="12609"/>
                </a:lnTo>
                <a:lnTo>
                  <a:pt x="13977" y="11742"/>
                </a:lnTo>
                <a:lnTo>
                  <a:pt x="14877" y="11809"/>
                </a:lnTo>
                <a:lnTo>
                  <a:pt x="3236" y="0"/>
                </a:lnTo>
                <a:close/>
              </a:path>
            </a:pathLst>
          </a:custGeom>
          <a:solidFill>
            <a:srgbClr val="E2E3E0">
              <a:alpha val="642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 name="Google Shape;2227;p54">
            <a:extLst>
              <a:ext uri="{FF2B5EF4-FFF2-40B4-BE49-F238E27FC236}">
                <a16:creationId xmlns:a16="http://schemas.microsoft.com/office/drawing/2014/main" id="{56135A0E-8DF0-888E-7C8B-F50D6501CFD2}"/>
              </a:ext>
            </a:extLst>
          </p:cNvPr>
          <p:cNvSpPr/>
          <p:nvPr/>
        </p:nvSpPr>
        <p:spPr>
          <a:xfrm>
            <a:off x="2888395" y="-121983"/>
            <a:ext cx="552117" cy="624730"/>
          </a:xfrm>
          <a:custGeom>
            <a:avLst/>
            <a:gdLst/>
            <a:ahLst/>
            <a:cxnLst/>
            <a:rect l="l" t="t" r="r" b="b"/>
            <a:pathLst>
              <a:path w="13945" h="15779" extrusionOk="0">
                <a:moveTo>
                  <a:pt x="10408" y="1"/>
                </a:moveTo>
                <a:lnTo>
                  <a:pt x="1" y="12910"/>
                </a:lnTo>
                <a:lnTo>
                  <a:pt x="868" y="12743"/>
                </a:lnTo>
                <a:lnTo>
                  <a:pt x="868" y="13610"/>
                </a:lnTo>
                <a:lnTo>
                  <a:pt x="1736" y="13444"/>
                </a:lnTo>
                <a:lnTo>
                  <a:pt x="1769" y="14344"/>
                </a:lnTo>
                <a:lnTo>
                  <a:pt x="2636" y="14177"/>
                </a:lnTo>
                <a:lnTo>
                  <a:pt x="2670" y="15045"/>
                </a:lnTo>
                <a:lnTo>
                  <a:pt x="3503" y="14878"/>
                </a:lnTo>
                <a:lnTo>
                  <a:pt x="3537" y="15779"/>
                </a:lnTo>
                <a:lnTo>
                  <a:pt x="13944" y="2869"/>
                </a:lnTo>
                <a:lnTo>
                  <a:pt x="13077" y="3036"/>
                </a:lnTo>
                <a:lnTo>
                  <a:pt x="13044" y="2136"/>
                </a:lnTo>
                <a:lnTo>
                  <a:pt x="12210" y="2302"/>
                </a:lnTo>
                <a:lnTo>
                  <a:pt x="12176" y="1435"/>
                </a:lnTo>
                <a:lnTo>
                  <a:pt x="11309" y="1602"/>
                </a:lnTo>
                <a:lnTo>
                  <a:pt x="11276" y="735"/>
                </a:lnTo>
                <a:lnTo>
                  <a:pt x="10408" y="868"/>
                </a:lnTo>
                <a:lnTo>
                  <a:pt x="10408" y="1"/>
                </a:lnTo>
                <a:close/>
              </a:path>
            </a:pathLst>
          </a:custGeom>
          <a:solidFill>
            <a:srgbClr val="E2E3E0">
              <a:alpha val="642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 name="TextBox 26">
            <a:extLst>
              <a:ext uri="{FF2B5EF4-FFF2-40B4-BE49-F238E27FC236}">
                <a16:creationId xmlns:a16="http://schemas.microsoft.com/office/drawing/2014/main" id="{333DC8D9-DB02-4440-C4B6-E59A72ACACC1}"/>
              </a:ext>
            </a:extLst>
          </p:cNvPr>
          <p:cNvSpPr txBox="1"/>
          <p:nvPr/>
        </p:nvSpPr>
        <p:spPr>
          <a:xfrm>
            <a:off x="3127046" y="267084"/>
            <a:ext cx="2639388" cy="707886"/>
          </a:xfrm>
          <a:prstGeom prst="rect">
            <a:avLst/>
          </a:prstGeom>
          <a:noFill/>
        </p:spPr>
        <p:txBody>
          <a:bodyPr wrap="square" rtlCol="0">
            <a:spAutoFit/>
          </a:bodyPr>
          <a:lstStyle/>
          <a:p>
            <a:pPr algn="ctr"/>
            <a:r>
              <a:rPr lang="en-US" sz="4000" i="1" dirty="0">
                <a:latin typeface="Montserrat ExtraBold" panose="00000900000000000000" pitchFamily="2" charset="0"/>
              </a:rPr>
              <a:t>Made by</a:t>
            </a:r>
          </a:p>
        </p:txBody>
      </p:sp>
      <p:grpSp>
        <p:nvGrpSpPr>
          <p:cNvPr id="28" name="Google Shape;2282;p54">
            <a:extLst>
              <a:ext uri="{FF2B5EF4-FFF2-40B4-BE49-F238E27FC236}">
                <a16:creationId xmlns:a16="http://schemas.microsoft.com/office/drawing/2014/main" id="{E9A032CE-86CA-72B1-D078-46B20BDE087F}"/>
              </a:ext>
            </a:extLst>
          </p:cNvPr>
          <p:cNvGrpSpPr/>
          <p:nvPr/>
        </p:nvGrpSpPr>
        <p:grpSpPr>
          <a:xfrm>
            <a:off x="1431115" y="3741745"/>
            <a:ext cx="1754792" cy="1021688"/>
            <a:chOff x="1211991" y="3150074"/>
            <a:chExt cx="2497450" cy="1301012"/>
          </a:xfrm>
        </p:grpSpPr>
        <p:sp>
          <p:nvSpPr>
            <p:cNvPr id="29" name="Google Shape;2283;p54">
              <a:extLst>
                <a:ext uri="{FF2B5EF4-FFF2-40B4-BE49-F238E27FC236}">
                  <a16:creationId xmlns:a16="http://schemas.microsoft.com/office/drawing/2014/main" id="{CFECE482-D108-5FE1-FF55-1740F22C5502}"/>
                </a:ext>
              </a:extLst>
            </p:cNvPr>
            <p:cNvSpPr/>
            <p:nvPr/>
          </p:nvSpPr>
          <p:spPr>
            <a:xfrm>
              <a:off x="1211991" y="3150074"/>
              <a:ext cx="2497435" cy="1301003"/>
            </a:xfrm>
            <a:custGeom>
              <a:avLst/>
              <a:gdLst/>
              <a:ahLst/>
              <a:cxnLst/>
              <a:rect l="l" t="t" r="r" b="b"/>
              <a:pathLst>
                <a:path w="71719" h="37361" extrusionOk="0">
                  <a:moveTo>
                    <a:pt x="46400" y="37094"/>
                  </a:moveTo>
                  <a:lnTo>
                    <a:pt x="46901" y="37027"/>
                  </a:lnTo>
                  <a:lnTo>
                    <a:pt x="47368" y="36861"/>
                  </a:lnTo>
                  <a:lnTo>
                    <a:pt x="47801" y="36627"/>
                  </a:lnTo>
                  <a:lnTo>
                    <a:pt x="48101" y="36193"/>
                  </a:lnTo>
                  <a:lnTo>
                    <a:pt x="48602" y="36093"/>
                  </a:lnTo>
                  <a:lnTo>
                    <a:pt x="49102" y="35993"/>
                  </a:lnTo>
                  <a:lnTo>
                    <a:pt x="49536" y="35793"/>
                  </a:lnTo>
                  <a:lnTo>
                    <a:pt x="49903" y="35426"/>
                  </a:lnTo>
                  <a:lnTo>
                    <a:pt x="50403" y="35393"/>
                  </a:lnTo>
                  <a:lnTo>
                    <a:pt x="50803" y="35059"/>
                  </a:lnTo>
                  <a:lnTo>
                    <a:pt x="51337" y="35093"/>
                  </a:lnTo>
                  <a:lnTo>
                    <a:pt x="51837" y="35159"/>
                  </a:lnTo>
                  <a:lnTo>
                    <a:pt x="52338" y="35026"/>
                  </a:lnTo>
                  <a:lnTo>
                    <a:pt x="52771" y="34692"/>
                  </a:lnTo>
                  <a:lnTo>
                    <a:pt x="53305" y="34792"/>
                  </a:lnTo>
                  <a:lnTo>
                    <a:pt x="53772" y="34792"/>
                  </a:lnTo>
                  <a:lnTo>
                    <a:pt x="54273" y="34626"/>
                  </a:lnTo>
                  <a:lnTo>
                    <a:pt x="54773" y="34726"/>
                  </a:lnTo>
                  <a:lnTo>
                    <a:pt x="55207" y="34692"/>
                  </a:lnTo>
                  <a:lnTo>
                    <a:pt x="55540" y="34359"/>
                  </a:lnTo>
                  <a:lnTo>
                    <a:pt x="56040" y="34492"/>
                  </a:lnTo>
                  <a:lnTo>
                    <a:pt x="56474" y="34325"/>
                  </a:lnTo>
                  <a:lnTo>
                    <a:pt x="56774" y="33825"/>
                  </a:lnTo>
                  <a:lnTo>
                    <a:pt x="57341" y="33858"/>
                  </a:lnTo>
                  <a:lnTo>
                    <a:pt x="57808" y="33792"/>
                  </a:lnTo>
                  <a:lnTo>
                    <a:pt x="58209" y="33525"/>
                  </a:lnTo>
                  <a:lnTo>
                    <a:pt x="58542" y="33091"/>
                  </a:lnTo>
                  <a:lnTo>
                    <a:pt x="59143" y="33191"/>
                  </a:lnTo>
                  <a:lnTo>
                    <a:pt x="59543" y="32891"/>
                  </a:lnTo>
                  <a:lnTo>
                    <a:pt x="60010" y="32724"/>
                  </a:lnTo>
                  <a:lnTo>
                    <a:pt x="60377" y="32357"/>
                  </a:lnTo>
                  <a:lnTo>
                    <a:pt x="60811" y="32057"/>
                  </a:lnTo>
                  <a:lnTo>
                    <a:pt x="61278" y="31890"/>
                  </a:lnTo>
                  <a:lnTo>
                    <a:pt x="61778" y="31824"/>
                  </a:lnTo>
                  <a:lnTo>
                    <a:pt x="62212" y="31557"/>
                  </a:lnTo>
                  <a:lnTo>
                    <a:pt x="62645" y="31357"/>
                  </a:lnTo>
                  <a:lnTo>
                    <a:pt x="63146" y="31223"/>
                  </a:lnTo>
                  <a:lnTo>
                    <a:pt x="63646" y="31090"/>
                  </a:lnTo>
                  <a:lnTo>
                    <a:pt x="64080" y="30890"/>
                  </a:lnTo>
                  <a:lnTo>
                    <a:pt x="64480" y="30556"/>
                  </a:lnTo>
                  <a:lnTo>
                    <a:pt x="64913" y="30323"/>
                  </a:lnTo>
                  <a:lnTo>
                    <a:pt x="65414" y="30256"/>
                  </a:lnTo>
                  <a:lnTo>
                    <a:pt x="65847" y="29989"/>
                  </a:lnTo>
                  <a:lnTo>
                    <a:pt x="66248" y="29689"/>
                  </a:lnTo>
                  <a:lnTo>
                    <a:pt x="66681" y="29422"/>
                  </a:lnTo>
                  <a:lnTo>
                    <a:pt x="67182" y="29355"/>
                  </a:lnTo>
                  <a:lnTo>
                    <a:pt x="67582" y="29088"/>
                  </a:lnTo>
                  <a:lnTo>
                    <a:pt x="68049" y="28955"/>
                  </a:lnTo>
                  <a:lnTo>
                    <a:pt x="68416" y="28555"/>
                  </a:lnTo>
                  <a:lnTo>
                    <a:pt x="68850" y="28388"/>
                  </a:lnTo>
                  <a:lnTo>
                    <a:pt x="69350" y="28321"/>
                  </a:lnTo>
                  <a:lnTo>
                    <a:pt x="69917" y="28455"/>
                  </a:lnTo>
                  <a:lnTo>
                    <a:pt x="70384" y="28054"/>
                  </a:lnTo>
                  <a:lnTo>
                    <a:pt x="70918" y="28088"/>
                  </a:lnTo>
                  <a:lnTo>
                    <a:pt x="71385" y="27854"/>
                  </a:lnTo>
                  <a:lnTo>
                    <a:pt x="71718" y="27754"/>
                  </a:lnTo>
                  <a:lnTo>
                    <a:pt x="71718" y="1"/>
                  </a:lnTo>
                  <a:lnTo>
                    <a:pt x="19681" y="1"/>
                  </a:lnTo>
                  <a:lnTo>
                    <a:pt x="19314" y="301"/>
                  </a:lnTo>
                  <a:lnTo>
                    <a:pt x="19014" y="668"/>
                  </a:lnTo>
                  <a:lnTo>
                    <a:pt x="18514" y="801"/>
                  </a:lnTo>
                  <a:lnTo>
                    <a:pt x="18347" y="1402"/>
                  </a:lnTo>
                  <a:lnTo>
                    <a:pt x="17880" y="1602"/>
                  </a:lnTo>
                  <a:lnTo>
                    <a:pt x="17346" y="1669"/>
                  </a:lnTo>
                  <a:lnTo>
                    <a:pt x="17079" y="2136"/>
                  </a:lnTo>
                  <a:lnTo>
                    <a:pt x="16712" y="2469"/>
                  </a:lnTo>
                  <a:lnTo>
                    <a:pt x="16212" y="2603"/>
                  </a:lnTo>
                  <a:lnTo>
                    <a:pt x="15678" y="2636"/>
                  </a:lnTo>
                  <a:lnTo>
                    <a:pt x="15311" y="2936"/>
                  </a:lnTo>
                  <a:lnTo>
                    <a:pt x="14844" y="3103"/>
                  </a:lnTo>
                  <a:lnTo>
                    <a:pt x="14344" y="3270"/>
                  </a:lnTo>
                  <a:lnTo>
                    <a:pt x="13844" y="3570"/>
                  </a:lnTo>
                  <a:lnTo>
                    <a:pt x="13343" y="3770"/>
                  </a:lnTo>
                  <a:lnTo>
                    <a:pt x="12843" y="3770"/>
                  </a:lnTo>
                  <a:lnTo>
                    <a:pt x="12443" y="3970"/>
                  </a:lnTo>
                  <a:lnTo>
                    <a:pt x="12009" y="4137"/>
                  </a:lnTo>
                  <a:lnTo>
                    <a:pt x="11675" y="4471"/>
                  </a:lnTo>
                  <a:lnTo>
                    <a:pt x="11409" y="4938"/>
                  </a:lnTo>
                  <a:lnTo>
                    <a:pt x="10975" y="5071"/>
                  </a:lnTo>
                  <a:lnTo>
                    <a:pt x="10641" y="5405"/>
                  </a:lnTo>
                  <a:lnTo>
                    <a:pt x="10108" y="5505"/>
                  </a:lnTo>
                  <a:lnTo>
                    <a:pt x="9707" y="5805"/>
                  </a:lnTo>
                  <a:lnTo>
                    <a:pt x="9574" y="6339"/>
                  </a:lnTo>
                  <a:lnTo>
                    <a:pt x="9174" y="6639"/>
                  </a:lnTo>
                  <a:lnTo>
                    <a:pt x="8940" y="7106"/>
                  </a:lnTo>
                  <a:lnTo>
                    <a:pt x="8507" y="7339"/>
                  </a:lnTo>
                  <a:lnTo>
                    <a:pt x="8373" y="7940"/>
                  </a:lnTo>
                  <a:lnTo>
                    <a:pt x="7873" y="8007"/>
                  </a:lnTo>
                  <a:lnTo>
                    <a:pt x="7472" y="8273"/>
                  </a:lnTo>
                  <a:lnTo>
                    <a:pt x="7039" y="8440"/>
                  </a:lnTo>
                  <a:lnTo>
                    <a:pt x="6572" y="8574"/>
                  </a:lnTo>
                  <a:lnTo>
                    <a:pt x="6172" y="8774"/>
                  </a:lnTo>
                  <a:lnTo>
                    <a:pt x="5838" y="9207"/>
                  </a:lnTo>
                  <a:lnTo>
                    <a:pt x="5271" y="9274"/>
                  </a:lnTo>
                  <a:lnTo>
                    <a:pt x="4971" y="9741"/>
                  </a:lnTo>
                  <a:lnTo>
                    <a:pt x="4537" y="10075"/>
                  </a:lnTo>
                  <a:lnTo>
                    <a:pt x="3937" y="9941"/>
                  </a:lnTo>
                  <a:lnTo>
                    <a:pt x="3503" y="10242"/>
                  </a:lnTo>
                  <a:lnTo>
                    <a:pt x="3036" y="10442"/>
                  </a:lnTo>
                  <a:lnTo>
                    <a:pt x="2702" y="10909"/>
                  </a:lnTo>
                  <a:lnTo>
                    <a:pt x="2235" y="11109"/>
                  </a:lnTo>
                  <a:lnTo>
                    <a:pt x="1668" y="11109"/>
                  </a:lnTo>
                  <a:lnTo>
                    <a:pt x="1401" y="11643"/>
                  </a:lnTo>
                  <a:lnTo>
                    <a:pt x="868" y="11776"/>
                  </a:lnTo>
                  <a:lnTo>
                    <a:pt x="401" y="11976"/>
                  </a:lnTo>
                  <a:lnTo>
                    <a:pt x="34" y="12376"/>
                  </a:lnTo>
                  <a:lnTo>
                    <a:pt x="0" y="12376"/>
                  </a:lnTo>
                  <a:lnTo>
                    <a:pt x="0" y="37361"/>
                  </a:lnTo>
                  <a:lnTo>
                    <a:pt x="46067" y="3736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 name="Google Shape;2284;p54">
              <a:extLst>
                <a:ext uri="{FF2B5EF4-FFF2-40B4-BE49-F238E27FC236}">
                  <a16:creationId xmlns:a16="http://schemas.microsoft.com/office/drawing/2014/main" id="{1F8EC472-B3FE-FB31-9DFA-52A17D6C1322}"/>
                </a:ext>
              </a:extLst>
            </p:cNvPr>
            <p:cNvSpPr/>
            <p:nvPr/>
          </p:nvSpPr>
          <p:spPr>
            <a:xfrm>
              <a:off x="2790580" y="4077023"/>
              <a:ext cx="918861" cy="374063"/>
            </a:xfrm>
            <a:custGeom>
              <a:avLst/>
              <a:gdLst/>
              <a:ahLst/>
              <a:cxnLst/>
              <a:rect l="l" t="t" r="r" b="b"/>
              <a:pathLst>
                <a:path w="26387" h="10742" extrusionOk="0">
                  <a:moveTo>
                    <a:pt x="1068" y="10475"/>
                  </a:moveTo>
                  <a:lnTo>
                    <a:pt x="1569" y="10408"/>
                  </a:lnTo>
                  <a:lnTo>
                    <a:pt x="2036" y="10242"/>
                  </a:lnTo>
                  <a:lnTo>
                    <a:pt x="2469" y="10008"/>
                  </a:lnTo>
                  <a:lnTo>
                    <a:pt x="2769" y="9574"/>
                  </a:lnTo>
                  <a:lnTo>
                    <a:pt x="3270" y="9474"/>
                  </a:lnTo>
                  <a:lnTo>
                    <a:pt x="3770" y="9374"/>
                  </a:lnTo>
                  <a:lnTo>
                    <a:pt x="4204" y="9174"/>
                  </a:lnTo>
                  <a:lnTo>
                    <a:pt x="4571" y="8807"/>
                  </a:lnTo>
                  <a:lnTo>
                    <a:pt x="5071" y="8774"/>
                  </a:lnTo>
                  <a:lnTo>
                    <a:pt x="5471" y="8440"/>
                  </a:lnTo>
                  <a:lnTo>
                    <a:pt x="6005" y="8474"/>
                  </a:lnTo>
                  <a:lnTo>
                    <a:pt x="6505" y="8540"/>
                  </a:lnTo>
                  <a:lnTo>
                    <a:pt x="7006" y="8407"/>
                  </a:lnTo>
                  <a:lnTo>
                    <a:pt x="7439" y="8073"/>
                  </a:lnTo>
                  <a:lnTo>
                    <a:pt x="7973" y="8173"/>
                  </a:lnTo>
                  <a:lnTo>
                    <a:pt x="8440" y="8173"/>
                  </a:lnTo>
                  <a:lnTo>
                    <a:pt x="8941" y="8007"/>
                  </a:lnTo>
                  <a:lnTo>
                    <a:pt x="9441" y="8107"/>
                  </a:lnTo>
                  <a:lnTo>
                    <a:pt x="9875" y="8073"/>
                  </a:lnTo>
                  <a:lnTo>
                    <a:pt x="10208" y="7740"/>
                  </a:lnTo>
                  <a:lnTo>
                    <a:pt x="10708" y="7873"/>
                  </a:lnTo>
                  <a:lnTo>
                    <a:pt x="11142" y="7706"/>
                  </a:lnTo>
                  <a:lnTo>
                    <a:pt x="11442" y="7206"/>
                  </a:lnTo>
                  <a:lnTo>
                    <a:pt x="12009" y="7239"/>
                  </a:lnTo>
                  <a:lnTo>
                    <a:pt x="12476" y="7173"/>
                  </a:lnTo>
                  <a:lnTo>
                    <a:pt x="12877" y="6906"/>
                  </a:lnTo>
                  <a:lnTo>
                    <a:pt x="13210" y="6472"/>
                  </a:lnTo>
                  <a:lnTo>
                    <a:pt x="13811" y="6572"/>
                  </a:lnTo>
                  <a:lnTo>
                    <a:pt x="14211" y="6272"/>
                  </a:lnTo>
                  <a:lnTo>
                    <a:pt x="14678" y="6105"/>
                  </a:lnTo>
                  <a:lnTo>
                    <a:pt x="15045" y="5738"/>
                  </a:lnTo>
                  <a:lnTo>
                    <a:pt x="15479" y="5438"/>
                  </a:lnTo>
                  <a:lnTo>
                    <a:pt x="15946" y="5271"/>
                  </a:lnTo>
                  <a:lnTo>
                    <a:pt x="16446" y="5205"/>
                  </a:lnTo>
                  <a:lnTo>
                    <a:pt x="16880" y="4938"/>
                  </a:lnTo>
                  <a:lnTo>
                    <a:pt x="17313" y="4738"/>
                  </a:lnTo>
                  <a:lnTo>
                    <a:pt x="17814" y="4604"/>
                  </a:lnTo>
                  <a:lnTo>
                    <a:pt x="18314" y="4471"/>
                  </a:lnTo>
                  <a:lnTo>
                    <a:pt x="18748" y="4271"/>
                  </a:lnTo>
                  <a:lnTo>
                    <a:pt x="19148" y="3937"/>
                  </a:lnTo>
                  <a:lnTo>
                    <a:pt x="19581" y="3704"/>
                  </a:lnTo>
                  <a:lnTo>
                    <a:pt x="20082" y="3637"/>
                  </a:lnTo>
                  <a:lnTo>
                    <a:pt x="20515" y="3370"/>
                  </a:lnTo>
                  <a:lnTo>
                    <a:pt x="20916" y="3070"/>
                  </a:lnTo>
                  <a:lnTo>
                    <a:pt x="21349" y="2803"/>
                  </a:lnTo>
                  <a:lnTo>
                    <a:pt x="21850" y="2736"/>
                  </a:lnTo>
                  <a:lnTo>
                    <a:pt x="22250" y="2469"/>
                  </a:lnTo>
                  <a:lnTo>
                    <a:pt x="22717" y="2336"/>
                  </a:lnTo>
                  <a:lnTo>
                    <a:pt x="23084" y="1936"/>
                  </a:lnTo>
                  <a:lnTo>
                    <a:pt x="23518" y="1769"/>
                  </a:lnTo>
                  <a:lnTo>
                    <a:pt x="24018" y="1702"/>
                  </a:lnTo>
                  <a:lnTo>
                    <a:pt x="24585" y="1836"/>
                  </a:lnTo>
                  <a:lnTo>
                    <a:pt x="25052" y="1435"/>
                  </a:lnTo>
                  <a:lnTo>
                    <a:pt x="25586" y="1469"/>
                  </a:lnTo>
                  <a:lnTo>
                    <a:pt x="26053" y="1235"/>
                  </a:lnTo>
                  <a:lnTo>
                    <a:pt x="26386" y="1135"/>
                  </a:lnTo>
                  <a:lnTo>
                    <a:pt x="26386" y="1"/>
                  </a:lnTo>
                  <a:lnTo>
                    <a:pt x="25953" y="68"/>
                  </a:lnTo>
                  <a:lnTo>
                    <a:pt x="25486" y="301"/>
                  </a:lnTo>
                  <a:lnTo>
                    <a:pt x="24985" y="468"/>
                  </a:lnTo>
                  <a:lnTo>
                    <a:pt x="24485" y="701"/>
                  </a:lnTo>
                  <a:lnTo>
                    <a:pt x="23951" y="701"/>
                  </a:lnTo>
                  <a:lnTo>
                    <a:pt x="23518" y="1102"/>
                  </a:lnTo>
                  <a:lnTo>
                    <a:pt x="22951" y="1002"/>
                  </a:lnTo>
                  <a:lnTo>
                    <a:pt x="22450" y="1068"/>
                  </a:lnTo>
                  <a:lnTo>
                    <a:pt x="21983" y="1269"/>
                  </a:lnTo>
                  <a:lnTo>
                    <a:pt x="21650" y="1669"/>
                  </a:lnTo>
                  <a:lnTo>
                    <a:pt x="21183" y="1836"/>
                  </a:lnTo>
                  <a:lnTo>
                    <a:pt x="20782" y="2102"/>
                  </a:lnTo>
                  <a:lnTo>
                    <a:pt x="20282" y="2203"/>
                  </a:lnTo>
                  <a:lnTo>
                    <a:pt x="19882" y="2469"/>
                  </a:lnTo>
                  <a:lnTo>
                    <a:pt x="19481" y="2770"/>
                  </a:lnTo>
                  <a:lnTo>
                    <a:pt x="19081" y="3036"/>
                  </a:lnTo>
                  <a:lnTo>
                    <a:pt x="18581" y="3137"/>
                  </a:lnTo>
                  <a:lnTo>
                    <a:pt x="18147" y="3370"/>
                  </a:lnTo>
                  <a:lnTo>
                    <a:pt x="17747" y="3737"/>
                  </a:lnTo>
                  <a:lnTo>
                    <a:pt x="17313" y="3970"/>
                  </a:lnTo>
                  <a:lnTo>
                    <a:pt x="16813" y="4104"/>
                  </a:lnTo>
                  <a:lnTo>
                    <a:pt x="16346" y="4237"/>
                  </a:lnTo>
                  <a:lnTo>
                    <a:pt x="15879" y="4437"/>
                  </a:lnTo>
                  <a:lnTo>
                    <a:pt x="15479" y="4738"/>
                  </a:lnTo>
                  <a:lnTo>
                    <a:pt x="14978" y="4838"/>
                  </a:lnTo>
                  <a:lnTo>
                    <a:pt x="14511" y="5005"/>
                  </a:lnTo>
                  <a:lnTo>
                    <a:pt x="14111" y="5305"/>
                  </a:lnTo>
                  <a:lnTo>
                    <a:pt x="13744" y="5705"/>
                  </a:lnTo>
                  <a:lnTo>
                    <a:pt x="13277" y="5872"/>
                  </a:lnTo>
                  <a:lnTo>
                    <a:pt x="12877" y="6172"/>
                  </a:lnTo>
                  <a:lnTo>
                    <a:pt x="12276" y="6105"/>
                  </a:lnTo>
                  <a:lnTo>
                    <a:pt x="11976" y="6572"/>
                  </a:lnTo>
                  <a:lnTo>
                    <a:pt x="11576" y="6839"/>
                  </a:lnTo>
                  <a:lnTo>
                    <a:pt x="11109" y="6939"/>
                  </a:lnTo>
                  <a:lnTo>
                    <a:pt x="10542" y="6906"/>
                  </a:lnTo>
                  <a:lnTo>
                    <a:pt x="10275" y="7406"/>
                  </a:lnTo>
                  <a:lnTo>
                    <a:pt x="9841" y="7606"/>
                  </a:lnTo>
                  <a:lnTo>
                    <a:pt x="9341" y="7473"/>
                  </a:lnTo>
                  <a:lnTo>
                    <a:pt x="9007" y="7840"/>
                  </a:lnTo>
                  <a:lnTo>
                    <a:pt x="8574" y="7840"/>
                  </a:lnTo>
                  <a:lnTo>
                    <a:pt x="8073" y="7773"/>
                  </a:lnTo>
                  <a:lnTo>
                    <a:pt x="7606" y="7973"/>
                  </a:lnTo>
                  <a:lnTo>
                    <a:pt x="7106" y="7973"/>
                  </a:lnTo>
                  <a:lnTo>
                    <a:pt x="6572" y="7907"/>
                  </a:lnTo>
                  <a:lnTo>
                    <a:pt x="6139" y="8240"/>
                  </a:lnTo>
                  <a:lnTo>
                    <a:pt x="5638" y="8374"/>
                  </a:lnTo>
                  <a:lnTo>
                    <a:pt x="5138" y="8340"/>
                  </a:lnTo>
                  <a:lnTo>
                    <a:pt x="4637" y="8340"/>
                  </a:lnTo>
                  <a:lnTo>
                    <a:pt x="4237" y="8674"/>
                  </a:lnTo>
                  <a:lnTo>
                    <a:pt x="3737" y="8707"/>
                  </a:lnTo>
                  <a:lnTo>
                    <a:pt x="3370" y="9107"/>
                  </a:lnTo>
                  <a:lnTo>
                    <a:pt x="2936" y="9308"/>
                  </a:lnTo>
                  <a:lnTo>
                    <a:pt x="2436" y="9408"/>
                  </a:lnTo>
                  <a:lnTo>
                    <a:pt x="1969" y="9541"/>
                  </a:lnTo>
                  <a:lnTo>
                    <a:pt x="1669" y="10008"/>
                  </a:lnTo>
                  <a:lnTo>
                    <a:pt x="1235" y="10242"/>
                  </a:lnTo>
                  <a:lnTo>
                    <a:pt x="768" y="10408"/>
                  </a:lnTo>
                  <a:lnTo>
                    <a:pt x="268" y="10508"/>
                  </a:lnTo>
                  <a:lnTo>
                    <a:pt x="1" y="10742"/>
                  </a:lnTo>
                  <a:lnTo>
                    <a:pt x="735" y="10742"/>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 name="Google Shape;2285;p54">
              <a:extLst>
                <a:ext uri="{FF2B5EF4-FFF2-40B4-BE49-F238E27FC236}">
                  <a16:creationId xmlns:a16="http://schemas.microsoft.com/office/drawing/2014/main" id="{34640BBB-17A5-E61B-73DB-DC23F70D2275}"/>
                </a:ext>
              </a:extLst>
            </p:cNvPr>
            <p:cNvSpPr/>
            <p:nvPr/>
          </p:nvSpPr>
          <p:spPr>
            <a:xfrm>
              <a:off x="1211991" y="3150074"/>
              <a:ext cx="720199" cy="475118"/>
            </a:xfrm>
            <a:custGeom>
              <a:avLst/>
              <a:gdLst/>
              <a:ahLst/>
              <a:cxnLst/>
              <a:rect l="l" t="t" r="r" b="b"/>
              <a:pathLst>
                <a:path w="20682" h="13644" extrusionOk="0">
                  <a:moveTo>
                    <a:pt x="434" y="13644"/>
                  </a:moveTo>
                  <a:lnTo>
                    <a:pt x="801" y="13244"/>
                  </a:lnTo>
                  <a:lnTo>
                    <a:pt x="1235" y="13010"/>
                  </a:lnTo>
                  <a:lnTo>
                    <a:pt x="1768" y="12877"/>
                  </a:lnTo>
                  <a:lnTo>
                    <a:pt x="2035" y="12343"/>
                  </a:lnTo>
                  <a:lnTo>
                    <a:pt x="2602" y="12310"/>
                  </a:lnTo>
                  <a:lnTo>
                    <a:pt x="3069" y="12110"/>
                  </a:lnTo>
                  <a:lnTo>
                    <a:pt x="3370" y="11609"/>
                  </a:lnTo>
                  <a:lnTo>
                    <a:pt x="3837" y="11409"/>
                  </a:lnTo>
                  <a:lnTo>
                    <a:pt x="4237" y="11109"/>
                  </a:lnTo>
                  <a:lnTo>
                    <a:pt x="4871" y="11209"/>
                  </a:lnTo>
                  <a:lnTo>
                    <a:pt x="5271" y="10875"/>
                  </a:lnTo>
                  <a:lnTo>
                    <a:pt x="5571" y="10408"/>
                  </a:lnTo>
                  <a:lnTo>
                    <a:pt x="6105" y="10342"/>
                  </a:lnTo>
                  <a:lnTo>
                    <a:pt x="6438" y="9875"/>
                  </a:lnTo>
                  <a:lnTo>
                    <a:pt x="6839" y="9641"/>
                  </a:lnTo>
                  <a:lnTo>
                    <a:pt x="7306" y="9508"/>
                  </a:lnTo>
                  <a:lnTo>
                    <a:pt x="7739" y="9341"/>
                  </a:lnTo>
                  <a:lnTo>
                    <a:pt x="8106" y="9041"/>
                  </a:lnTo>
                  <a:lnTo>
                    <a:pt x="8640" y="8941"/>
                  </a:lnTo>
                  <a:lnTo>
                    <a:pt x="8740" y="8374"/>
                  </a:lnTo>
                  <a:lnTo>
                    <a:pt x="9174" y="8107"/>
                  </a:lnTo>
                  <a:lnTo>
                    <a:pt x="9374" y="7640"/>
                  </a:lnTo>
                  <a:lnTo>
                    <a:pt x="9774" y="7339"/>
                  </a:lnTo>
                  <a:lnTo>
                    <a:pt x="9908" y="6806"/>
                  </a:lnTo>
                  <a:lnTo>
                    <a:pt x="10308" y="6472"/>
                  </a:lnTo>
                  <a:lnTo>
                    <a:pt x="10808" y="6372"/>
                  </a:lnTo>
                  <a:lnTo>
                    <a:pt x="11108" y="6005"/>
                  </a:lnTo>
                  <a:lnTo>
                    <a:pt x="11575" y="5872"/>
                  </a:lnTo>
                  <a:lnTo>
                    <a:pt x="11842" y="5405"/>
                  </a:lnTo>
                  <a:lnTo>
                    <a:pt x="12142" y="5071"/>
                  </a:lnTo>
                  <a:lnTo>
                    <a:pt x="12576" y="4871"/>
                  </a:lnTo>
                  <a:lnTo>
                    <a:pt x="12976" y="4671"/>
                  </a:lnTo>
                  <a:lnTo>
                    <a:pt x="13477" y="4638"/>
                  </a:lnTo>
                  <a:lnTo>
                    <a:pt x="13977" y="4437"/>
                  </a:lnTo>
                  <a:lnTo>
                    <a:pt x="14444" y="4137"/>
                  </a:lnTo>
                  <a:lnTo>
                    <a:pt x="14944" y="3937"/>
                  </a:lnTo>
                  <a:lnTo>
                    <a:pt x="15411" y="3770"/>
                  </a:lnTo>
                  <a:lnTo>
                    <a:pt x="15778" y="3470"/>
                  </a:lnTo>
                  <a:lnTo>
                    <a:pt x="16312" y="3403"/>
                  </a:lnTo>
                  <a:lnTo>
                    <a:pt x="16779" y="3237"/>
                  </a:lnTo>
                  <a:lnTo>
                    <a:pt x="17146" y="2903"/>
                  </a:lnTo>
                  <a:lnTo>
                    <a:pt x="17413" y="2436"/>
                  </a:lnTo>
                  <a:lnTo>
                    <a:pt x="17947" y="2336"/>
                  </a:lnTo>
                  <a:lnTo>
                    <a:pt x="18380" y="2136"/>
                  </a:lnTo>
                  <a:lnTo>
                    <a:pt x="18547" y="1535"/>
                  </a:lnTo>
                  <a:lnTo>
                    <a:pt x="19047" y="1369"/>
                  </a:lnTo>
                  <a:lnTo>
                    <a:pt x="19348" y="1002"/>
                  </a:lnTo>
                  <a:lnTo>
                    <a:pt x="19681" y="668"/>
                  </a:lnTo>
                  <a:lnTo>
                    <a:pt x="20148" y="435"/>
                  </a:lnTo>
                  <a:lnTo>
                    <a:pt x="20482" y="68"/>
                  </a:lnTo>
                  <a:lnTo>
                    <a:pt x="20682" y="1"/>
                  </a:lnTo>
                  <a:lnTo>
                    <a:pt x="19681" y="1"/>
                  </a:lnTo>
                  <a:lnTo>
                    <a:pt x="19314" y="301"/>
                  </a:lnTo>
                  <a:lnTo>
                    <a:pt x="19014" y="668"/>
                  </a:lnTo>
                  <a:lnTo>
                    <a:pt x="18514" y="801"/>
                  </a:lnTo>
                  <a:lnTo>
                    <a:pt x="18347" y="1402"/>
                  </a:lnTo>
                  <a:lnTo>
                    <a:pt x="17880" y="1602"/>
                  </a:lnTo>
                  <a:lnTo>
                    <a:pt x="17346" y="1669"/>
                  </a:lnTo>
                  <a:lnTo>
                    <a:pt x="17079" y="2136"/>
                  </a:lnTo>
                  <a:lnTo>
                    <a:pt x="16712" y="2469"/>
                  </a:lnTo>
                  <a:lnTo>
                    <a:pt x="16212" y="2603"/>
                  </a:lnTo>
                  <a:lnTo>
                    <a:pt x="15678" y="2636"/>
                  </a:lnTo>
                  <a:lnTo>
                    <a:pt x="15311" y="2936"/>
                  </a:lnTo>
                  <a:lnTo>
                    <a:pt x="14844" y="3103"/>
                  </a:lnTo>
                  <a:lnTo>
                    <a:pt x="14344" y="3270"/>
                  </a:lnTo>
                  <a:lnTo>
                    <a:pt x="13844" y="3570"/>
                  </a:lnTo>
                  <a:lnTo>
                    <a:pt x="13343" y="3770"/>
                  </a:lnTo>
                  <a:lnTo>
                    <a:pt x="12843" y="3770"/>
                  </a:lnTo>
                  <a:lnTo>
                    <a:pt x="12443" y="3970"/>
                  </a:lnTo>
                  <a:lnTo>
                    <a:pt x="12009" y="4137"/>
                  </a:lnTo>
                  <a:lnTo>
                    <a:pt x="11675" y="4471"/>
                  </a:lnTo>
                  <a:lnTo>
                    <a:pt x="11409" y="4938"/>
                  </a:lnTo>
                  <a:lnTo>
                    <a:pt x="10975" y="5071"/>
                  </a:lnTo>
                  <a:lnTo>
                    <a:pt x="10641" y="5405"/>
                  </a:lnTo>
                  <a:lnTo>
                    <a:pt x="10108" y="5505"/>
                  </a:lnTo>
                  <a:lnTo>
                    <a:pt x="9707" y="5805"/>
                  </a:lnTo>
                  <a:lnTo>
                    <a:pt x="9574" y="6339"/>
                  </a:lnTo>
                  <a:lnTo>
                    <a:pt x="9174" y="6639"/>
                  </a:lnTo>
                  <a:lnTo>
                    <a:pt x="8940" y="7106"/>
                  </a:lnTo>
                  <a:lnTo>
                    <a:pt x="8507" y="7339"/>
                  </a:lnTo>
                  <a:lnTo>
                    <a:pt x="8373" y="7940"/>
                  </a:lnTo>
                  <a:lnTo>
                    <a:pt x="7873" y="8007"/>
                  </a:lnTo>
                  <a:lnTo>
                    <a:pt x="7472" y="8273"/>
                  </a:lnTo>
                  <a:lnTo>
                    <a:pt x="7039" y="8440"/>
                  </a:lnTo>
                  <a:lnTo>
                    <a:pt x="6572" y="8574"/>
                  </a:lnTo>
                  <a:lnTo>
                    <a:pt x="6172" y="8774"/>
                  </a:lnTo>
                  <a:lnTo>
                    <a:pt x="5838" y="9207"/>
                  </a:lnTo>
                  <a:lnTo>
                    <a:pt x="5271" y="9274"/>
                  </a:lnTo>
                  <a:lnTo>
                    <a:pt x="4971" y="9741"/>
                  </a:lnTo>
                  <a:lnTo>
                    <a:pt x="4537" y="10075"/>
                  </a:lnTo>
                  <a:lnTo>
                    <a:pt x="3937" y="9941"/>
                  </a:lnTo>
                  <a:lnTo>
                    <a:pt x="3503" y="10242"/>
                  </a:lnTo>
                  <a:lnTo>
                    <a:pt x="3036" y="10442"/>
                  </a:lnTo>
                  <a:lnTo>
                    <a:pt x="2702" y="10909"/>
                  </a:lnTo>
                  <a:lnTo>
                    <a:pt x="2235" y="11109"/>
                  </a:lnTo>
                  <a:lnTo>
                    <a:pt x="1668" y="11109"/>
                  </a:lnTo>
                  <a:lnTo>
                    <a:pt x="1401" y="11643"/>
                  </a:lnTo>
                  <a:lnTo>
                    <a:pt x="868" y="11776"/>
                  </a:lnTo>
                  <a:lnTo>
                    <a:pt x="401" y="11976"/>
                  </a:lnTo>
                  <a:lnTo>
                    <a:pt x="34" y="12376"/>
                  </a:lnTo>
                  <a:lnTo>
                    <a:pt x="0" y="12376"/>
                  </a:lnTo>
                  <a:lnTo>
                    <a:pt x="0" y="13644"/>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32" name="Google Shape;2286;p54">
            <a:extLst>
              <a:ext uri="{FF2B5EF4-FFF2-40B4-BE49-F238E27FC236}">
                <a16:creationId xmlns:a16="http://schemas.microsoft.com/office/drawing/2014/main" id="{D65DA38E-E26F-0488-F45E-893FC8545FDE}"/>
              </a:ext>
            </a:extLst>
          </p:cNvPr>
          <p:cNvSpPr/>
          <p:nvPr/>
        </p:nvSpPr>
        <p:spPr>
          <a:xfrm>
            <a:off x="2873179" y="3555896"/>
            <a:ext cx="466056" cy="454302"/>
          </a:xfrm>
          <a:custGeom>
            <a:avLst/>
            <a:gdLst/>
            <a:ahLst/>
            <a:cxnLst/>
            <a:rect l="l" t="t" r="r" b="b"/>
            <a:pathLst>
              <a:path w="19048" h="16613" extrusionOk="0">
                <a:moveTo>
                  <a:pt x="3436" y="1"/>
                </a:moveTo>
                <a:lnTo>
                  <a:pt x="3636" y="1035"/>
                </a:lnTo>
                <a:lnTo>
                  <a:pt x="2569" y="1068"/>
                </a:lnTo>
                <a:lnTo>
                  <a:pt x="2769" y="2102"/>
                </a:lnTo>
                <a:lnTo>
                  <a:pt x="1735" y="2169"/>
                </a:lnTo>
                <a:lnTo>
                  <a:pt x="1935" y="3203"/>
                </a:lnTo>
                <a:lnTo>
                  <a:pt x="868" y="3236"/>
                </a:lnTo>
                <a:lnTo>
                  <a:pt x="1068" y="4304"/>
                </a:lnTo>
                <a:lnTo>
                  <a:pt x="1" y="4337"/>
                </a:lnTo>
                <a:lnTo>
                  <a:pt x="15612" y="16613"/>
                </a:lnTo>
                <a:lnTo>
                  <a:pt x="15412" y="15579"/>
                </a:lnTo>
                <a:lnTo>
                  <a:pt x="16479" y="15512"/>
                </a:lnTo>
                <a:lnTo>
                  <a:pt x="16279" y="14478"/>
                </a:lnTo>
                <a:lnTo>
                  <a:pt x="17346" y="14444"/>
                </a:lnTo>
                <a:lnTo>
                  <a:pt x="17113" y="13410"/>
                </a:lnTo>
                <a:lnTo>
                  <a:pt x="18180" y="13344"/>
                </a:lnTo>
                <a:lnTo>
                  <a:pt x="17980" y="12310"/>
                </a:lnTo>
                <a:lnTo>
                  <a:pt x="19047" y="12276"/>
                </a:lnTo>
                <a:lnTo>
                  <a:pt x="3436" y="1"/>
                </a:lnTo>
                <a:close/>
              </a:path>
            </a:pathLst>
          </a:custGeom>
          <a:solidFill>
            <a:srgbClr val="E2E3E0">
              <a:alpha val="642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 name="Google Shape;2287;p54">
            <a:extLst>
              <a:ext uri="{FF2B5EF4-FFF2-40B4-BE49-F238E27FC236}">
                <a16:creationId xmlns:a16="http://schemas.microsoft.com/office/drawing/2014/main" id="{015E59C8-78FA-901B-D6E5-E0708DB414EA}"/>
              </a:ext>
            </a:extLst>
          </p:cNvPr>
          <p:cNvSpPr/>
          <p:nvPr/>
        </p:nvSpPr>
        <p:spPr>
          <a:xfrm>
            <a:off x="1277776" y="4469680"/>
            <a:ext cx="466056" cy="455232"/>
          </a:xfrm>
          <a:custGeom>
            <a:avLst/>
            <a:gdLst/>
            <a:ahLst/>
            <a:cxnLst/>
            <a:rect l="l" t="t" r="r" b="b"/>
            <a:pathLst>
              <a:path w="19048" h="16647" extrusionOk="0">
                <a:moveTo>
                  <a:pt x="3436" y="1"/>
                </a:moveTo>
                <a:lnTo>
                  <a:pt x="3636" y="1035"/>
                </a:lnTo>
                <a:lnTo>
                  <a:pt x="2569" y="1102"/>
                </a:lnTo>
                <a:lnTo>
                  <a:pt x="2769" y="2136"/>
                </a:lnTo>
                <a:lnTo>
                  <a:pt x="1735" y="2169"/>
                </a:lnTo>
                <a:lnTo>
                  <a:pt x="1935" y="3203"/>
                </a:lnTo>
                <a:lnTo>
                  <a:pt x="868" y="3270"/>
                </a:lnTo>
                <a:lnTo>
                  <a:pt x="1068" y="4304"/>
                </a:lnTo>
                <a:lnTo>
                  <a:pt x="1" y="4337"/>
                </a:lnTo>
                <a:lnTo>
                  <a:pt x="15612" y="16646"/>
                </a:lnTo>
                <a:lnTo>
                  <a:pt x="15612" y="16646"/>
                </a:lnTo>
                <a:lnTo>
                  <a:pt x="15412" y="15579"/>
                </a:lnTo>
                <a:lnTo>
                  <a:pt x="16479" y="15545"/>
                </a:lnTo>
                <a:lnTo>
                  <a:pt x="16279" y="14511"/>
                </a:lnTo>
                <a:lnTo>
                  <a:pt x="17346" y="14445"/>
                </a:lnTo>
                <a:lnTo>
                  <a:pt x="17146" y="13410"/>
                </a:lnTo>
                <a:lnTo>
                  <a:pt x="18180" y="13377"/>
                </a:lnTo>
                <a:lnTo>
                  <a:pt x="17980" y="12310"/>
                </a:lnTo>
                <a:lnTo>
                  <a:pt x="19047" y="12276"/>
                </a:lnTo>
                <a:lnTo>
                  <a:pt x="3436" y="1"/>
                </a:lnTo>
                <a:close/>
              </a:path>
            </a:pathLst>
          </a:custGeom>
          <a:solidFill>
            <a:srgbClr val="E2E3E0">
              <a:alpha val="642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34" name="Google Shape;2282;p54">
            <a:extLst>
              <a:ext uri="{FF2B5EF4-FFF2-40B4-BE49-F238E27FC236}">
                <a16:creationId xmlns:a16="http://schemas.microsoft.com/office/drawing/2014/main" id="{9B808B41-5652-068F-391A-7A548F983973}"/>
              </a:ext>
            </a:extLst>
          </p:cNvPr>
          <p:cNvGrpSpPr/>
          <p:nvPr/>
        </p:nvGrpSpPr>
        <p:grpSpPr>
          <a:xfrm>
            <a:off x="5515719" y="3756489"/>
            <a:ext cx="2042643" cy="1021688"/>
            <a:chOff x="1211991" y="3150074"/>
            <a:chExt cx="2497450" cy="1301012"/>
          </a:xfrm>
        </p:grpSpPr>
        <p:sp>
          <p:nvSpPr>
            <p:cNvPr id="35" name="Google Shape;2283;p54">
              <a:extLst>
                <a:ext uri="{FF2B5EF4-FFF2-40B4-BE49-F238E27FC236}">
                  <a16:creationId xmlns:a16="http://schemas.microsoft.com/office/drawing/2014/main" id="{D13FB2C2-B596-EF7B-384D-CEB7821423BF}"/>
                </a:ext>
              </a:extLst>
            </p:cNvPr>
            <p:cNvSpPr/>
            <p:nvPr/>
          </p:nvSpPr>
          <p:spPr>
            <a:xfrm>
              <a:off x="1211991" y="3150074"/>
              <a:ext cx="2497435" cy="1301003"/>
            </a:xfrm>
            <a:custGeom>
              <a:avLst/>
              <a:gdLst/>
              <a:ahLst/>
              <a:cxnLst/>
              <a:rect l="l" t="t" r="r" b="b"/>
              <a:pathLst>
                <a:path w="71719" h="37361" extrusionOk="0">
                  <a:moveTo>
                    <a:pt x="46400" y="37094"/>
                  </a:moveTo>
                  <a:lnTo>
                    <a:pt x="46901" y="37027"/>
                  </a:lnTo>
                  <a:lnTo>
                    <a:pt x="47368" y="36861"/>
                  </a:lnTo>
                  <a:lnTo>
                    <a:pt x="47801" y="36627"/>
                  </a:lnTo>
                  <a:lnTo>
                    <a:pt x="48101" y="36193"/>
                  </a:lnTo>
                  <a:lnTo>
                    <a:pt x="48602" y="36093"/>
                  </a:lnTo>
                  <a:lnTo>
                    <a:pt x="49102" y="35993"/>
                  </a:lnTo>
                  <a:lnTo>
                    <a:pt x="49536" y="35793"/>
                  </a:lnTo>
                  <a:lnTo>
                    <a:pt x="49903" y="35426"/>
                  </a:lnTo>
                  <a:lnTo>
                    <a:pt x="50403" y="35393"/>
                  </a:lnTo>
                  <a:lnTo>
                    <a:pt x="50803" y="35059"/>
                  </a:lnTo>
                  <a:lnTo>
                    <a:pt x="51337" y="35093"/>
                  </a:lnTo>
                  <a:lnTo>
                    <a:pt x="51837" y="35159"/>
                  </a:lnTo>
                  <a:lnTo>
                    <a:pt x="52338" y="35026"/>
                  </a:lnTo>
                  <a:lnTo>
                    <a:pt x="52771" y="34692"/>
                  </a:lnTo>
                  <a:lnTo>
                    <a:pt x="53305" y="34792"/>
                  </a:lnTo>
                  <a:lnTo>
                    <a:pt x="53772" y="34792"/>
                  </a:lnTo>
                  <a:lnTo>
                    <a:pt x="54273" y="34626"/>
                  </a:lnTo>
                  <a:lnTo>
                    <a:pt x="54773" y="34726"/>
                  </a:lnTo>
                  <a:lnTo>
                    <a:pt x="55207" y="34692"/>
                  </a:lnTo>
                  <a:lnTo>
                    <a:pt x="55540" y="34359"/>
                  </a:lnTo>
                  <a:lnTo>
                    <a:pt x="56040" y="34492"/>
                  </a:lnTo>
                  <a:lnTo>
                    <a:pt x="56474" y="34325"/>
                  </a:lnTo>
                  <a:lnTo>
                    <a:pt x="56774" y="33825"/>
                  </a:lnTo>
                  <a:lnTo>
                    <a:pt x="57341" y="33858"/>
                  </a:lnTo>
                  <a:lnTo>
                    <a:pt x="57808" y="33792"/>
                  </a:lnTo>
                  <a:lnTo>
                    <a:pt x="58209" y="33525"/>
                  </a:lnTo>
                  <a:lnTo>
                    <a:pt x="58542" y="33091"/>
                  </a:lnTo>
                  <a:lnTo>
                    <a:pt x="59143" y="33191"/>
                  </a:lnTo>
                  <a:lnTo>
                    <a:pt x="59543" y="32891"/>
                  </a:lnTo>
                  <a:lnTo>
                    <a:pt x="60010" y="32724"/>
                  </a:lnTo>
                  <a:lnTo>
                    <a:pt x="60377" y="32357"/>
                  </a:lnTo>
                  <a:lnTo>
                    <a:pt x="60811" y="32057"/>
                  </a:lnTo>
                  <a:lnTo>
                    <a:pt x="61278" y="31890"/>
                  </a:lnTo>
                  <a:lnTo>
                    <a:pt x="61778" y="31824"/>
                  </a:lnTo>
                  <a:lnTo>
                    <a:pt x="62212" y="31557"/>
                  </a:lnTo>
                  <a:lnTo>
                    <a:pt x="62645" y="31357"/>
                  </a:lnTo>
                  <a:lnTo>
                    <a:pt x="63146" y="31223"/>
                  </a:lnTo>
                  <a:lnTo>
                    <a:pt x="63646" y="31090"/>
                  </a:lnTo>
                  <a:lnTo>
                    <a:pt x="64080" y="30890"/>
                  </a:lnTo>
                  <a:lnTo>
                    <a:pt x="64480" y="30556"/>
                  </a:lnTo>
                  <a:lnTo>
                    <a:pt x="64913" y="30323"/>
                  </a:lnTo>
                  <a:lnTo>
                    <a:pt x="65414" y="30256"/>
                  </a:lnTo>
                  <a:lnTo>
                    <a:pt x="65847" y="29989"/>
                  </a:lnTo>
                  <a:lnTo>
                    <a:pt x="66248" y="29689"/>
                  </a:lnTo>
                  <a:lnTo>
                    <a:pt x="66681" y="29422"/>
                  </a:lnTo>
                  <a:lnTo>
                    <a:pt x="67182" y="29355"/>
                  </a:lnTo>
                  <a:lnTo>
                    <a:pt x="67582" y="29088"/>
                  </a:lnTo>
                  <a:lnTo>
                    <a:pt x="68049" y="28955"/>
                  </a:lnTo>
                  <a:lnTo>
                    <a:pt x="68416" y="28555"/>
                  </a:lnTo>
                  <a:lnTo>
                    <a:pt x="68850" y="28388"/>
                  </a:lnTo>
                  <a:lnTo>
                    <a:pt x="69350" y="28321"/>
                  </a:lnTo>
                  <a:lnTo>
                    <a:pt x="69917" y="28455"/>
                  </a:lnTo>
                  <a:lnTo>
                    <a:pt x="70384" y="28054"/>
                  </a:lnTo>
                  <a:lnTo>
                    <a:pt x="70918" y="28088"/>
                  </a:lnTo>
                  <a:lnTo>
                    <a:pt x="71385" y="27854"/>
                  </a:lnTo>
                  <a:lnTo>
                    <a:pt x="71718" y="27754"/>
                  </a:lnTo>
                  <a:lnTo>
                    <a:pt x="71718" y="1"/>
                  </a:lnTo>
                  <a:lnTo>
                    <a:pt x="19681" y="1"/>
                  </a:lnTo>
                  <a:lnTo>
                    <a:pt x="19314" y="301"/>
                  </a:lnTo>
                  <a:lnTo>
                    <a:pt x="19014" y="668"/>
                  </a:lnTo>
                  <a:lnTo>
                    <a:pt x="18514" y="801"/>
                  </a:lnTo>
                  <a:lnTo>
                    <a:pt x="18347" y="1402"/>
                  </a:lnTo>
                  <a:lnTo>
                    <a:pt x="17880" y="1602"/>
                  </a:lnTo>
                  <a:lnTo>
                    <a:pt x="17346" y="1669"/>
                  </a:lnTo>
                  <a:lnTo>
                    <a:pt x="17079" y="2136"/>
                  </a:lnTo>
                  <a:lnTo>
                    <a:pt x="16712" y="2469"/>
                  </a:lnTo>
                  <a:lnTo>
                    <a:pt x="16212" y="2603"/>
                  </a:lnTo>
                  <a:lnTo>
                    <a:pt x="15678" y="2636"/>
                  </a:lnTo>
                  <a:lnTo>
                    <a:pt x="15311" y="2936"/>
                  </a:lnTo>
                  <a:lnTo>
                    <a:pt x="14844" y="3103"/>
                  </a:lnTo>
                  <a:lnTo>
                    <a:pt x="14344" y="3270"/>
                  </a:lnTo>
                  <a:lnTo>
                    <a:pt x="13844" y="3570"/>
                  </a:lnTo>
                  <a:lnTo>
                    <a:pt x="13343" y="3770"/>
                  </a:lnTo>
                  <a:lnTo>
                    <a:pt x="12843" y="3770"/>
                  </a:lnTo>
                  <a:lnTo>
                    <a:pt x="12443" y="3970"/>
                  </a:lnTo>
                  <a:lnTo>
                    <a:pt x="12009" y="4137"/>
                  </a:lnTo>
                  <a:lnTo>
                    <a:pt x="11675" y="4471"/>
                  </a:lnTo>
                  <a:lnTo>
                    <a:pt x="11409" y="4938"/>
                  </a:lnTo>
                  <a:lnTo>
                    <a:pt x="10975" y="5071"/>
                  </a:lnTo>
                  <a:lnTo>
                    <a:pt x="10641" y="5405"/>
                  </a:lnTo>
                  <a:lnTo>
                    <a:pt x="10108" y="5505"/>
                  </a:lnTo>
                  <a:lnTo>
                    <a:pt x="9707" y="5805"/>
                  </a:lnTo>
                  <a:lnTo>
                    <a:pt x="9574" y="6339"/>
                  </a:lnTo>
                  <a:lnTo>
                    <a:pt x="9174" y="6639"/>
                  </a:lnTo>
                  <a:lnTo>
                    <a:pt x="8940" y="7106"/>
                  </a:lnTo>
                  <a:lnTo>
                    <a:pt x="8507" y="7339"/>
                  </a:lnTo>
                  <a:lnTo>
                    <a:pt x="8373" y="7940"/>
                  </a:lnTo>
                  <a:lnTo>
                    <a:pt x="7873" y="8007"/>
                  </a:lnTo>
                  <a:lnTo>
                    <a:pt x="7472" y="8273"/>
                  </a:lnTo>
                  <a:lnTo>
                    <a:pt x="7039" y="8440"/>
                  </a:lnTo>
                  <a:lnTo>
                    <a:pt x="6572" y="8574"/>
                  </a:lnTo>
                  <a:lnTo>
                    <a:pt x="6172" y="8774"/>
                  </a:lnTo>
                  <a:lnTo>
                    <a:pt x="5838" y="9207"/>
                  </a:lnTo>
                  <a:lnTo>
                    <a:pt x="5271" y="9274"/>
                  </a:lnTo>
                  <a:lnTo>
                    <a:pt x="4971" y="9741"/>
                  </a:lnTo>
                  <a:lnTo>
                    <a:pt x="4537" y="10075"/>
                  </a:lnTo>
                  <a:lnTo>
                    <a:pt x="3937" y="9941"/>
                  </a:lnTo>
                  <a:lnTo>
                    <a:pt x="3503" y="10242"/>
                  </a:lnTo>
                  <a:lnTo>
                    <a:pt x="3036" y="10442"/>
                  </a:lnTo>
                  <a:lnTo>
                    <a:pt x="2702" y="10909"/>
                  </a:lnTo>
                  <a:lnTo>
                    <a:pt x="2235" y="11109"/>
                  </a:lnTo>
                  <a:lnTo>
                    <a:pt x="1668" y="11109"/>
                  </a:lnTo>
                  <a:lnTo>
                    <a:pt x="1401" y="11643"/>
                  </a:lnTo>
                  <a:lnTo>
                    <a:pt x="868" y="11776"/>
                  </a:lnTo>
                  <a:lnTo>
                    <a:pt x="401" y="11976"/>
                  </a:lnTo>
                  <a:lnTo>
                    <a:pt x="34" y="12376"/>
                  </a:lnTo>
                  <a:lnTo>
                    <a:pt x="0" y="12376"/>
                  </a:lnTo>
                  <a:lnTo>
                    <a:pt x="0" y="37361"/>
                  </a:lnTo>
                  <a:lnTo>
                    <a:pt x="46067" y="3736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 name="Google Shape;2284;p54">
              <a:extLst>
                <a:ext uri="{FF2B5EF4-FFF2-40B4-BE49-F238E27FC236}">
                  <a16:creationId xmlns:a16="http://schemas.microsoft.com/office/drawing/2014/main" id="{0F25FD1D-6818-DA4C-AACB-F0D3159A2DD4}"/>
                </a:ext>
              </a:extLst>
            </p:cNvPr>
            <p:cNvSpPr/>
            <p:nvPr/>
          </p:nvSpPr>
          <p:spPr>
            <a:xfrm>
              <a:off x="2790580" y="4077023"/>
              <a:ext cx="918861" cy="374063"/>
            </a:xfrm>
            <a:custGeom>
              <a:avLst/>
              <a:gdLst/>
              <a:ahLst/>
              <a:cxnLst/>
              <a:rect l="l" t="t" r="r" b="b"/>
              <a:pathLst>
                <a:path w="26387" h="10742" extrusionOk="0">
                  <a:moveTo>
                    <a:pt x="1068" y="10475"/>
                  </a:moveTo>
                  <a:lnTo>
                    <a:pt x="1569" y="10408"/>
                  </a:lnTo>
                  <a:lnTo>
                    <a:pt x="2036" y="10242"/>
                  </a:lnTo>
                  <a:lnTo>
                    <a:pt x="2469" y="10008"/>
                  </a:lnTo>
                  <a:lnTo>
                    <a:pt x="2769" y="9574"/>
                  </a:lnTo>
                  <a:lnTo>
                    <a:pt x="3270" y="9474"/>
                  </a:lnTo>
                  <a:lnTo>
                    <a:pt x="3770" y="9374"/>
                  </a:lnTo>
                  <a:lnTo>
                    <a:pt x="4204" y="9174"/>
                  </a:lnTo>
                  <a:lnTo>
                    <a:pt x="4571" y="8807"/>
                  </a:lnTo>
                  <a:lnTo>
                    <a:pt x="5071" y="8774"/>
                  </a:lnTo>
                  <a:lnTo>
                    <a:pt x="5471" y="8440"/>
                  </a:lnTo>
                  <a:lnTo>
                    <a:pt x="6005" y="8474"/>
                  </a:lnTo>
                  <a:lnTo>
                    <a:pt x="6505" y="8540"/>
                  </a:lnTo>
                  <a:lnTo>
                    <a:pt x="7006" y="8407"/>
                  </a:lnTo>
                  <a:lnTo>
                    <a:pt x="7439" y="8073"/>
                  </a:lnTo>
                  <a:lnTo>
                    <a:pt x="7973" y="8173"/>
                  </a:lnTo>
                  <a:lnTo>
                    <a:pt x="8440" y="8173"/>
                  </a:lnTo>
                  <a:lnTo>
                    <a:pt x="8941" y="8007"/>
                  </a:lnTo>
                  <a:lnTo>
                    <a:pt x="9441" y="8107"/>
                  </a:lnTo>
                  <a:lnTo>
                    <a:pt x="9875" y="8073"/>
                  </a:lnTo>
                  <a:lnTo>
                    <a:pt x="10208" y="7740"/>
                  </a:lnTo>
                  <a:lnTo>
                    <a:pt x="10708" y="7873"/>
                  </a:lnTo>
                  <a:lnTo>
                    <a:pt x="11142" y="7706"/>
                  </a:lnTo>
                  <a:lnTo>
                    <a:pt x="11442" y="7206"/>
                  </a:lnTo>
                  <a:lnTo>
                    <a:pt x="12009" y="7239"/>
                  </a:lnTo>
                  <a:lnTo>
                    <a:pt x="12476" y="7173"/>
                  </a:lnTo>
                  <a:lnTo>
                    <a:pt x="12877" y="6906"/>
                  </a:lnTo>
                  <a:lnTo>
                    <a:pt x="13210" y="6472"/>
                  </a:lnTo>
                  <a:lnTo>
                    <a:pt x="13811" y="6572"/>
                  </a:lnTo>
                  <a:lnTo>
                    <a:pt x="14211" y="6272"/>
                  </a:lnTo>
                  <a:lnTo>
                    <a:pt x="14678" y="6105"/>
                  </a:lnTo>
                  <a:lnTo>
                    <a:pt x="15045" y="5738"/>
                  </a:lnTo>
                  <a:lnTo>
                    <a:pt x="15479" y="5438"/>
                  </a:lnTo>
                  <a:lnTo>
                    <a:pt x="15946" y="5271"/>
                  </a:lnTo>
                  <a:lnTo>
                    <a:pt x="16446" y="5205"/>
                  </a:lnTo>
                  <a:lnTo>
                    <a:pt x="16880" y="4938"/>
                  </a:lnTo>
                  <a:lnTo>
                    <a:pt x="17313" y="4738"/>
                  </a:lnTo>
                  <a:lnTo>
                    <a:pt x="17814" y="4604"/>
                  </a:lnTo>
                  <a:lnTo>
                    <a:pt x="18314" y="4471"/>
                  </a:lnTo>
                  <a:lnTo>
                    <a:pt x="18748" y="4271"/>
                  </a:lnTo>
                  <a:lnTo>
                    <a:pt x="19148" y="3937"/>
                  </a:lnTo>
                  <a:lnTo>
                    <a:pt x="19581" y="3704"/>
                  </a:lnTo>
                  <a:lnTo>
                    <a:pt x="20082" y="3637"/>
                  </a:lnTo>
                  <a:lnTo>
                    <a:pt x="20515" y="3370"/>
                  </a:lnTo>
                  <a:lnTo>
                    <a:pt x="20916" y="3070"/>
                  </a:lnTo>
                  <a:lnTo>
                    <a:pt x="21349" y="2803"/>
                  </a:lnTo>
                  <a:lnTo>
                    <a:pt x="21850" y="2736"/>
                  </a:lnTo>
                  <a:lnTo>
                    <a:pt x="22250" y="2469"/>
                  </a:lnTo>
                  <a:lnTo>
                    <a:pt x="22717" y="2336"/>
                  </a:lnTo>
                  <a:lnTo>
                    <a:pt x="23084" y="1936"/>
                  </a:lnTo>
                  <a:lnTo>
                    <a:pt x="23518" y="1769"/>
                  </a:lnTo>
                  <a:lnTo>
                    <a:pt x="24018" y="1702"/>
                  </a:lnTo>
                  <a:lnTo>
                    <a:pt x="24585" y="1836"/>
                  </a:lnTo>
                  <a:lnTo>
                    <a:pt x="25052" y="1435"/>
                  </a:lnTo>
                  <a:lnTo>
                    <a:pt x="25586" y="1469"/>
                  </a:lnTo>
                  <a:lnTo>
                    <a:pt x="26053" y="1235"/>
                  </a:lnTo>
                  <a:lnTo>
                    <a:pt x="26386" y="1135"/>
                  </a:lnTo>
                  <a:lnTo>
                    <a:pt x="26386" y="1"/>
                  </a:lnTo>
                  <a:lnTo>
                    <a:pt x="25953" y="68"/>
                  </a:lnTo>
                  <a:lnTo>
                    <a:pt x="25486" y="301"/>
                  </a:lnTo>
                  <a:lnTo>
                    <a:pt x="24985" y="468"/>
                  </a:lnTo>
                  <a:lnTo>
                    <a:pt x="24485" y="701"/>
                  </a:lnTo>
                  <a:lnTo>
                    <a:pt x="23951" y="701"/>
                  </a:lnTo>
                  <a:lnTo>
                    <a:pt x="23518" y="1102"/>
                  </a:lnTo>
                  <a:lnTo>
                    <a:pt x="22951" y="1002"/>
                  </a:lnTo>
                  <a:lnTo>
                    <a:pt x="22450" y="1068"/>
                  </a:lnTo>
                  <a:lnTo>
                    <a:pt x="21983" y="1269"/>
                  </a:lnTo>
                  <a:lnTo>
                    <a:pt x="21650" y="1669"/>
                  </a:lnTo>
                  <a:lnTo>
                    <a:pt x="21183" y="1836"/>
                  </a:lnTo>
                  <a:lnTo>
                    <a:pt x="20782" y="2102"/>
                  </a:lnTo>
                  <a:lnTo>
                    <a:pt x="20282" y="2203"/>
                  </a:lnTo>
                  <a:lnTo>
                    <a:pt x="19882" y="2469"/>
                  </a:lnTo>
                  <a:lnTo>
                    <a:pt x="19481" y="2770"/>
                  </a:lnTo>
                  <a:lnTo>
                    <a:pt x="19081" y="3036"/>
                  </a:lnTo>
                  <a:lnTo>
                    <a:pt x="18581" y="3137"/>
                  </a:lnTo>
                  <a:lnTo>
                    <a:pt x="18147" y="3370"/>
                  </a:lnTo>
                  <a:lnTo>
                    <a:pt x="17747" y="3737"/>
                  </a:lnTo>
                  <a:lnTo>
                    <a:pt x="17313" y="3970"/>
                  </a:lnTo>
                  <a:lnTo>
                    <a:pt x="16813" y="4104"/>
                  </a:lnTo>
                  <a:lnTo>
                    <a:pt x="16346" y="4237"/>
                  </a:lnTo>
                  <a:lnTo>
                    <a:pt x="15879" y="4437"/>
                  </a:lnTo>
                  <a:lnTo>
                    <a:pt x="15479" y="4738"/>
                  </a:lnTo>
                  <a:lnTo>
                    <a:pt x="14978" y="4838"/>
                  </a:lnTo>
                  <a:lnTo>
                    <a:pt x="14511" y="5005"/>
                  </a:lnTo>
                  <a:lnTo>
                    <a:pt x="14111" y="5305"/>
                  </a:lnTo>
                  <a:lnTo>
                    <a:pt x="13744" y="5705"/>
                  </a:lnTo>
                  <a:lnTo>
                    <a:pt x="13277" y="5872"/>
                  </a:lnTo>
                  <a:lnTo>
                    <a:pt x="12877" y="6172"/>
                  </a:lnTo>
                  <a:lnTo>
                    <a:pt x="12276" y="6105"/>
                  </a:lnTo>
                  <a:lnTo>
                    <a:pt x="11976" y="6572"/>
                  </a:lnTo>
                  <a:lnTo>
                    <a:pt x="11576" y="6839"/>
                  </a:lnTo>
                  <a:lnTo>
                    <a:pt x="11109" y="6939"/>
                  </a:lnTo>
                  <a:lnTo>
                    <a:pt x="10542" y="6906"/>
                  </a:lnTo>
                  <a:lnTo>
                    <a:pt x="10275" y="7406"/>
                  </a:lnTo>
                  <a:lnTo>
                    <a:pt x="9841" y="7606"/>
                  </a:lnTo>
                  <a:lnTo>
                    <a:pt x="9341" y="7473"/>
                  </a:lnTo>
                  <a:lnTo>
                    <a:pt x="9007" y="7840"/>
                  </a:lnTo>
                  <a:lnTo>
                    <a:pt x="8574" y="7840"/>
                  </a:lnTo>
                  <a:lnTo>
                    <a:pt x="8073" y="7773"/>
                  </a:lnTo>
                  <a:lnTo>
                    <a:pt x="7606" y="7973"/>
                  </a:lnTo>
                  <a:lnTo>
                    <a:pt x="7106" y="7973"/>
                  </a:lnTo>
                  <a:lnTo>
                    <a:pt x="6572" y="7907"/>
                  </a:lnTo>
                  <a:lnTo>
                    <a:pt x="6139" y="8240"/>
                  </a:lnTo>
                  <a:lnTo>
                    <a:pt x="5638" y="8374"/>
                  </a:lnTo>
                  <a:lnTo>
                    <a:pt x="5138" y="8340"/>
                  </a:lnTo>
                  <a:lnTo>
                    <a:pt x="4637" y="8340"/>
                  </a:lnTo>
                  <a:lnTo>
                    <a:pt x="4237" y="8674"/>
                  </a:lnTo>
                  <a:lnTo>
                    <a:pt x="3737" y="8707"/>
                  </a:lnTo>
                  <a:lnTo>
                    <a:pt x="3370" y="9107"/>
                  </a:lnTo>
                  <a:lnTo>
                    <a:pt x="2936" y="9308"/>
                  </a:lnTo>
                  <a:lnTo>
                    <a:pt x="2436" y="9408"/>
                  </a:lnTo>
                  <a:lnTo>
                    <a:pt x="1969" y="9541"/>
                  </a:lnTo>
                  <a:lnTo>
                    <a:pt x="1669" y="10008"/>
                  </a:lnTo>
                  <a:lnTo>
                    <a:pt x="1235" y="10242"/>
                  </a:lnTo>
                  <a:lnTo>
                    <a:pt x="768" y="10408"/>
                  </a:lnTo>
                  <a:lnTo>
                    <a:pt x="268" y="10508"/>
                  </a:lnTo>
                  <a:lnTo>
                    <a:pt x="1" y="10742"/>
                  </a:lnTo>
                  <a:lnTo>
                    <a:pt x="735" y="10742"/>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 name="Google Shape;2285;p54">
              <a:extLst>
                <a:ext uri="{FF2B5EF4-FFF2-40B4-BE49-F238E27FC236}">
                  <a16:creationId xmlns:a16="http://schemas.microsoft.com/office/drawing/2014/main" id="{811E0015-3D91-0CBE-6F61-A5309A4929AA}"/>
                </a:ext>
              </a:extLst>
            </p:cNvPr>
            <p:cNvSpPr/>
            <p:nvPr/>
          </p:nvSpPr>
          <p:spPr>
            <a:xfrm>
              <a:off x="1211991" y="3150074"/>
              <a:ext cx="720199" cy="475118"/>
            </a:xfrm>
            <a:custGeom>
              <a:avLst/>
              <a:gdLst/>
              <a:ahLst/>
              <a:cxnLst/>
              <a:rect l="l" t="t" r="r" b="b"/>
              <a:pathLst>
                <a:path w="20682" h="13644" extrusionOk="0">
                  <a:moveTo>
                    <a:pt x="434" y="13644"/>
                  </a:moveTo>
                  <a:lnTo>
                    <a:pt x="801" y="13244"/>
                  </a:lnTo>
                  <a:lnTo>
                    <a:pt x="1235" y="13010"/>
                  </a:lnTo>
                  <a:lnTo>
                    <a:pt x="1768" y="12877"/>
                  </a:lnTo>
                  <a:lnTo>
                    <a:pt x="2035" y="12343"/>
                  </a:lnTo>
                  <a:lnTo>
                    <a:pt x="2602" y="12310"/>
                  </a:lnTo>
                  <a:lnTo>
                    <a:pt x="3069" y="12110"/>
                  </a:lnTo>
                  <a:lnTo>
                    <a:pt x="3370" y="11609"/>
                  </a:lnTo>
                  <a:lnTo>
                    <a:pt x="3837" y="11409"/>
                  </a:lnTo>
                  <a:lnTo>
                    <a:pt x="4237" y="11109"/>
                  </a:lnTo>
                  <a:lnTo>
                    <a:pt x="4871" y="11209"/>
                  </a:lnTo>
                  <a:lnTo>
                    <a:pt x="5271" y="10875"/>
                  </a:lnTo>
                  <a:lnTo>
                    <a:pt x="5571" y="10408"/>
                  </a:lnTo>
                  <a:lnTo>
                    <a:pt x="6105" y="10342"/>
                  </a:lnTo>
                  <a:lnTo>
                    <a:pt x="6438" y="9875"/>
                  </a:lnTo>
                  <a:lnTo>
                    <a:pt x="6839" y="9641"/>
                  </a:lnTo>
                  <a:lnTo>
                    <a:pt x="7306" y="9508"/>
                  </a:lnTo>
                  <a:lnTo>
                    <a:pt x="7739" y="9341"/>
                  </a:lnTo>
                  <a:lnTo>
                    <a:pt x="8106" y="9041"/>
                  </a:lnTo>
                  <a:lnTo>
                    <a:pt x="8640" y="8941"/>
                  </a:lnTo>
                  <a:lnTo>
                    <a:pt x="8740" y="8374"/>
                  </a:lnTo>
                  <a:lnTo>
                    <a:pt x="9174" y="8107"/>
                  </a:lnTo>
                  <a:lnTo>
                    <a:pt x="9374" y="7640"/>
                  </a:lnTo>
                  <a:lnTo>
                    <a:pt x="9774" y="7339"/>
                  </a:lnTo>
                  <a:lnTo>
                    <a:pt x="9908" y="6806"/>
                  </a:lnTo>
                  <a:lnTo>
                    <a:pt x="10308" y="6472"/>
                  </a:lnTo>
                  <a:lnTo>
                    <a:pt x="10808" y="6372"/>
                  </a:lnTo>
                  <a:lnTo>
                    <a:pt x="11108" y="6005"/>
                  </a:lnTo>
                  <a:lnTo>
                    <a:pt x="11575" y="5872"/>
                  </a:lnTo>
                  <a:lnTo>
                    <a:pt x="11842" y="5405"/>
                  </a:lnTo>
                  <a:lnTo>
                    <a:pt x="12142" y="5071"/>
                  </a:lnTo>
                  <a:lnTo>
                    <a:pt x="12576" y="4871"/>
                  </a:lnTo>
                  <a:lnTo>
                    <a:pt x="12976" y="4671"/>
                  </a:lnTo>
                  <a:lnTo>
                    <a:pt x="13477" y="4638"/>
                  </a:lnTo>
                  <a:lnTo>
                    <a:pt x="13977" y="4437"/>
                  </a:lnTo>
                  <a:lnTo>
                    <a:pt x="14444" y="4137"/>
                  </a:lnTo>
                  <a:lnTo>
                    <a:pt x="14944" y="3937"/>
                  </a:lnTo>
                  <a:lnTo>
                    <a:pt x="15411" y="3770"/>
                  </a:lnTo>
                  <a:lnTo>
                    <a:pt x="15778" y="3470"/>
                  </a:lnTo>
                  <a:lnTo>
                    <a:pt x="16312" y="3403"/>
                  </a:lnTo>
                  <a:lnTo>
                    <a:pt x="16779" y="3237"/>
                  </a:lnTo>
                  <a:lnTo>
                    <a:pt x="17146" y="2903"/>
                  </a:lnTo>
                  <a:lnTo>
                    <a:pt x="17413" y="2436"/>
                  </a:lnTo>
                  <a:lnTo>
                    <a:pt x="17947" y="2336"/>
                  </a:lnTo>
                  <a:lnTo>
                    <a:pt x="18380" y="2136"/>
                  </a:lnTo>
                  <a:lnTo>
                    <a:pt x="18547" y="1535"/>
                  </a:lnTo>
                  <a:lnTo>
                    <a:pt x="19047" y="1369"/>
                  </a:lnTo>
                  <a:lnTo>
                    <a:pt x="19348" y="1002"/>
                  </a:lnTo>
                  <a:lnTo>
                    <a:pt x="19681" y="668"/>
                  </a:lnTo>
                  <a:lnTo>
                    <a:pt x="20148" y="435"/>
                  </a:lnTo>
                  <a:lnTo>
                    <a:pt x="20482" y="68"/>
                  </a:lnTo>
                  <a:lnTo>
                    <a:pt x="20682" y="1"/>
                  </a:lnTo>
                  <a:lnTo>
                    <a:pt x="19681" y="1"/>
                  </a:lnTo>
                  <a:lnTo>
                    <a:pt x="19314" y="301"/>
                  </a:lnTo>
                  <a:lnTo>
                    <a:pt x="19014" y="668"/>
                  </a:lnTo>
                  <a:lnTo>
                    <a:pt x="18514" y="801"/>
                  </a:lnTo>
                  <a:lnTo>
                    <a:pt x="18347" y="1402"/>
                  </a:lnTo>
                  <a:lnTo>
                    <a:pt x="17880" y="1602"/>
                  </a:lnTo>
                  <a:lnTo>
                    <a:pt x="17346" y="1669"/>
                  </a:lnTo>
                  <a:lnTo>
                    <a:pt x="17079" y="2136"/>
                  </a:lnTo>
                  <a:lnTo>
                    <a:pt x="16712" y="2469"/>
                  </a:lnTo>
                  <a:lnTo>
                    <a:pt x="16212" y="2603"/>
                  </a:lnTo>
                  <a:lnTo>
                    <a:pt x="15678" y="2636"/>
                  </a:lnTo>
                  <a:lnTo>
                    <a:pt x="15311" y="2936"/>
                  </a:lnTo>
                  <a:lnTo>
                    <a:pt x="14844" y="3103"/>
                  </a:lnTo>
                  <a:lnTo>
                    <a:pt x="14344" y="3270"/>
                  </a:lnTo>
                  <a:lnTo>
                    <a:pt x="13844" y="3570"/>
                  </a:lnTo>
                  <a:lnTo>
                    <a:pt x="13343" y="3770"/>
                  </a:lnTo>
                  <a:lnTo>
                    <a:pt x="12843" y="3770"/>
                  </a:lnTo>
                  <a:lnTo>
                    <a:pt x="12443" y="3970"/>
                  </a:lnTo>
                  <a:lnTo>
                    <a:pt x="12009" y="4137"/>
                  </a:lnTo>
                  <a:lnTo>
                    <a:pt x="11675" y="4471"/>
                  </a:lnTo>
                  <a:lnTo>
                    <a:pt x="11409" y="4938"/>
                  </a:lnTo>
                  <a:lnTo>
                    <a:pt x="10975" y="5071"/>
                  </a:lnTo>
                  <a:lnTo>
                    <a:pt x="10641" y="5405"/>
                  </a:lnTo>
                  <a:lnTo>
                    <a:pt x="10108" y="5505"/>
                  </a:lnTo>
                  <a:lnTo>
                    <a:pt x="9707" y="5805"/>
                  </a:lnTo>
                  <a:lnTo>
                    <a:pt x="9574" y="6339"/>
                  </a:lnTo>
                  <a:lnTo>
                    <a:pt x="9174" y="6639"/>
                  </a:lnTo>
                  <a:lnTo>
                    <a:pt x="8940" y="7106"/>
                  </a:lnTo>
                  <a:lnTo>
                    <a:pt x="8507" y="7339"/>
                  </a:lnTo>
                  <a:lnTo>
                    <a:pt x="8373" y="7940"/>
                  </a:lnTo>
                  <a:lnTo>
                    <a:pt x="7873" y="8007"/>
                  </a:lnTo>
                  <a:lnTo>
                    <a:pt x="7472" y="8273"/>
                  </a:lnTo>
                  <a:lnTo>
                    <a:pt x="7039" y="8440"/>
                  </a:lnTo>
                  <a:lnTo>
                    <a:pt x="6572" y="8574"/>
                  </a:lnTo>
                  <a:lnTo>
                    <a:pt x="6172" y="8774"/>
                  </a:lnTo>
                  <a:lnTo>
                    <a:pt x="5838" y="9207"/>
                  </a:lnTo>
                  <a:lnTo>
                    <a:pt x="5271" y="9274"/>
                  </a:lnTo>
                  <a:lnTo>
                    <a:pt x="4971" y="9741"/>
                  </a:lnTo>
                  <a:lnTo>
                    <a:pt x="4537" y="10075"/>
                  </a:lnTo>
                  <a:lnTo>
                    <a:pt x="3937" y="9941"/>
                  </a:lnTo>
                  <a:lnTo>
                    <a:pt x="3503" y="10242"/>
                  </a:lnTo>
                  <a:lnTo>
                    <a:pt x="3036" y="10442"/>
                  </a:lnTo>
                  <a:lnTo>
                    <a:pt x="2702" y="10909"/>
                  </a:lnTo>
                  <a:lnTo>
                    <a:pt x="2235" y="11109"/>
                  </a:lnTo>
                  <a:lnTo>
                    <a:pt x="1668" y="11109"/>
                  </a:lnTo>
                  <a:lnTo>
                    <a:pt x="1401" y="11643"/>
                  </a:lnTo>
                  <a:lnTo>
                    <a:pt x="868" y="11776"/>
                  </a:lnTo>
                  <a:lnTo>
                    <a:pt x="401" y="11976"/>
                  </a:lnTo>
                  <a:lnTo>
                    <a:pt x="34" y="12376"/>
                  </a:lnTo>
                  <a:lnTo>
                    <a:pt x="0" y="12376"/>
                  </a:lnTo>
                  <a:lnTo>
                    <a:pt x="0" y="13644"/>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38" name="Google Shape;2286;p54">
            <a:extLst>
              <a:ext uri="{FF2B5EF4-FFF2-40B4-BE49-F238E27FC236}">
                <a16:creationId xmlns:a16="http://schemas.microsoft.com/office/drawing/2014/main" id="{943687AF-A892-2D77-AC95-1DEFD16F5797}"/>
              </a:ext>
            </a:extLst>
          </p:cNvPr>
          <p:cNvSpPr/>
          <p:nvPr/>
        </p:nvSpPr>
        <p:spPr>
          <a:xfrm>
            <a:off x="7242991" y="3598449"/>
            <a:ext cx="501784" cy="454302"/>
          </a:xfrm>
          <a:custGeom>
            <a:avLst/>
            <a:gdLst/>
            <a:ahLst/>
            <a:cxnLst/>
            <a:rect l="l" t="t" r="r" b="b"/>
            <a:pathLst>
              <a:path w="19048" h="16613" extrusionOk="0">
                <a:moveTo>
                  <a:pt x="3436" y="1"/>
                </a:moveTo>
                <a:lnTo>
                  <a:pt x="3636" y="1035"/>
                </a:lnTo>
                <a:lnTo>
                  <a:pt x="2569" y="1068"/>
                </a:lnTo>
                <a:lnTo>
                  <a:pt x="2769" y="2102"/>
                </a:lnTo>
                <a:lnTo>
                  <a:pt x="1735" y="2169"/>
                </a:lnTo>
                <a:lnTo>
                  <a:pt x="1935" y="3203"/>
                </a:lnTo>
                <a:lnTo>
                  <a:pt x="868" y="3236"/>
                </a:lnTo>
                <a:lnTo>
                  <a:pt x="1068" y="4304"/>
                </a:lnTo>
                <a:lnTo>
                  <a:pt x="1" y="4337"/>
                </a:lnTo>
                <a:lnTo>
                  <a:pt x="15612" y="16613"/>
                </a:lnTo>
                <a:lnTo>
                  <a:pt x="15412" y="15579"/>
                </a:lnTo>
                <a:lnTo>
                  <a:pt x="16479" y="15512"/>
                </a:lnTo>
                <a:lnTo>
                  <a:pt x="16279" y="14478"/>
                </a:lnTo>
                <a:lnTo>
                  <a:pt x="17346" y="14444"/>
                </a:lnTo>
                <a:lnTo>
                  <a:pt x="17113" y="13410"/>
                </a:lnTo>
                <a:lnTo>
                  <a:pt x="18180" y="13344"/>
                </a:lnTo>
                <a:lnTo>
                  <a:pt x="17980" y="12310"/>
                </a:lnTo>
                <a:lnTo>
                  <a:pt x="19047" y="12276"/>
                </a:lnTo>
                <a:lnTo>
                  <a:pt x="3436" y="1"/>
                </a:lnTo>
                <a:close/>
              </a:path>
            </a:pathLst>
          </a:custGeom>
          <a:solidFill>
            <a:srgbClr val="E2E3E0">
              <a:alpha val="642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 name="Google Shape;2287;p54">
            <a:extLst>
              <a:ext uri="{FF2B5EF4-FFF2-40B4-BE49-F238E27FC236}">
                <a16:creationId xmlns:a16="http://schemas.microsoft.com/office/drawing/2014/main" id="{EA8A07B1-0089-FE5A-8C02-4863CF996295}"/>
              </a:ext>
            </a:extLst>
          </p:cNvPr>
          <p:cNvSpPr/>
          <p:nvPr/>
        </p:nvSpPr>
        <p:spPr>
          <a:xfrm>
            <a:off x="5329294" y="4480978"/>
            <a:ext cx="501784" cy="455232"/>
          </a:xfrm>
          <a:custGeom>
            <a:avLst/>
            <a:gdLst/>
            <a:ahLst/>
            <a:cxnLst/>
            <a:rect l="l" t="t" r="r" b="b"/>
            <a:pathLst>
              <a:path w="19048" h="16647" extrusionOk="0">
                <a:moveTo>
                  <a:pt x="3436" y="1"/>
                </a:moveTo>
                <a:lnTo>
                  <a:pt x="3636" y="1035"/>
                </a:lnTo>
                <a:lnTo>
                  <a:pt x="2569" y="1102"/>
                </a:lnTo>
                <a:lnTo>
                  <a:pt x="2769" y="2136"/>
                </a:lnTo>
                <a:lnTo>
                  <a:pt x="1735" y="2169"/>
                </a:lnTo>
                <a:lnTo>
                  <a:pt x="1935" y="3203"/>
                </a:lnTo>
                <a:lnTo>
                  <a:pt x="868" y="3270"/>
                </a:lnTo>
                <a:lnTo>
                  <a:pt x="1068" y="4304"/>
                </a:lnTo>
                <a:lnTo>
                  <a:pt x="1" y="4337"/>
                </a:lnTo>
                <a:lnTo>
                  <a:pt x="15612" y="16646"/>
                </a:lnTo>
                <a:lnTo>
                  <a:pt x="15612" y="16646"/>
                </a:lnTo>
                <a:lnTo>
                  <a:pt x="15412" y="15579"/>
                </a:lnTo>
                <a:lnTo>
                  <a:pt x="16479" y="15545"/>
                </a:lnTo>
                <a:lnTo>
                  <a:pt x="16279" y="14511"/>
                </a:lnTo>
                <a:lnTo>
                  <a:pt x="17346" y="14445"/>
                </a:lnTo>
                <a:lnTo>
                  <a:pt x="17146" y="13410"/>
                </a:lnTo>
                <a:lnTo>
                  <a:pt x="18180" y="13377"/>
                </a:lnTo>
                <a:lnTo>
                  <a:pt x="17980" y="12310"/>
                </a:lnTo>
                <a:lnTo>
                  <a:pt x="19047" y="12276"/>
                </a:lnTo>
                <a:lnTo>
                  <a:pt x="3436" y="1"/>
                </a:lnTo>
                <a:close/>
              </a:path>
            </a:pathLst>
          </a:custGeom>
          <a:solidFill>
            <a:srgbClr val="E2E3E0">
              <a:alpha val="642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 name="TextBox 39">
            <a:extLst>
              <a:ext uri="{FF2B5EF4-FFF2-40B4-BE49-F238E27FC236}">
                <a16:creationId xmlns:a16="http://schemas.microsoft.com/office/drawing/2014/main" id="{BFC96522-1A3E-8501-2613-F6BB31E074D1}"/>
              </a:ext>
            </a:extLst>
          </p:cNvPr>
          <p:cNvSpPr txBox="1"/>
          <p:nvPr/>
        </p:nvSpPr>
        <p:spPr>
          <a:xfrm>
            <a:off x="1623973" y="3893309"/>
            <a:ext cx="1422809" cy="707886"/>
          </a:xfrm>
          <a:prstGeom prst="rect">
            <a:avLst/>
          </a:prstGeom>
          <a:noFill/>
        </p:spPr>
        <p:txBody>
          <a:bodyPr wrap="square" rtlCol="0">
            <a:spAutoFit/>
          </a:bodyPr>
          <a:lstStyle/>
          <a:p>
            <a:pPr algn="ctr"/>
            <a:r>
              <a:rPr lang="en-US" sz="2000" i="1" dirty="0">
                <a:latin typeface="Montserrat ExtraBold" panose="00000900000000000000" pitchFamily="2" charset="0"/>
              </a:rPr>
              <a:t>Omar Nader</a:t>
            </a:r>
          </a:p>
        </p:txBody>
      </p:sp>
      <p:sp>
        <p:nvSpPr>
          <p:cNvPr id="41" name="TextBox 40">
            <a:extLst>
              <a:ext uri="{FF2B5EF4-FFF2-40B4-BE49-F238E27FC236}">
                <a16:creationId xmlns:a16="http://schemas.microsoft.com/office/drawing/2014/main" id="{1B6CD262-D332-5F36-7CBF-777A3C878613}"/>
              </a:ext>
            </a:extLst>
          </p:cNvPr>
          <p:cNvSpPr txBox="1"/>
          <p:nvPr/>
        </p:nvSpPr>
        <p:spPr>
          <a:xfrm>
            <a:off x="5488188" y="3995284"/>
            <a:ext cx="2128045" cy="707886"/>
          </a:xfrm>
          <a:prstGeom prst="rect">
            <a:avLst/>
          </a:prstGeom>
          <a:noFill/>
        </p:spPr>
        <p:txBody>
          <a:bodyPr wrap="square" rtlCol="0">
            <a:spAutoFit/>
          </a:bodyPr>
          <a:lstStyle/>
          <a:p>
            <a:pPr algn="ctr"/>
            <a:r>
              <a:rPr lang="en-US" sz="2000" i="1" dirty="0">
                <a:latin typeface="Montserrat ExtraBold" panose="00000900000000000000" pitchFamily="2" charset="0"/>
              </a:rPr>
              <a:t>Abdelrahman saeed</a:t>
            </a:r>
          </a:p>
        </p:txBody>
      </p:sp>
    </p:spTree>
    <p:extLst>
      <p:ext uri="{BB962C8B-B14F-4D97-AF65-F5344CB8AC3E}">
        <p14:creationId xmlns:p14="http://schemas.microsoft.com/office/powerpoint/2010/main" val="164981193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Pre-Season American Football Team Meeting by Slidesgo">
  <a:themeElements>
    <a:clrScheme name="Simple Light">
      <a:dk1>
        <a:srgbClr val="E2E3E0"/>
      </a:dk1>
      <a:lt1>
        <a:srgbClr val="000000"/>
      </a:lt1>
      <a:dk2>
        <a:srgbClr val="EBED24"/>
      </a:dk2>
      <a:lt2>
        <a:srgbClr val="FFFFFF"/>
      </a:lt2>
      <a:accent1>
        <a:srgbClr val="FFF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508</TotalTime>
  <Words>744</Words>
  <Application>Microsoft Office PowerPoint</Application>
  <PresentationFormat>On-screen Show (16:9)</PresentationFormat>
  <Paragraphs>128</Paragraphs>
  <Slides>23</Slides>
  <Notes>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Arial</vt:lpstr>
      <vt:lpstr>Montserrat ExtraBold</vt:lpstr>
      <vt:lpstr>Barlow</vt:lpstr>
      <vt:lpstr>Roboto Condensed Light</vt:lpstr>
      <vt:lpstr>Wingdings</vt:lpstr>
      <vt:lpstr>Montserrat;800</vt:lpstr>
      <vt:lpstr>Pre-Season American Football Team Meeting by Slidesgo</vt:lpstr>
      <vt:lpstr>PowerPoint Presentation</vt:lpstr>
      <vt:lpstr>Make a “Remontada”  to your level</vt:lpstr>
      <vt:lpstr>PowerPoint Presentation</vt:lpstr>
      <vt:lpstr>Increase your fitness and football skills</vt:lpstr>
      <vt:lpstr>01</vt:lpstr>
      <vt:lpstr>01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oshy</dc:creator>
  <cp:lastModifiedBy>oshy nado</cp:lastModifiedBy>
  <cp:revision>53</cp:revision>
  <dcterms:modified xsi:type="dcterms:W3CDTF">2024-07-25T13:18:51Z</dcterms:modified>
</cp:coreProperties>
</file>